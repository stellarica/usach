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notesSlides/notesSlide8.xml" ContentType="application/vnd.openxmlformats-officedocument.presentationml.notesSlide+xml"/>
  <Override PartName="/ppt/ink/ink8.xml" ContentType="application/inkml+xml"/>
  <Override PartName="/ppt/notesSlides/notesSlide9.xml" ContentType="application/vnd.openxmlformats-officedocument.presentationml.notesSlide+xml"/>
  <Override PartName="/ppt/ink/ink9.xml" ContentType="application/inkml+xml"/>
  <Override PartName="/ppt/notesSlides/notesSlide10.xml" ContentType="application/vnd.openxmlformats-officedocument.presentationml.notesSlide+xml"/>
  <Override PartName="/ppt/ink/ink10.xml" ContentType="application/inkml+xml"/>
  <Override PartName="/ppt/notesSlides/notesSlide11.xml" ContentType="application/vnd.openxmlformats-officedocument.presentationml.notesSlide+xml"/>
  <Override PartName="/ppt/ink/ink11.xml" ContentType="application/inkml+xml"/>
  <Override PartName="/ppt/notesSlides/notesSlide12.xml" ContentType="application/vnd.openxmlformats-officedocument.presentationml.notesSlide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518" r:id="rId2"/>
    <p:sldId id="532" r:id="rId3"/>
    <p:sldId id="519" r:id="rId4"/>
    <p:sldId id="533" r:id="rId5"/>
    <p:sldId id="534" r:id="rId6"/>
    <p:sldId id="538" r:id="rId7"/>
    <p:sldId id="539" r:id="rId8"/>
    <p:sldId id="540" r:id="rId9"/>
    <p:sldId id="541" r:id="rId10"/>
    <p:sldId id="542" r:id="rId11"/>
    <p:sldId id="544" r:id="rId12"/>
    <p:sldId id="543" r:id="rId13"/>
  </p:sldIdLst>
  <p:sldSz cx="9144000" cy="6858000" type="screen4x3"/>
  <p:notesSz cx="7010400" cy="9296400"/>
  <p:custShowLst>
    <p:custShow name="Pres. personalizada1" id="0">
      <p:sldLst/>
    </p:custShow>
  </p:custShowLst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9238"/>
    <a:srgbClr val="FCA304"/>
    <a:srgbClr val="C01A5D"/>
    <a:srgbClr val="E86A1C"/>
    <a:srgbClr val="CC3300"/>
    <a:srgbClr val="ED8749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000" autoAdjust="0"/>
    <p:restoredTop sz="95226" autoAdjust="0"/>
  </p:normalViewPr>
  <p:slideViewPr>
    <p:cSldViewPr snapToGrid="0" snapToObjects="1">
      <p:cViewPr varScale="1">
        <p:scale>
          <a:sx n="68" d="100"/>
          <a:sy n="68" d="100"/>
        </p:scale>
        <p:origin x="9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-2868" y="-9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AB7B0C8-7E87-D149-B0E8-7D1CDF400085}" type="datetimeFigureOut">
              <a:rPr lang="es-ES" smtClean="0"/>
              <a:t>17/05/2022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63E1E16-AD27-8742-95FD-5F958EF326C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10987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6-17T21:22:51.8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890 11839 2720 0,'0'0'1728'16,"0"0"-679"-16,0 0-193 0,8 0-8 0,-8 0 8 15,0 0 56-15,0 0-31 16,0 0 111-16,0 0 208 0,0 0-48 15,0 0-191-15,0 0-145 16,0 0 8-16,0 0 0 16,0 0-152-16,0 0-104 15,0 0-152-15,0 0-72 16,0 0-143 0,0 0-33-16,0 0-16 0,0-6 24 15,0 3-32-15,0-4 8 0,3-5-80 16,-3-5-64-16,8-1 0 15,5-7 0 1,-6-1 0-16,10 1-8 16,-2-4 8-16,2 8 0 15,-2 1-8-15,1 4-8 0,-4 3 0 16,1 1 8-16,-6 5-8 16,-3 7-88-16,0 0-56 15,0 13-56 1,4 18 88-16,0 21 120 15,-4 5 72-15,0 9 8 0,0 5-64 16,-1-11 32-16,-3-3-40 16,0-9 8-16,0-11-8 0,5-11 0 0,-5-4 8 0,0-13-16 31,3-6 0-31,-3 1-8 16,5-4-40-16,-5 0-32 0,4 0 72 15,0-16 8 1,4-6 8-1,-4-4 56-15,8-5-56 0,0-11 0 16,4 7 0-16,0-9-8 31,0 6 8-31,3 0-8 16,1 6 0-16,-4 7 0 0,-5 12-8 16,-2 6-40-16,-1 7-8 15,-5 0-48-15,6 0-32 16,2 20 88-16,6 5 40 0,-1 7 8 15,-4 6 64-15,3 0-16 32,-2-6-32-32,-5-1 40 0,-4-2-8 15,4-6-32-15,-8-9-8 16,4 3-8-16,-1-7 8 16,-3 2-8-16,5-2-280 0,-5-1-201 15,4 1-135-15,-4-3-480 0,8-4-632 16,-8-1-1337-16,4-2-2512 0</inkml:trace>
  <inkml:trace contextRef="#ctx0" brushRef="#br0" timeOffset="359.35">1670 11890 8361 0,'0'0'4017'0,"0"0"-2304"0,0 0-785 31,0 0-320-31,0 0-208 15,0 0-8-15,0 0 72 0,0 0-136 16,0 0-112-16,0 0-80 16,105 3-64-16,-85-3-64 15,-5 0-8-15,2 0-136 0,-2 0-536 16,-2 0-656 0,-6 0-785-1,1 0-1759-15,-8 0-889 0</inkml:trace>
  <inkml:trace contextRef="#ctx0" brushRef="#br0" timeOffset="624.95">1655 12143 6737 0,'0'0'1144'0,"0"0"216"0,0 0 65 16,56 0-473-16,-32 0-184 16,4 0-432-16,-5 0-208 0,-3 0-128 15,-3 0-272-15,-2 0-864 16,-7 0-1241-16,-4 0-687 0</inkml:trace>
  <inkml:trace contextRef="#ctx0" brushRef="#br0" timeOffset="2163.37">2359 11639 496 0,'0'0'1280'0,"0"0"-16"0,0 0-240 15,0 0-31-15,0 0-169 16,0 0-8-16,0 0 224 0,0 0 48 15,0 0 105 1,0-13 95-16,0 13-432 16,0 0-456-16,0 13-272 15,-3 10 264-15,0 8 192 0,-1 11-7 16,0 2-137-16,-5 3-88 16,9 2-104-1,0-2 0-15,0-9-72 16,0 0-80-1,0-6-8-15,0-7-88 0,0-6-80 16,9-3 8-16,2-4 56 0,1-2-64 16,4-3 80-16,5-7 0 15,-6 0 8 1,5 0 0-16,-1 0 0 16,2-13 32-16,-5-3-40 15,4 0-32-15,-8-7 32 0,4 2 80 16,-13-8-72-16,6 1 72 15,-9-8 0-15,0 2 16 0,0-8 0 16,-9-2-88-16,-2 3 56 16,-6-3 8-1,-2 5-24-15,-1 1 216 16,-4 9-88-16,1 4 176 0,-1 3-176 16,3 10-128-16,-3 5-48 15,9 4 0 1,-6 3-456-1,2 12-632-15,-10 40-96 16,6-5-1465-16,-1 0-3448 16</inkml:trace>
  <inkml:trace contextRef="#ctx0" brushRef="#br0" timeOffset="2553.98">2656 12112 8145 0,'0'0'2145'16,"0"0"-977"-16,0 0-296 16,0 0-32-1,0 0-256 1,0 0-279-16,0 0-73 0,0 0-112 15,0 114-112-15,0-97 56 16,0-1-64-16,0-4-88 0,0 1-649 16,0 0-1127-16,-5-5-1337 0,2-1-3784 15</inkml:trace>
  <inkml:trace contextRef="#ctx0" brushRef="#br0" timeOffset="3102.71">3054 11579 5961 0,'0'0'2392'0,"0"0"-223"0,0 0-753 15,0 0-464-15,-8 22-40 0,-4 3-191 16,-4 8-113-16,0 11-144 16,1 9-104-16,-6 5 16 15,6 5-48-15,2-3-56 16,6 1-88-16,7-8-72 15,0-4-112-15,0-11-8 16,3-6 0-16,14-7-104 0,6-12 104 16,5-3-88-16,0-10-8 15,8 0-72-15,0-17-24 16,0-8 136-16,-4-4 64 0,0 1 8 31,-12-6 0-31,-5-3 64 0,-11 6 24 16,-4 3-24-16,0-1 88 15,-11 6 104-15,-10 11 64 16,-7 5-8-16,4 7-192 0,-8 0-8 16,-3 23-112-16,7 5-8 15,-4 8-88-15,13 5-400 0,6 10-552 32,9-14-856-32,4-4-3522 0</inkml:trace>
  <inkml:trace contextRef="#ctx0" brushRef="#br0" timeOffset="3430.82">3540 11814 10242 0,'0'0'2264'0,"0"0"-663"31,-4-104-577-31,1 62-128 16,3 7-216-16,0 10-280 15,-4 6-24-15,4 12-24 0,0 7-80 16,-4 0-176-16,-1 19-96 16,1 23-80-16,-8 15 80 0,9 19 128 15,-10 0-56-15,9 4-72 31,4-7-136-31,0-13-208 0,0-10-360 16,0-15-416-16,4-15-552 16,9-14-2385-16,-5-6-3105 0</inkml:trace>
  <inkml:trace contextRef="#ctx0" brushRef="#br0" timeOffset="3866.78">3907 11502 1816 0,'0'0'8602'0,"0"0"-6250"16,0 0-999-16,0 0-441 15,0 0-56-15,-36 157-176 16,25-94-168-1,2 7-48-15,5-7-160 0,0 0-80 32,4-5-80-32,0-11-72 0,8-5-72 15,12-10 0-15,8-14 0 16,-1-4-16-16,10-14-56 16,-1 0 64-16,-1-3-152 0,6-17 32 15,-5-6 24-15,-5-3 24 31,-6-3 72-31,-14 2 8 0,-7-5 48 16,-4 3 0-16,-4 3 96 16,-16 16 168-16,-7 10-40 15,-14 3-63-15,6 26 55 0,-1 12-184 16,3 10-80-16,6 0-80 16,11-5-513-16,12 8-631 0,4-6-856 15,0-13-3738 1</inkml:trace>
  <inkml:trace contextRef="#ctx0" brushRef="#br0" timeOffset="4574.3">4860 11732 6857 0,'0'0'2232'31,"0"0"161"-31,0 0-697 0,0 0-399 15,0 0-289-15,0 0-16 16,0 0-304-16,0 0-392 16,0 0-184-16,-112-22 200 0,88 59-160 15,4 10-32-15,8 5-16 16,9-8-96-16,3-12-8 0,0-7 0 16,20-12 0-1,8-13 0-15,-1 0 8 16,5-13-8-16,-4-12-8 15,0-7-40-15,-8-3 48 0,-5 0 0 16,-2 7 0-16,-5-1 0 16,-5 13 8-16,1 4 0 15,-4 12 0-15,0 0-8 16,5 2-56-16,-5 24-16 16,8 12 72-16,0 13 48 15,8 6-40-15,-4 3 40 0,4 4-40 31,-4 0 8-31,3-7-8 16,-6 7 8-16,-5-9-8 0,-4 0-8 16,0-3 0-16,-17-6-40 15,-6-4 40-15,-10-6 80 0,1-15 0 16,0-5-8-16,4-12-8 31,0-4 40-31,5-13 49 0,11-15-9 16,4-14 0-16,8-3-72 31,0-6-72-31,12-3 0 16,11 4-88-16,10 2-120 0,-6 1-201 15,2 2-415-15,2-3-728 16,-6 7-2297-16,-5 9-6681 0</inkml:trace>
  <inkml:trace contextRef="#ctx0" brushRef="#br0" timeOffset="5511.75">2205 12509 1616 0,'0'0'2128'0,"0"0"-583"16,0 0-313-16,0 0 240 0,0 0 241 15,-4-37 23-15,4 33-264 0,0 1-247 16,0 0-337-16,0 3-176 0,0 0-48 31,0 0-168-31,0 0-160 31,12 0-80-31,0 0 72 0,7 0-56 16,9 3-56-16,4 7-112 16,17-8-8-16,3 5 104 0,11-7-111 15,13 0-9-15,10 0-24 16,27 0 16-16,35 0 16 16,27-16-16-16,12 0-16 0,-3 0 0 31,-13 1-8-31,-7-2-40 15,3 5 0-15,5 0 40 0,7-2 0 16,4 4-32-16,1 1-8 16,-2-3 0-16,2 5 64 15,-12-2-64-15,-6 2 48 0,-2 0-48 16,-8-1 0-16,-9-2 40 16,-11 3-32-16,-29-2-8 0,-24 2-8 15,-18 2 0-15,-13-2 0 0,4 5 0 16,-4-5 0-1,-6 0 0 1,-17 4 0-16,-12 0 8 0,-13 3 64 16,-4 0 128-16,0 0 136 15,0 0-152-15,-10-4-136 0,3 4-40 0,3 0-8 32,0 0 0-32,4 0-72 15,0 0-168-15,0 0-112 16,0 0-128-16,-4 0-168 0,4 0-433 15,-7 0-727-15,-2 0-2361 16,-2 0-2488-16</inkml:trace>
  <inkml:trace contextRef="#ctx0" brushRef="#br0" timeOffset="8005.84">2603 13011 4384 0,'0'0'2105'15,"0"0"-409"-15,0 0-351 16,0 0-289-16,0 0-56 0,0-26-104 15,4 10-224-15,5-2-16 16,-5-5-95-16,4 0-121 16,-1-4-152-1,-3-5 16-15,5 0-128 16,-6 0-88-16,2 4 0 16,-2 0-32-16,1 8 16 0,-4 4-16 15,0 10 48-15,0 2 16 16,0 4-64-16,0 4-56 0,0 18-32 31,0 10 32-31,0 12 104 16,0 4-48-16,-4-3 24 15,4 2-72-15,0-9 0 0,0-3-8 16,0-6-48-16,0-10-368 16,0-4-704-16,0-11-817 0,11-4-1952 31,3 0-1512-31</inkml:trace>
  <inkml:trace contextRef="#ctx0" brushRef="#br0" timeOffset="8400.85">2962 12775 6553 0,'0'0'2016'0,"0"0"9"0,0 0-353 16,0 0-696 0,0 0-440-16,0 0-103 15,0 0-209-15,17 116-96 16,6-102 24-16,-3 9-24 16,4 0-32-16,0 6-40 0,-4-5-40 15,4 1-8-15,-8 1 8 0,-4-4 32 31,-2-2-40-31,0-8-8 16,-6 1 8-16,-4-7 8 16,0 0 40-16,0-2 64 0,0-1 88 15,-9 1 72-15,-10-2 24 16,-5 1-24-16,-8-3 64 0,4 0-16 31,0 0-152-31,4 0-32 16,1-3-136-16,6-3-8 0,10-3-128 15,-1-1-536-15,2-3-704 0,3-3-3073 16,3 4-1721-16</inkml:trace>
  <inkml:trace contextRef="#ctx0" brushRef="#br0" timeOffset="8647.36">2938 12855 4440 0,'0'0'4889'16,"0"0"-3048"-16,0 0-281 15,0 0-408-15,0 0-63 16,0 0-305-16,84-16-184 0,-52 10-320 16,-4 3-184-16,4-4-96 0,-8 5-192 31,0 2-496-31,-1 0-848 15,-6 0-3065-15,-6 0-4617 0</inkml:trace>
  <inkml:trace contextRef="#ctx0" brushRef="#br0" timeOffset="9028.02">3377 12919 2528 0,'0'0'4161'0,"0"0"-1753"16,0 0-383-16,-12 102-497 0,12-68-584 15,0-5-255-15,0-4-233 16,8 0-272-16,8-5-80 16,4-10-56-16,-1-1-32 0,6-9 48 15,-1 0-16-15,3 0-40 0,5-16 64 16,-7-7-64-1,-1 2-8-15,-5-5 0 16,-11-3 0-16,-3-5 64 16,-5 2 24-16,0-3-24 15,-5 0 104-15,-11 4 104 0,-8-1 200 16,-8 9-152-16,-4 8 200 0,1 8-152 31,-6 7-136-31,2 9-160 16,-1 18-72-16,5 3-168 15,7 9-584-15,0 8-640 0,15-9-1777 16,5-6-4753-16</inkml:trace>
  <inkml:trace contextRef="#ctx0" brushRef="#br0" timeOffset="9704.26">4250 12798 7193 0,'0'0'2705'0,"0"0"399"0,0 0-1087 15,0 0-377-15,0 0-680 32,0 0-536-32,0 0-296 0,-132-16 96 15,112 32-152-15,5 4-24 16,7-5-40-16,-1 2-8 0,9-3 0 15,0-7-16-15,0 0-32 16,5-7 48-16,10 0 0 31,2 0 8-31,-2-3 32 0,6-8-32 16,-2-3-16-16,1 0 8 16,-1 8-48-16,-2 3 40 0,6 3-64 15,2 16-64-15,-1 19 88 0,-1 12 0 16,1 11 48-1,-3 2 8 1,-10 3 0-16,-2-3 0 0,-9-3-8 16,0-9-8-16,-5-10 8 15,-18-6 48-15,-1-13 80 0,-1-7 144 16,-2-12-63-16,3 0-73 16,1 0-40-1,2-18-48-15,5-10-48 16,8-1-16-16,4-6-64 0,4 0-88 15,0-3 23-15,17 3 65 16,2-1-40-16,5 8-80 0,4 3-152 16,0 0-184-16,0 6-392 31,0-1-576-31,-9 7-2369 0,-2 1-3385 0</inkml:trace>
  <inkml:trace contextRef="#ctx0" brushRef="#br0" timeOffset="10032.36">4653 12674 2800 0,'0'0'7946'15,"0"0"-6210"-15,0 0-167 0,0 127-65 16,0-69-440-16,-4 2-312 16,-9 4-240 31,5-4-160-47,-8 1-176 15,1-6-56-15,-2 0-112 16,5-7-8-16,-3-7-192 0,7-6-528 15,-4-10-536-15,5-9-992 16,2-9-3082-16,1-7-2951 0</inkml:trace>
  <inkml:trace contextRef="#ctx0" brushRef="#br0" timeOffset="10907.33">4892 12980 7817 0,'0'0'2033'16,"0"0"-241"-16,0 0-448 15,0 107-223-15,0-76-385 0,0-2-192 16,0-7-168-16,0-2-72 0,0-8-72 31,0-3-56-31,0-5-72 16,0-4 0-16,0 0 16 0,0-4 0 15,0-17-112-15,12-4-8 16,-1-5 0-16,2 0-96 0,-2 3-8 16,2 5 88-16,-1 7-32 31,-5 8 0-31,2 0 40 0,-5 7-56 16,-4 0 0-16,4 10 16 15,-4 12 48-15,0 1 8 0,0 2 40 16,0 1 16-16,0-11-8 15,0 2 48-15,-4-8-32 32,4-3-64-32,0-6 56 0,0 0-64 15,0 0-8-15,4-6 8 16,11-10 0 0,2-9-168-16,2-1-8 0,1 1-24 15,0-1 8-15,0 7-8 16,-4 4 80-16,-4 8 64 15,-4 7 40-15,0 0-16 0,-1 7 32 16,-2 15 200-16,-5 0 72 16,0 6-64-16,3-3-96 15,-3-2 56-15,0-7-120 16,0 0-40-16,0-7 0 16,5-5-8-16,-1-1-40 15,4-3-136-15,-4 0 8 0,7-3-112 16,-2-14-32-16,3-2-8 15,0 1-40-15,-4-1-16 0,0-1 168 16,-1 11 144-16,-3 2 64 31,-4 7 0-31,5 0 104 0,-5 4 160 16,4 15 128-16,0 3-104 16,3-3-96-16,5-1-48 15,1-4-16-15,2-1 48 0,9-10-24 16,-4-3 0-16,4 0 16 31,-1 0 16-31,6-20-8 0,-1-2-32 16,-4-7-96-16,0-2 0 15,-13-1 8-15,-3 1 0 16,-8 2 32-16,0 0 32 0,-4 7 104 16,-11 3 0-16,-13 10 48 0,0 5-176 15,-4 4-96-15,0 10-80 16,-4 19 72-1,9 3-112-15,5 6-376 16,8 13-648-16,5-10-1016 16,9-7-3834-16</inkml:trace>
  <inkml:trace contextRef="#ctx0" brushRef="#br0" timeOffset="11210.71">5773 12658 11570 0,'0'0'3833'15,"0"0"-2521"-15,0 0-616 0,0 0-88 0,0 68-96 16,0-22-135-16,0 12-209 15,-5 3-48-15,-6-1-40 0,7-3-72 0,-4 0-8 32,-1-6-104-32,2-3-272 15,3-2-401-15,-4 9-567 16,0-14-1745-16,0-9-3952 0</inkml:trace>
  <inkml:trace contextRef="#ctx0" brushRef="#br0" timeOffset="11759.15">5450 11468 5281 0,'0'0'4113'16,"0"0"-3001"-16,0 0 336 31,0 0 216-31,-155 140-407 0,95-93-425 16,-4 8-144-16,-8 4-368 16,0 2-136-16,9-7-184 0,3-1-24 15,8-5-280-15,8-10-664 16,12 7-713-16,15-16-1535 0,6-11-2289 15</inkml:trace>
  <inkml:trace contextRef="#ctx0" brushRef="#br0" timeOffset="12874.29">4501 12775 1736 0,'0'0'2256'0,"0"0"-471"15,0 0-113-15,0 0-184 31,0 0 25-31,0 0-89 16,0 0-200-16,-35 52-231 0,11-27-49 16,-8 10-144-16,-13 6-192 31,-6 11-224-31,-13 1-96 0,0 1-112 16,0 0-120-16,0 1-56 15,12-9-64-15,9-1-328 16,0-3-704-16,18-11-1385 0,5-9-3616 0</inkml:trace>
  <inkml:trace contextRef="#ctx0" brushRef="#br0" timeOffset="13508.11">6937 12090 6209 0,'0'0'4089'0,"0"0"-1801"0,0 0-191 0,0 0-409 31,0 0-616-31,0 0-496 16,0 0-144-16,63 0-55 16,-31 0-89-1,0-5-128-15,0 0-64 16,4-1-48-16,0 0-48 0,-8 3-72 16,-8 3-264-16,-8 0-241 15,-12 0-807-15,0 0-1408 16,-5 0-4258-16</inkml:trace>
  <inkml:trace contextRef="#ctx0" brushRef="#br0" timeOffset="13685.83">6916 12259 5857 0,'0'0'4449'15,"0"0"-2809"-15,0 0 537 16,0 0-345-16,0 0-624 0,0 0-432 15,148 5-288-15,-112-5-304 16,8 0-112-16,-8-5-72 16,-8 1-176-16,0 1-296 15,-9 1-664-15,-2 2-1136 0,-10-4-4202 16</inkml:trace>
  <inkml:trace contextRef="#ctx0" brushRef="#br0" timeOffset="27070.28">7781 11357 1800 0,'0'0'624'0,"0"0"2105"16,0 0 2168-16,0 0-3977 0,0 3 8 15,0-3-24-15,0 0-144 0,0 0-199 16,0 0-9-16,0 0-72 16,0 0 56-1,5 0 0 1,-5 0-96-16,0 9-96 0,0 7 32 16,0 9 104-16,0 11-112 15,0 8-128-15,0 4-104 0,-5 3-64 16,-7-4-7-16,1 4-57 15,3-10 0 1,4-6 0-16,-4-6-8 16,8-13-8-16,0-1 8 0,0-8-8 31,20-7 0-31,3 0 8 16,10 0 48-16,3 0-48 0,-1-7 40 15,1-2-40-15,1 3 0 16,-9-5 0-16,-1 8 0 0,-8 1-8 15,1-5-40-15,-7 7-145 16,-7 0-223-16,8 0-136 0,-10 0-616 31,4 0-720-31,-5-2-2441 16,1-2-2025-16</inkml:trace>
  <inkml:trace contextRef="#ctx0" brushRef="#br0" timeOffset="27393.33">8081 11502 8345 0,'0'0'2233'0,"0"0"-737"15,0 0 473-15,0 0-393 16,-24 102-480-16,24-70-424 0,0-4-24 16,0 8-208-16,0-11-119 15,0 4-169-15,0 0-16 0,-5-4-128 32,-3 0-8-32,1-3 0 15,-1 0-328-15,-4 4-289 0,4-4-439 16,-4 0-528-16,4 4-937 15,0-8-2024-15,4-1-1192 0</inkml:trace>
  <inkml:trace contextRef="#ctx0" brushRef="#br0" timeOffset="27731.18">8248 11909 4721 0,'0'0'6081'0,"0"0"-5281"0,0 0 840 15,0 0-47-15,0 0-265 0,8 121-616 32,-8-96-112-32,0 5-176 0,0-9-280 15,0 4-136-15,0-2 48 16,0-5-56-16,-4 1-48 16,-4-2-176-16,0-4-560 0,8-8-856 15,0-1-1257-15,0-4-3400 0</inkml:trace>
  <inkml:trace contextRef="#ctx0" brushRef="#br0" timeOffset="28168.66">8514 11846 1504 0,'0'0'9490'0,"0"0"-6570"15,0 0-1239-15,0 0-137 0,0 0-600 32,0 0-600-32,50-127-168 15,-23 86-64-15,1-7-39 16,0 3-65-16,-4 0 0 0,-4 7 64 15,-1 1-56-15,-2 8-8 16,-10 7 8-16,1 6 32 0,-8 14-48 16,0 2-8-16,0 5 8 31,0 27-80-31,-15 15 80 0,-2 11 0 31,1 2 0-31,4-3-72 16,1-2-49-16,-1-11-119 15,8-6-232-15,4-10-504 0,0-2-800 16,0-14-2473-16,0-2-3089 0</inkml:trace>
  <inkml:trace contextRef="#ctx0" brushRef="#br0" timeOffset="28481.14">8814 11633 2696 0,'0'0'6521'0,"0"0"-4584"16,0 0 239-16,40-107-519 0,-24 81-657 16,-1 6-464-16,2 5-168 15,-1 5-64-15,-9 6-48 0,2 4-248 16,-5 7 72-16,-4 20 192 15,0 3-8-15,0 9-72 16,0 5 32-16,-4 1-152 0,-12-1 32 31,0 1-96-31,-1-8-8 0,6-2 0 16,-5-6-200-16,3-4-408 16,10 1-760-16,0-7-1425 15,-2-6-3176-15</inkml:trace>
  <inkml:trace contextRef="#ctx0" brushRef="#br0" timeOffset="28731.12">9221 11710 3992 0,'0'0'9042'0,"0"0"-7641"15,0 0-601-15,0 0-320 16,0 0-344-16,0 0-136 16,0 0-360-16,0 0-984 0,3-7-2921 15,1 14-2441-15</inkml:trace>
  <inkml:trace contextRef="#ctx0" brushRef="#br0" timeOffset="29090.49">9452 11633 9570 0,'0'0'2272'16,"0"0"-656"-16,0 0-319 16,0 0-625-16,8-114-368 15,8 85-104-15,-5 0-152 0,1 4-48 16,-3 8 128-16,-1 5 32 16,-4 3 120-1,-4 7 136-15,0 2-80 16,0 0-168-1,0 11-160-15,0 18 264 16,0 9 48-16,-8 10-144 16,-5 2-56-16,1 1-72 0,1-3-40 15,-1-7-8-15,4-6-112 0,-3-6-272 16,11-13-400-16,0-7-560 0,3-2-1353 16,9-7-2768-16</inkml:trace>
  <inkml:trace contextRef="#ctx0" brushRef="#br0" timeOffset="29512.34">9719 11623 7561 0,'0'0'2977'0,"0"0"-1177"0,0 0 113 15,0 0-825-15,-21 109-464 16,21-85-88-16,5-1-232 16,11-8-104-1,3 5-8-15,2-11-80 16,3-2-64-16,0-4 24 0,-1-3 24 16,2 0-88-16,-1-16-8 0,0-7 40 15,-5-2-40-15,1-7 0 16,-8 0 0-16,1-2 0 15,-6-1 72-15,-7 3-24 16,0 4 24-16,0-1 8 16,-7 8 56-1,-14 1 64-15,-7 11 0 0,-4 2 8 0,-7 7-63 16,-6 0-137-16,-2 22 32 16,3 6-40-16,4 4-441 15,16 4-463-15,9 11-968 0,15-9-2753 31,0-9-5985-31</inkml:trace>
  <inkml:trace contextRef="#ctx0" brushRef="#br0" timeOffset="29856.08">10130 11261 3912 0,'0'0'9498'0,"0"0"-8193"15,0 0-369 1,0 0 40-16,0 0-552 16,0 0-168-16,0 0-72 15,67-9-72-15,-50 9-112 0,3 0-8 0,-5-4-384 16,2 2-560-16,2 2-816 16,-3-3-2769-1,-8-1-4497-15</inkml:trace>
  <inkml:trace contextRef="#ctx0" brushRef="#br0" timeOffset="30449.8">10453 10947 9946 0,'0'0'4769'0,"0"0"-3681"0,0 0 336 16,0 0-456-1,0 0-648-15,0 0-184 16,0 0-39-16,0 0-49 16,98 0-40-16,-73 3 0 0,-10 1-8 15,-2 2 0-15,-5 0 0 0,-8 0 0 16,0 1 0 0,0-1 0-16,0 4 0 15,-12-4 80-15,0 4-72 16,-4-3 120-16,4-2-40 15,0-1-32-15,8-1-48 0,-3-1-8 16,7-2-8-16,0 4-144 16,0-4-217-16,7 3 81 0,9 0-160 31,4 3-48-31,4 5 0 16,0 1 120-16,-8 10 176 0,-5 0 104 15,-2 0 88-15,-9 4-80 16,0-4 88-16,0-3 48 0,-9 0 272 31,-14-3 216-31,-1-3-72 16,-8-4-168-16,4 2 56 15,0-6-64-15,8-1-112 0,9-1-104 16,-1-3-72-16,12 0-264 16,0 0-672-16,0 0-3185 0</inkml:trace>
  <inkml:trace contextRef="#ctx0" brushRef="#br0" timeOffset="31420.42">10449 11540 7241 0,'0'0'2721'0,"0"0"-889"16,0 0 633-16,0 0-569 16,-9 83-592-1,9-51-440 1,0 0-263-16,0 0-185 0,0-4-48 16,0-2-104-16,0-7-72 15,0-7-136-15,0-2-8 0,0-7-32 0,0-3-8 16,0 0 40-16,0 0 16 15,0-3-64-15,9-19-80 16,10-3 8 0,4-5-72-16,2 3-96 15,3-3 136-15,-3 5-64 16,-3 3 16-16,3 10 56 0,-5 2 80 16,-4 7-64-16,0 3 72 15,-4 0-16-15,-4 15-32 0,0 8 56 31,-4 2 72-31,0 4-56 16,-4-7-16-16,0 0 16 0,0-6 88 16,0 0-40-16,-8-9 40 15,0-1-96-15,2-3 64 32,6-3 8-32,0 0-32 0,0 0-48 15,0-13-112-15,0-6-112 0,6-6 0 16,6 0-24-16,8-1 56 15,2 1 95-15,-2 5-31 0,9 4 8 16,-8 7 32 0,-2 3 80-1,-3 6-40-15,-4 0 48 0,1 0 0 16,-6 10 56-16,5 5 64 16,-8 2 32-16,1 4-7 0,-5 1-97 15,0 0-40-15,0-2 40 0,0-4-48 16,0 0-161-16,-5-4-191 15,5-6-560 1,0-2-800-16,8-4-1049 16,4 0-2480-16</inkml:trace>
  <inkml:trace contextRef="#ctx0" brushRef="#br0" timeOffset="31748.04">11106 11636 7793 0,'0'0'2177'0,"0"0"71"16,0 0-440-16,0 0-791 15,-23 120-345-15,23-100-136 0,19-11-216 32,1-2-64-32,5-7 40 15,2 0-88-15,2-13-16 0,-2-6-72 16,-3-6-16-16,0-5 40 0,-13-2 184 15,-2 2 40 1,-9-2-23-16,0 0-17 16,-14 0 8-16,-5 4-192 0,-12 6-16 15,0 10 24-15,-10 7-136 16,1 5-16-16,1 7 0 0,2 25-120 16,9 6-200-16,4 9-585 31,24 8-631-31,0-9-3025 0,5-9-5529 15</inkml:trace>
  <inkml:trace contextRef="#ctx0" brushRef="#br0" timeOffset="32060.54">11665 10922 15019 0,'0'0'2288'0,"0"0"-1256"16,0 0-39-16,0 0-417 16,0 0 88-16,0 161-48 0,-10-81-152 15,3 3 8-15,3 6-200 16,1-5-192-1,-2-1-64-15,-2-6-16 16,-2-6 0-16,5-9-192 16,-7-5-368-16,1-9-184 0,3-10-168 15,4 0-320-15,-6-9-1497 0,9-7-6089 16</inkml:trace>
  <inkml:trace contextRef="#ctx0" brushRef="#br0" timeOffset="33622.95">989 14011 1384 0,'0'0'1632'0,"0"0"-1048"16,0 0-296-16,0 0 5434 15,0 0-3442-15,0 0-616 0,8 0 97 16,-8 0-161-16,-8 0-560 0,-3 0-416 16,-10 0-31-16,1 0-121 15,-8 0-144 1,1 0-104-16,-1-3-152 16,4-4-72-16,0 1-136 15,4 3-72-15,4 0-80 16,-1 0 48-16,2-4-8 0,8 7 24 31,-6 0 56-31,8 0 39 0,5 0 25 16,0 0 16-16,0 0 40 15,0 0-48-15,0 0 80 16,0 0-40-16,0 0 40 0,0 7-88 16,0 15 56-16,0 10 48 31,0 12 256-31,0 9-48 0,0 11 17 15,0 3-17-15,0 0 24 16,0-1 0-16,0-1-120 16,0-12-64-16,5-5 160 0,3-7-120 15,0-6 8-15,0-10-96 16,3-2 0 0,2-5-48-16,3-5 48 0,-4-3 0 15,0-5 0-15,4 2 0 16,0-3 16-16,-5-4-8 15,2 0 0-15,-2 0 0 0,2 0-8 16,-1 0 8 0,-1 0-8-16,-2-7 0 15,2 0-144-15,-3 2 0 0,1-5-64 16,2 4-224-16,1-4-65 31,-3 7-79-31,-3-1-512 0,3 4-376 16,-1 0-809-16,-4 0-2624 15</inkml:trace>
  <inkml:trace contextRef="#ctx0" brushRef="#br0" timeOffset="35091.41">1376 14318 2528 0,'0'0'1160'0,"0"0"521"16,0 0 407-16,0 0-111 15,0 0-297-15,0 0-344 0,0 0 120 16,-4-50-367-16,-4 44-121 15,-1 2-48 1,2 1-296 0,-9 3-264-16,0 0-208 0,-8 0-48 15,-4 10-32-15,-1 9-64 16,2 6 48-16,3 4 40 0,5-1-24 0,6 1 0 16,13 1-16-1,0-6 0 1,0-2-56-16,17-3 8 15,11-6 8-15,3-7 32 0,9-3-48 16,4-3 0-16,-4 0-8 16,0 0-312-16,-5-9-376 0,-2 3-440 15,-7-8-768-15,-1 9-3049 0,-8-2-2273 16</inkml:trace>
  <inkml:trace contextRef="#ctx0" brushRef="#br0" timeOffset="35341.39">1651 14253 8545 0,'0'0'1633'0,"0"0"407"15,0 0 177-15,0 0-905 16,15 106-448-16,-11-74-256 0,1-3-152 16,-5 3-240-16,0-6-144 15,0-1-8-15,0-3-64 16,0-9-312-16,4 0-616 0,-4-13-1104 16,0 0-3450-1,0 0-3079-15</inkml:trace>
  <inkml:trace contextRef="#ctx0" brushRef="#br0" timeOffset="35575.75">1475 14141 8673 0,'0'0'2585'15,"0"0"-921"-15,0 0-143 16,0 0-681-16,0 0 8 15,0 0-360-15,0 0-160 0,137 6-160 32,-98 1-96-32,-3-7-72 0,-4 6-120 15,-1-6-552-15,-4 4-680 16,-6-2-1441-16,-9 2-2840 0</inkml:trace>
  <inkml:trace contextRef="#ctx0" brushRef="#br0" timeOffset="35814.05">1546 14389 8465 0,'0'0'1969'0,"0"0"-241"0,0 0 185 16,0 0-569-16,0 0-664 15,0 0-408-15,120 6-160 16,-91-6-112 0,-5 0-176-16,0 0-992 15,-10 0-2009-15,4 0-3864 0</inkml:trace>
  <inkml:trace contextRef="#ctx0" brushRef="#br0" timeOffset="36360.9">1918 14386 6041 0,'0'0'2296'16,"0"0"-1400"-16,0 0 65 0,0 0-9 15,0 0-296-15,115 5-296 16,-98 2-112-16,-1 0 128 16,-8-4-8-16,-4 3-32 15,-4 5 144-15,0-6 105 16,0 7-1-16,-4-2-64 16,-13 0-192-16,2-1-88 0,-2-2-16 15,6-2-88-15,-2 2-56 16,9-7-8-16,1 4-64 15,-1-1 0 1,4-3-8-16,0 0 0 16,0 0-320-16,0 0-40 0,11 0 184 15,6-3 104-15,3-1 16 16,-1 4 48-16,2 0-56 16,3 0 56-16,-9 13 8 0,9 6-8 15,-7 0 0-15,-6 3 0 31,-3 1-8-31,-8-5 8 0,0 5-8 16,0-7 16-16,-12 0 104 16,-5 2 64-16,-6-4-8 15,4-5-64-15,-2 0 64 0,-3-5-32 16,9-4-112 0,-6 0-16-16,2 0-296 15,10 0-792-15,2 0-1313 0,3 0-2904 16</inkml:trace>
  <inkml:trace contextRef="#ctx0" brushRef="#br0" timeOffset="37277.43">2519 14240 9754 0,'0'0'2624'16,"0"0"-711"-16,0 0-201 0,0 0-616 31,0 0-536-31,-123 6-240 0,107 3-216 16,4 4-56-16,3 3-48 16,6-3 16-16,3 3-16 15,0 0-88-15,0 0-24 0,17-2 40 16,2 6-16-16,13-1 88 15,0 3-80-15,-4 0 80 0,0 4 0 16,-8-4 0-16,-5 0-8 31,-6 4 8-31,-9-6 0 16,0-2 0-16,-6-2 136 0,-8-4 112 16,-10-2-128-16,-4-4 0 15,3-2-24-15,6-4-40 0,-5 0-8 16,13 0-48-1,6 0 0-15,5-4-176 16,0-5-120-16,0-1-304 16,12 1 112-16,9-4 56 0,5 1-128 15,3-4 88-15,2 3-112 16,-6 0-144-16,3 0 135 16,-9 1 97-16,-3 2 256 15,-3 0 160-15,-5 8 72 16,-1 2 8-16,-7 0 120 15,9 5 288-15,-5 15 104 0,4 2-39 16,-1 1-57-16,6-1-40 16,2-3-48-1,2-7-80-15,-2-2-64 32,5-7 16-32,1-3 0 15,-2 0-40-15,1 0-40 0,-2-13-24 16,4-9-40-16,-6 1-8 15,-4-8-32-15,-5 0 56 0,2-5 32 16,-9-2 80-16,0 1-8 16,0-6-56-16,0 3 32 15,-12-1 32-15,-8 8-24 0,0-1 88 16,-8 13 48-16,-4 9 73 16,-3 10-129-16,-1 10-232 0,-5 24-8 15,6 12-192 1,7 4-305-1,12 1-447-15,16 15-864 0,0-14-2345 16,0-14-5553-16</inkml:trace>
  <inkml:trace contextRef="#ctx0" brushRef="#br0" timeOffset="38058.58">3026 14452 10578 0,'0'0'3128'0,"0"0"-847"15,0 0-497 1,0 0-703-16,0 0-593 16,0 0-168-16,0 0-144 15,0 0-88-15,24-6-80 0,-8 2-8 0,8-1 0 16,0 5-8-16,0 0 0 15,-5 0-40-15,-6 5 0 0,-2 5 0 47,-7 6 0-47,-4-4-64 16,0 5-24-16,-7-2 128 16,-9 2 8-16,0-8 0 0,0 1 48 15,4-4-40-15,0-2 0 0,8-4 48 16,4 0-56-16,0 0-56 15,0 0-192-15,0 0-72 16,16 0 47-16,-1-4 97 0,2 4 104 16,6 0 8-16,2 13 64 15,-6 15 0-15,-3 1 0 0,1 6 16 16,-14-3 40 0,-3 2 72-1,0-5 65-15,0-4 79 16,-20-3 24-16,0-2-104 0,0-8-40 15,5-5-104-15,-1-1-48 0,6-6-168 16,8 0-368 0,2-16-1049-1,0-6-3344-15,16-7-5985 0</inkml:trace>
  <inkml:trace contextRef="#ctx0" brushRef="#br0" timeOffset="38332.51">3520 14224 11602 0,'0'0'2713'0,"0"0"-1281"31,0 0 0-31,0 0-344 0,0 0-391 16,0 146-377-16,0-102-96 15,0 4-144-15,-4-3-72 0,0-4 40 16,-4-6-48-16,5-4-208 16,-1-5-272-16,4-7-313 31,0-13-919-31,0-6-2553 0,0 0-1944 0</inkml:trace>
  <inkml:trace contextRef="#ctx0" brushRef="#br0" timeOffset="38579.76">3516 14449 6265 0,'0'0'4089'0,"0"0"-2129"16,0 0 337-16,0 0-865 0,0 0-480 16,0 0-304-16,112 51-248 15,-80-51-128 1,-4 0-80-16,-1 0-88 15,2 0-96-15,-5-6-8 0,-5-5-288 16,-2 3-216-16,-2-1-232 16,-2-5-320-16,-2 1-416 0,1-12-761 15,-3 6-2352-15,-6 0-1944 16</inkml:trace>
  <inkml:trace contextRef="#ctx0" brushRef="#br0" timeOffset="38819.69">3811 14208 4096 0,'0'0'5386'0,"0"0"-3690"15,0 0 1008-15,0 0-495 16,0 0-753-16,-15 134-568 0,15-87-231 16,0 1-241-16,-5-2-208 15,5 3-88-15,-4-9-64 31,4-1-56-31,0-10-80 0,0-4-280 16,0-8-256-16,0-6-625 16,0-11-1087-1,9 0-3626-15,3 0-2687 0</inkml:trace>
  <inkml:trace contextRef="#ctx0" brushRef="#br0" timeOffset="39335.28">3959 14093 10970 0,'0'0'3889'0,"0"0"-2969"0,0 0 872 15,0 0-776-15,12 19-455 16,8-12-193-16,4-1-32 0,0-6-160 15,3 0-8-15,1 0-88 16,0 0-8-16,-4 0-72 16,0 0-56-16,-3 0-88 0,-2 0-56 15,-6 0-56-15,1 16 24 0,-1 7-8 16,-1 14 232-16,-8 8-40 16,0 9 48-16,-4 3 0 46,0 6 8-46,0-3 40 0,0-2 8 16,0-1 0-16,0-2-40 16,0-9 24-16,0-5-40 0,0-5 0 15,0-4 0-15,0-7-8 16,0-9 0-16,-4-7-40 16,-8 1 32-16,-5-3 8 0,-2-7 8 0,-8 0 48 15,-6 0 48-15,1 0 112 16,0-10-16-16,4 3 0 0,8-2 0 15,5 3-120-15,7 3-72 16,8-1-136 0,0 1-208-16,0-3-160 15,0-3-617-15,16-1-3408 0,3 0-5225 16</inkml:trace>
  <inkml:trace contextRef="#ctx0" brushRef="#br0" timeOffset="39647.78">4689 14522 6329 0,'0'0'8818'0,"0"0"-7386"16,0 0 0-16,0 0-399 0,0 0-521 16,0 0-192-16,0 0-120 15,0 0 8 1,138-19-64-16,-101 16-128 0,-9 0 0 16,0 3-16-16,-5-3-104 15,-2-1-224-15,-5 4-224 16,-4-3-176-16,-9 3-665 0,5 0-2848 15,-8 0-4032-15</inkml:trace>
  <inkml:trace contextRef="#ctx0" brushRef="#br0" timeOffset="39850.89">4752 14630 12874 0,'0'0'3017'15,"0"0"-785"-15,0 0-679 16,0 0-601-16,116 15-344 16,-80-15-368-16,-1 0-168 0,-3 0-72 15,-4 0-688-15,-4 0-600 32,-8 0-1625-32,-7 0-10730 0</inkml:trace>
  <inkml:trace contextRef="#ctx0" brushRef="#br0" timeOffset="40852.56">5510 14011 5905 0,'0'0'2880'0,"0"0"-911"16,0 0 79-16,0 0-623 16,0 0-657-16,0 29 208 15,0-14-72-15,-8 11-128 0,-1-2-240 16,-2 5-64-16,-1 1-143 31,0-6-121-31,-4 2-48 0,7-4-24 0,-3-5-136 16,9-8 40-16,3-1-40 15,0-3-16-15,0-3 16 16,0-2-72-16,8 0 24 0,12 4 32 16,8-4 8-1,0 0 8-15,4 0-8 16,0 0 8-16,-4 0 8 15,-4 0-8-15,-5 0-8 0,-3-4-72 16,-4 4-40-16,-5 0-176 16,-2 0-145-16,-1 0-175 0,-4 0-360 31,4 0-832-31,-4 0-1177 16,0 0-3152-16</inkml:trace>
  <inkml:trace contextRef="#ctx0" brushRef="#br0" timeOffset="41211.92">5629 14001 7521 0,'0'0'2105'15,"0"0"-297"1,0 0 264-16,0 0-863 16,0 0-745-16,0 0-96 0,0 0 544 15,0 0-216-15,0 102-16 0,0-58-96 16,0 7-143 0,0 4-33-1,0-4-64-15,0-1-136 16,0-9-112-16,-4 1-96 0,4-11 48 15,0-5-48-15,0-8-72 0,0-1-200 16,0-8-224-16,0 1-217 0,0-4-479 16,0 1-640-16,0-5-1009 31,0 2-2952-31</inkml:trace>
  <inkml:trace contextRef="#ctx0" brushRef="#br0" timeOffset="43073.67">5948 14522 4689 0,'0'0'5089'16,"0"0"-3033"0,0 0 353-16,0 0-593 15,0 0-584-15,-8-15-296 0,8 15-199 16,0 0-217-16,0 0-112 0,-4 0-160 16,4 0-152-16,-4 5-88 15,0 18 96 1,-3 3 0-16,-2 2-40 15,0 1-64-15,-1-2-264 16,0 0-192 0,3-3-288-16,3-4-641 15,1-4-1727-15,3-11-4066 16</inkml:trace>
  <inkml:trace contextRef="#ctx0" brushRef="#br0" timeOffset="43479.9">6271 14379 11450 0,'0'0'2448'16,"0"0"-759"-16,0 0-393 16,0 0-880-16,8-124-248 0,0 95-80 15,4 1-72-15,-8 6-8 16,4 0 0-16,-8 5 0 16,0 5 8-16,3 6-8 0,-3-1 0 0,0 4 40 31,0 3-40-31,0 0 72 15,0 0-80-15,0 3-80 0,0 17 0 16,0 12 80-16,0 2 8 16,0 8 40-16,-3-1-48 15,-1 0-96 1,0-6-152-16,4-3-264 16,-4-7-112-16,4 3-528 0,0-4-1009 15,0-10-3080-15</inkml:trace>
  <inkml:trace contextRef="#ctx0" brushRef="#br0" timeOffset="43839.25">6586 14214 208 0,'0'0'10010'16,"0"0"-7914"-16,0 0-31 0,20-109-865 15,-12 79-304-15,4 1-456 16,-4 6-264-16,-1 8-120 16,-3 2 16-16,1 7-16 0,-5 6 8 15,0 0-64-15,0 12 80 0,0 17-56 16,0 16 376-16,0 5-104 0,-5 8-32 31,1-1-64-31,1 0-120 16,3-9-64-16,0-10-16 15,0-7-48-15,0-6-240 0,0-5-216 16,0-11-656-16,3-2-792 16,10-7-2057-16,-5 0-1744 0</inkml:trace>
  <inkml:trace contextRef="#ctx0" brushRef="#br0" timeOffset="44136.11">6969 14277 10970 0,'0'0'4009'0,"0"0"-1921"15,0 0-319-15,0 0-585 0,0 0-600 16,0 0-392 0,0 0-192-16,0 0-64 15,0-2-448-15,0 2-440 16,0 0-809-16,0 9-1439 0,0-3-6515 15</inkml:trace>
  <inkml:trace contextRef="#ctx0" brushRef="#br0" timeOffset="44542.34">7239 14277 12738 0,'0'0'1841'16,"0"0"-529"-16,0 0-56 0,0 0-568 16,44-107-336-1,-28 78-136-15,0 4-64 16,-7-3-56-16,2 8-15 15,-7 2-33-15,0 4-40 0,1 5 0 16,-5 3 8-16,0 3-16 16,0 3 0-16,0 0-72 0,0 5-49 15,0 15 57 1,0 14 64-16,0 5 88 16,0 5-40-16,0 4 49 15,0-1-49-15,-5 2-40 0,5-8-8 16,-4-3-8-16,0-10-161 15,4-2-183 1,0-8-368-16,0-7-800 16,4-9-1521-16,9-2-2512 15</inkml:trace>
  <inkml:trace contextRef="#ctx0" brushRef="#br0" timeOffset="44932.95">7642 14109 6905 0,'0'0'4009'0,"0"0"-2801"0,0 0 664 16,0 0-711 0,0 131-481-1,0-96-112-15,4-1-120 0,8-5-32 16,0-3-216-16,8-7 24 15,-4-7 0 1,4-6-80-16,4-6-40 16,0 0-16-16,2-3-24 0,-1-9-48 15,-4-8 56-15,-6-4 0 16,-2-2-64-16,-9-3 128 16,-4-3 81-16,0 1 47 0,-12-1-16 0,-13 0-72 15,-6 1-80-15,-5 7 24 16,-4 7 24-1,4 13-136-15,0 4-8 16,1 9-80-16,7 23-64 16,4 7-424-16,7 14-841 15,13-8-2720-15,0-7-7841 0</inkml:trace>
  <inkml:trace contextRef="#ctx0" brushRef="#br0" timeOffset="45214.18">7810 13823 9642 0,'0'0'6721'0,"0"0"-6161"16,0 0 264 0,0 0-264-16,0 0-408 15,0 0-88-15,99 0-64 16,-67 0 0-16,13-2-608 0,-14-5-1648 16,-4 4-5922-16</inkml:trace>
  <inkml:trace contextRef="#ctx0" brushRef="#br0" timeOffset="45839.16">8276 13684 4336 0,'0'0'11307'16,"0"0"-9867"-16,0 0-384 0,0 0-191 15,0 0-617-15,47 0-104 16,-23 0-48-16,9 0-48 15,-1 0-40-15,0 0 48 0,-4 0-48 16,-5 6-8 0,-4 1 0-16,-10 0-56 15,-9 2-64-15,0 7 24 0,-4 0-32 16,-16-4 128-16,-3 4 0 16,2-3 72-1,-3-3-72-15,5-5 8 16,7-1 80-16,4-1-88 0,8-3-8 15,0 0 0-15,0 0-168 16,0 0-176-16,11 0 79 0,2 0-23 16,-1 6 8-16,4 3 160 31,-5 5 120-31,-3 1 8 0,1 4 0 16,-9-3-48-16,0 3 48 15,0-3 120-15,-5-3 152 0,-10-1 144 16,-9-5-71-16,-1 2-121 15,2-5 48-15,-1-4-104 16,4 0 80-16,7 0-72 0,6 0-80 31,3 0-96-31,0-4-56 16,4-1-280-16,0-2-280 0,0 3-689 16,4-2-3072-16,4 6-7953 0</inkml:trace>
  <inkml:trace contextRef="#ctx0" brushRef="#br0" timeOffset="46635.99">8551 14183 12802 0,'0'0'3049'0,"0"0"-1481"16,0 0-768-16,0 0-504 15,0 0 17-15,0 0-105 0,-4 107-88 16,0-75-40-16,4-4-72 16,-4-5 8-16,1-5-8 15,-1-4-8 1,4-11 0-16,0-3 8 0,0 0 0 15,0-3 8-15,0-13-16 16,7-9-8-16,1-4-72 0,9 1-16 16,-2-4-8-16,5 0 16 15,-5 6 24-15,2 4-32 16,2 7-1-16,-6 5-79 16,2 10 104-16,1 0 8 15,-4 3-16-15,1 19 80 16,2 4 16-16,-2 2 96 0,-9 0-16 15,3-5 40-15,-7-1-39 32,0-9-81-32,0-3 80 0,0-5-88 15,0-5 72-15,0 0 40 16,4 0-64-16,0 0 40 0,0-15-96 16,1-4 0-16,5-7 0 15,7-2 0-15,-1 2 0 31,0-2-48-31,4 5 40 0,-4 8 0 16,-4 9 0-16,0 6-64 16,-4 0 48-16,-5 12 24 0,2 10 48 15,-5 4 152-15,0 5-104 16,0-5-24-16,0-3-24 16,0-5-48-16,0-8 0 0,4-4-120 15,0-2-272 1,8-4-297-16,11 0-855 15,-2-10-1345-15,-1-4-3512 16</inkml:trace>
  <inkml:trace contextRef="#ctx0" brushRef="#br0" timeOffset="46979.71">9110 14176 4176 0,'0'0'5514'0,"0"0"-3554"0,0 0 192 0,0 0-751 16,0 0-529-16,-24 111-304 16,27-98-80-16,9-6-184 0,3-1-80 15,2-6-8-15,6 0-88 16,-3 0 0-16,0-4-80 0,0-11 0 16,1-4-32-16,-9-3 48 15,0-2 8-15,-8-4 48 0,-4 3 217 31,0-4-81-31,0 4-16 16,-13 3 32-16,-2 6 16 16,-1 9-80-16,-9 7-40 0,-1 0-168 15,-11 7 0-15,5 18-272 16,-4 3-280 0,4 5-441-16,4 11-631 15,13-9-2441-15,6-9-3944 0</inkml:trace>
  <inkml:trace contextRef="#ctx0" brushRef="#br0" timeOffset="47323.46">9499 13643 6993 0,'0'0'9146'0,"0"0"-7570"15,0 0-455-15,0 0-257 16,0 0-672-16,0 0 200 0,0 116 288 31,0-45-144-31,0 8-48 0,0 7-8 16,-3-4-240-16,-1 1-144 15,-1-14-48-15,2-1-48 16,-1-11-8-16,0-10-224 0,-1-6-336 16,-2-8-256-16,-1-5-216 31,8-6-112-31,0-12-1009 0,0-1-3224 0</inkml:trace>
  <inkml:trace contextRef="#ctx0" brushRef="#br0" timeOffset="48760.45">5609 14779 2496 0,'0'0'1504'16,"0"0"353"-16,0 0 175 15,0 0-167-15,0 0-601 16,0 0-272-16,0 0-288 0,0 0-48 15,-15 0-88-15,15 0-143 32,0 0-153-32,0 4-88 0,0-1 40 15,0 0-216-15,11 0 224 16,6 0 96-16,2-3-152 16,9 0-24-16,4 0-88 0,3 0 224 15,2 0-104-15,7 0 64 31,-5 0 24-31,8 0-144 16,3 0-40-16,1 0-80 0,1 0 72 16,-4 0-16-16,-1 0-16 15,2 0-48-15,-2 0 48 0,-7 0-40 0,0 0 40 16,-2 3-40 0,2 4 32-16,1-4 24 15,-1 1 88 1,5 1 24-16,6-5-80 0,1 0-88 15,8 0 56-15,-1 0-64 0,5 0 8 16,4 0 0-16,8 0-8 0,-1 0 8 31,5 0 0-31,3 0 8 16,-3 0-8-16,-3 0-8 0,-2 0 8 31,1 0-8-31,-5 4 0 16,-3-1 0-16,4 3 0 0,0-6 0 15,4 3 0-15,-5-3-8 16,5 0 8-16,-4 4 0 16,3-4 0-16,-6 3-8 0,-2-3 8 15,-3 3 0-15,-1 0 0 16,-3-3 16-16,-4 0-16 0,8 0 0 16,0 0 0-16,3 0 0 15,6 0-8 1,2-3-56-16,1-7 64 15,-1 7 0-15,2-3-8 0,2 3 8 16,-3-1-8-16,3 4 0 16,-3 0 0-16,3 0-96 15,-2 0 104 1,-2 0-64-16,1 0 64 16,-5 0 0-16,2 0 0 0,-13 0 0 15,-1 0-8-15,-7 0 8 0,-8 0 0 16,-8 0 0-16,-8 0 8 15,-9 0-8-15,-10 0-8 0,-1 0 8 16,-8 0 0-16,0 0-8 31,0 0 8-31,0 0 104 0,0 0 48 16,0 0-136-16,0-2-16 16,0-5-144-16,-4 0-304 15,0-2-400-15,-9 3-616 0,6-1-1249 31,-1 1-3688-31</inkml:trace>
  <inkml:trace contextRef="#ctx0" brushRef="#br0" timeOffset="52064.18">5980 15433 3568 0,'0'0'3049'0,"0"0"-1257"16,0 0 441-16,-27 7-441 0,22-7-384 15,0 0-175-15,5 0-153 16,-3-10-296-16,3-3-336 0,0-6-88 16,0 0-24-1,3-6-168-15,22 0-168 16,7-1 72-16,4 5-64 15,-1-2 0-15,2 7-8 0,-5 3 16 16,-4 7-16-16,-5 6 0 16,-7 0-56-16,0 6 56 31,-8 16 0-15,-8 10 152-16,0 7-16 15,-3 1 57-15,-18 2 47 16,-7-3 40-16,-4-2 32 0,1-2-88 0,-1-10-80 15,8-3-40-15,0-2-40 16,4-8-56-16,8-2 40 16,4-4-48-16,4-2 0 0,4-4-168 15,0 0 0-15,0 0-32 16,0 0 8-16,0 0 24 0,8 0 160 16,8 0 8-16,4 0 0 0,8 0 104 31,0 0 40-31,3 0-64 15,0 0-8-15,-2-7-64 16,-5 1 40-16,-3-5-48 0,-2 6 0 16,-7 2-8-16,-4-1-376 15,4 4-401-15,-4 0-959 0,4 0-2489 16,-8-2-2424-16</inkml:trace>
  <inkml:trace contextRef="#ctx0" brushRef="#br0" timeOffset="52642.28">6475 15272 11074 0,'0'0'2408'15,"0"0"-519"-15,0 0-321 16,0 0-824-1,0 0-368-15,0 0 8 16,0 0-112-16,-17 114-39 16,30-98-73-16,-2-1-8 0,6-2-32 15,-2 3-64-15,5 0 8 32,-4 3-16-32,0-3-48 15,0 3 8-15,-4-6-8 0,-8-1 0 16,0-5 0-16,0-1-48 15,-4-6 32-15,0 0-32 0,0 0 48 16,0 0 0-16,0 0 16 16,0 0 56-16,-4 0 104 15,-12 0-128 1,0 0 0-16,-4 0 48 0,8 0-16 16,-1 0-24-16,6 0-40 15,3 0-8-15,4 0 8 0,-4 0 32 16,4 0-48-16,0 0 0 15,0 0 0 1,0 0 0-16,-4 0 0 16,-3 0-8-16,-2 0-64 15,-3 0 64-15,-1 0-72 16,2 0-56-16,3 0-184 0,1 0-96 0,2-4-209 16,1 2-239-16,4 2-376 31,0-3-816-31,0-1-1129 15,4 1-1536-15,5 3-1136 0</inkml:trace>
  <inkml:trace contextRef="#ctx0" brushRef="#br0" timeOffset="53017.25">6415 15405 6153 0,'0'0'1032'0,"0"0"-384"16,0 0-336-16,0 0-312 0,0 0-1144 15,0 0-328-15,4 0-1785 16</inkml:trace>
  <inkml:trace contextRef="#ctx0" brushRef="#br0" timeOffset="53345.37">6415 15405 2480 0,'24'0'4209'0,"-24"-3"-2217"0,4-4 385 31,3 1-497-31,8 0-599 16,2-4-457-16,0 3-40 0,6-2-152 16,5 3-184-16,0-1 0 0,-4-3 32 15,4 5-48-15,-4 1-104 16,-2 2-87-16,-2-1-129 15,-2-1-64 1,-3 1-40-16,-2-1-8 16,-2 2-72-16,-3-2-153 0,0 4-119 15,0 0-152-15,0-3-296 16,0-1-504 0,-4 4-905-16,5 0-3160 15</inkml:trace>
  <inkml:trace contextRef="#ctx0" brushRef="#br0" timeOffset="54191.97">5482 15402 520 0,'0'0'6161'0,"0"0"-4209"15,0 0 345-15,0 0-265 0,0 0-719 0,-4 0-353 31,-8 6 8-31,0 6 0 16,0 8-240-16,-4-5-232 0,8 5-127 16,-4-4-105-16,7 0-192 15,5-4-64-15,0 2 0 16,0-2 88-16,5-3-16 0,10-2-32 31,6-5-32-31,3-2-8 0,3 0 8 16,5 0-16-16,1-2-8 15,-1-14-40-15,0 0 40 16,-1-4-56-16,-3 5 56 0,-4-7-40 16,-4 5 48-16,-9-1 0 15,-6-2 64-15,-5-2-56 0,0-3 96 32,-16-1-96-32,-8 2 88 15,-8 0-88-15,-5 3 0 16,-5 5 56-16,1 2-64 0,-2 12 0 15,3 2-48-15,0 7-80 16,12 18-352 0,0 25-721-16,12-9-927 15,9 1-4098 1</inkml:trace>
  <inkml:trace contextRef="#ctx0" brushRef="#br0" timeOffset="54488.83">5773 15563 9690 0,'0'0'4192'0,"0"0"-3319"15,0 0 511-15,0 0-408 0,0 0-520 32,0 0-72-32,0 115-48 15,-9-93-192-15,-2 0-32 0,-1 0-48 16,-8 4-64-16,4-4-144 16,-4 6-344-16,0 2-624 0,8-5-1640 15,9-9-6530-15</inkml:trace>
  <inkml:trace contextRef="#ctx0" brushRef="#br0" timeOffset="55279.74">7307 15183 7641 0,'0'0'4161'0,"0"0"-2505"16,0 0 281-16,0 0-409 0,0 0-1008 15,0 0-384-15,0 21 80 16,-4 12 176 0,-3 5 32-16,-6 7-55 15,5-8-41-15,1 4-88 16,-2-6 48-16,1-6-80 0,8-4-40 15,-4-8-32-15,4-2-88 16,0-5-40-16,0-3 0 0,8-2-8 16,12-1 56-16,8-1 8 15,8-1 56-15,0-2-112 16,-1 0 64-16,-2 0-72 0,-1 0 8 16,-9 0-8-16,-2 0-72 15,-5-2-136 1,-8 2-120-16,-1 0-184 15,-3 0-144-15,0 0-713 0,1 0-1383 16,-1 0-3946-16</inkml:trace>
  <inkml:trace contextRef="#ctx0" brushRef="#br0" timeOffset="56473.3">11035 14630 7721 0,'0'0'2361'31,"0"0"-465"-31,0 0 433 0,0 0-665 16,0 0-800-16,0 0-192 15,0 0-128-15,0 0-152 0,63-3-71 16,-39 3-129-16,4 0-136 15,0-3-8-15,0 3 8 32,-4-4-56-32,-8 2-120 0,-1 2-209 31,-2 0-463-31,-13 0-1088 16,0 0-2441-16,0 6-2520 0</inkml:trace>
  <inkml:trace contextRef="#ctx0" brushRef="#br0" timeOffset="56698.74">11106 14786 10850 0,'0'0'1888'15,"0"0"-808"-15,0 0 441 0,0 0-169 16,0 0-608 15,0 0-248-31,0 0-192 16,124 35-176-16,-93-35-128 0,-8 0-104 15,3 0-408-15,2 0-672 16,-13 0-1056-16,1 0-3634 0</inkml:trace>
  <inkml:trace contextRef="#ctx0" brushRef="#br0" timeOffset="62584.24">11967 14366 5289 0,'0'0'2576'16,"0"0"-1440"-1,0 0 273-15,0 0-17 0,0 10-552 0,0-7-144 32,0 7 113-32,-3 2-49 0,-2 7 16 15,1 3-88-15,0 4-72 16,0 3-136-16,1 3-40 16,-1 0-136-1,0 2-136-15,4-2-24 16,0 0-56-16,0-4-40 15,0-8 0 1,11-2-48-16,9-9-8 0,0-6-96 0,8-3 104 16,4-3 64-16,3-18 17 15,1-5-81-15,-3-9-8 16,-6-3 8-16,-3-4 8 0,-8 2 48 31,-8-2-8-31,-8 4 24 16,0-3 32-16,-11 3 64 0,-13-3 8 15,-9 6 112-15,-2 6-16 16,-1 7-48-16,0 12 160 16,0 10-112-16,4 0-272 0,0 19-8 15,4 16-320-15,9 7-392 16,2 21-849-16,6-16-2423 0,11-6-6323 16</inkml:trace>
  <inkml:trace contextRef="#ctx0" brushRef="#br0" timeOffset="63057.4">12625 14554 784 0,'0'0'6737'0,"0"0"-2552"0,0 0-2521 31,0 0-231-31,0 0-209 16,0 0-368-16,0 0-312 0,-20 18-112 15,17-7-48-15,3 5-8 16,-9 3 1-16,5 3-33 0,-4 3-72 16,1 3-32-16,-2-2-24 31,-3 3-112-31,1-1-40 0,-6 4-64 31,6 0 0-31,-6-4-168 16,2 4-336-16,2-7-353 0,10-3-703 15,-1-6-3121-15,4-13-6617 0</inkml:trace>
  <inkml:trace contextRef="#ctx0" brushRef="#br0" timeOffset="65377.13">12960 14398 16 0,'0'0'5489'0,"0"0"-3217"0,0 0-615 16,0 0 295-1,0 0-80 1,0 0-543-16,11 0-273 0,-11 0-264 16,0 10-320-16,0 9-136 0,0 13 288 15,0 6-176 1,5 3-232-16,3 4-88 15,4-4-120-15,3-6 49 32,6-7-49-32,3-8-8 15,3-14-57-15,14-6 57 0,-6 0 0 16,5-20 0-16,-4-14-16 16,-5-7 8-16,-6-5-40 15,-9-1 48-15,-8 0 48 0,-8-1-40 16,0 1 0-16,-4 9 49 0,-13 0 31 15,-11 6 0-15,1 10 104 16,-4 9 104-16,-6 9-112 16,5 4-96-16,-4 10-80 0,4 25-8 15,-3 13-144-15,10 2-392 47,2 8-329-47,6-5-527 16,14 11-800-16,3-17-2249 0,0-12-328 0</inkml:trace>
  <inkml:trace contextRef="#ctx0" brushRef="#br0" timeOffset="65905.89">13657 14529 8249 0,'0'0'3969'0,"0"0"-2024"16,0 0-49-16,0 0-424 16,0 0-624-16,13-92-231 0,-9 53-137 15,-1-2-176-15,5-3-144 16,5-1-88-16,2 1-64 0,-2 8-8 15,-6 8 0-15,1 9 0 16,-8 10 0 0,0 9-72-16,0 2-264 15,0 30 144-15,-11 16 192 0,-6 8 120 16,2 9-40-16,-6-2-72 16,10-2 0-16,2-13 40 0,1-4-40 15,8-12-8 1,0-4-144-16,0-12-488 15,0 0-729-15,0-9-959 16,8-7-3145-16,5 0-4113 0</inkml:trace>
  <inkml:trace contextRef="#ctx0" brushRef="#br0" timeOffset="66387.19">14001 14176 7601 0,'0'0'4945'0,"0"0"-3240"31,0 0 31-31,0 0-488 0,0 0-736 16,4-3-296-16,-4 15 128 0,0 15 105 15,-4 1-9-15,-13 9-72 0,2 2-48 16,-2-1 72-16,2 3-152 16,2-2-48-16,6-2-120 15,7-5-64-15,0 0-8 0,0-9-8 16,11-9-72-16,13-3-104 16,-3-8 0-16,3-3-48 0,3 0 8 15,-7 0 48-15,4-14 0 0,-3 0 80 16,-6-9 32-16,-7 0 16 15,0-2 48-15,-8 4 8 0,0-3 0 16,0 2-8-16,-12 10 48 16,-12 2 32-16,1 10 184 0,-5 0-112 31,0 16-104-31,0 16-48 16,3 2 0-16,5 8 0 0,9-3-232 15,11-5-432-15,0-9-505 16,7-9-783-16,17-9-2233 0,1-7-3913 15</inkml:trace>
  <inkml:trace contextRef="#ctx0" brushRef="#br0" timeOffset="66759.55">14355 14173 12162 0,'0'0'3033'0,"0"0"-1449"15,0 0-296-15,0 0-623 16,0 0-433-16,0 0 136 16,0 0-24-16,0 0-8 15,0 0-96-15,-12 127-64 16,8-102 16-16,4-3-112 0,0-3-72 15,0-2 0-15,0-5-8 16,12-2-8-16,4-1 0 0,8-3 0 16,-4-6-56-16,8 5-16 15,-4-5-64-15,0 0-144 16,4 0-160-16,-13 0-144 0,10 0-337 16,-10-11-567-16,-2 2-2289 31,-6-1-3096-31</inkml:trace>
  <inkml:trace contextRef="#ctx0" brushRef="#br0" timeOffset="66990.7">14630 14093 4240 0,'0'0'6850'0,"0"0"-4346"0,0 0-399 16,0 0-433-16,0 0-600 16,-51 136-311-16,42-71-121 15,1-2-112-15,3 0-184 0,5-3-192 16,0-2-80-16,0-4-72 16,0-10-120-16,0-3-424 0,0-5-352 15,0-8-457-15,0-12-1287 16,0-3-4394-16</inkml:trace>
  <inkml:trace contextRef="#ctx0" brushRef="#br0" timeOffset="67631.31">14928 14332 11858 0,'0'0'2409'31,"0"0"-1385"-31,0 0 568 16,-11 134-664-16,7-93-440 0,4 0-224 16,0-10-87-16,0-6-73 15,-4-5-8-15,4-11-96 0,0-2 16 16,0-4-8-16,0-3 48 15,0 0-56-15,0-10 16 32,0-9-16-32,0-9 8 0,4-7-8 15,0-7-48-15,7-1-72 16,2-5 40-16,-1 0-17 0,4 3 49 16,-8 7 40-16,4 13 0 0,-5 6 8 15,-2 16 113-15,-5 3-65 16,0 6 0-16,0 18 152 15,4 6 128 1,0 2-144-16,0 2-80 16,0-11-56-16,3-4-40 0,-2-7 0 15,-1-5 0-15,4-4-8 16,0-3 0-16,8 0 0 16,3-10 72-16,2-9 16 15,7-3-88-15,-1 0-64 16,1 3-56-16,4 3 32 15,-8 7 32-15,4 9-40 0,-12 9 40 16,-5 23 56-16,-6 15 400 31,-5 11 64-31,0-1-176 0,0-1-40 16,0-4-152-16,-5-14-24 16,2-4-64-16,-1-11-8 0,4-5-360 15,0-4-600-15,0-8-985 16,0-6-3488-16</inkml:trace>
  <inkml:trace contextRef="#ctx0" brushRef="#br0" timeOffset="69852.77">16560 11982 7497 0,'0'0'4361'16,"0"0"-2993"-16,0 0-47 0,0 0-313 15,0 0-528-15,7-6-176 16,-3 6-112-16,1 9-88 0,-1 16-96 16,4 16 648-16,3 14-80 31,-2 6-216-31,-2 8-152 0,1 0-88 15,-4 2-104-15,0-8 0 16,0-9-8-16,-4-15-8 0,0-14-144 16,0-16-192-16,0-9-456 31,0-34-16-31,0-8-2281 16,0-5-3768-16</inkml:trace>
  <inkml:trace contextRef="#ctx0" brushRef="#br0" timeOffset="70988.62">16464 11982 7665 0,'0'0'4537'0,"0"0"-3449"16,0 0 137-16,0 0-257 0,0 0-656 15,0 0-152-15,0 0 152 0,64-6 0 31,-32 6-176-31,3 13-48 16,1-1 0-16,-4 10-40 0,-4-2-32 31,-4 2-16-31,-14-7 8 0,-4 2-8 16,-6-2 0-16,-6-1 0 16,-13-2 144-16,-8-3 56 15,-1 1-80-15,0 0-32 0,4-5 72 16,5-1-48-16,10-1-24 15,1-3-40-15,8 3-48 0,0-3-8 32,0 0-144-32,13 0 96 15,6 0 56-15,5 0 0 16,4 0 0-16,0 0-72 0,3-6-8 16,2-3-96-16,-1-8-24 15,-4 1 56-15,-4 1-48 0,4-7 40 16,-9-1 80-16,2-3 72 0,-10 1 8 0,-2-7 0 31,-5 1 8-31,0-4 32 0,-4-3-48 16,0-3 160-16,0 3-16 15,-4-1 0-15,-5 5-16 0,5 9 16 16,0 5 56-16,0 10 8 16,1 8-8-1,3 2-184-15,-4 0-16 16,4 15-56-16,-4 11 56 0,-1 11 128 15,5 8-32-15,0 3 64 16,0-1 32-16,0 4-64 0,0-7-39 16,0 2-81-1,5-9 8-15,3-5-8 16,-1 0 8-16,1-7-8 16,-3-6 0-16,-1-3-8 0,0-6-112 15,-4 0-137-15,0-7-95 16,0-3-176-16,0 0-24 15,0 0 112 1,0 0 32-16,0-3-216 31,0-14-512-31,0-2-169 0,0-3 65 0,-4 3 256 16,0-7 488-16,-1 4 488 0,5 3 152 16,0 0 368-16,0 7 328 15,0-5 104 1,9 8 56-1,2 2-215-15,6 2-57 16,2 1-232-16,1 4-32 16,0 0-48-16,4 0-176 15,0 0-40-15,3 0-56 0,-7 4-104 16,0 1-40-16,0-1 0 16,-3-4 8-16,-5 0-8 15,-1 0 88-15,2 0 32 16,-6-9-80-16,1-7-40 0,-8-9-8 15,0-7-88 1,0 0 0-16,0-3 72 0,-4 0-40 0,-11 2 56 16,2 5 0-16,2 1 8 31,3 4 0-31,-1 7 40 0,5 9-40 16,0 4 0-16,4 3-8 15,0 0-104-15,0 22 56 0,0 17 48 16,0 1 144-16,0 15 32 31,0 2 8-31,0 1 0 0,4-8-32 16,4-6-72-16,1-5-64 15,-1-5 32-15,-1-5-48 0,1-7 0 16,1 0-104-16,-2-5-296 16,1-5-560-16,-4-2-648 0,1-3-881 15,-1-5-2520-15</inkml:trace>
  <inkml:trace contextRef="#ctx0" brushRef="#br0" timeOffset="71338.95">17676 11991 12410 0,'0'0'2113'16,"0"0"-1057"-16,0 0 256 15,0 0-472-15,88-15-432 16,-60 15-192-16,-5 0-120 0,-8 0-88 15,2 0 0-15,-5 0-8 16,-4 0-152-16,0 0-144 16,-4 0-376-16,0 0-424 15,0 0-224 1,-4 0-689-16,0 0-1047 0,0 0-945 16</inkml:trace>
  <inkml:trace contextRef="#ctx0" brushRef="#br0" timeOffset="71563.98">17663 12090 1280 0,'0'0'8850'0,"0"0"-6890"16,0 0 9-16,0 0-81 15,0 0-552-15,0 0-608 0,0 0-224 16,0 0-247-16,116 0-137 0,-99 0-112 31,-3 0-8-31,0 0 0 16,-8 0-249-16,3 0-455 0,-1 0-832 15,-3 0-1281-15,-5 7-3368 0</inkml:trace>
  <inkml:trace contextRef="#ctx0" brushRef="#br0" timeOffset="71867.58">18282 12048 12162 0,'0'0'2441'0,"0"0"-1481"0,0 0 384 15,0 0-480 1,0 0-464-16,135-18-208 0,-111 11-136 0,-4 3-56 16,-8 4-72-16,-4 0-400 15,0 0-736-15,-8 0-1392 16,0 0-4090-16</inkml:trace>
  <inkml:trace contextRef="#ctx0" brushRef="#br0" timeOffset="72658.83">18899 12065 10114 0,'0'0'2192'0,"0"0"-920"16,0 0 313 0,0 0-345-16,76-118-456 0,-52 77-224 0,-4-4-216 15,-4-2-32 1,0 2-56-16,-12-2-87 15,0 5-73 1,-4 1-88-16,0 6 40 0,0 7-40 0,0 2-8 16,-8 7 0-1,4 7-8-15,0 5 0 0,0 7-96 0,-4 0-16 16,0 14 23 0,0 20 97-1,-4 10 0-15,0 11 0 0,4 11 89 16,5 1 111-16,3-4-24 15,0-2-8-15,0-11-24 0,11-8-40 16,6-7-8-16,-2-10-88 16,5-6 40-16,-4-6-48 15,4-7-8-15,-5-6-48 0,6 0-40 32,-5 0-24-32,3-6-64 15,-2-9 16-15,-6-2-48 0,2-5 63 0,-9 6 33 16,3 0 112-1,-4 3-40-15,-3 10 48 0,0 3 0 16,5 0-128-16,-5 0-24 16,13 16 152-16,-6 3 208 31,8 3-8-31,2 1 17 0,4-4-89 16,-2-7 0-16,1-6 40 0,4-2-64 0,0-4 64 15,-1 0-40-15,2-13-32 16,-9-8-8-1,-1-6-32-15,-11-1 40 16,-1-4-88 0,-3 0 0-16,0-2 40 0,-14-5-40 15,-7 7 0-15,-4 1 56 0,-1 9-16 16,-2 8-48-16,0 12 0 0,-3 2-80 31,6 12-8-31,1 17-112 16,4 10-216-16,11-2-232 15,6 1-265-15,3-6-383 0,3-1-488 16,19-4-1465-16,-4-13-2512 0</inkml:trace>
  <inkml:trace contextRef="#ctx0" brushRef="#br0" timeOffset="73283.8">19924 11890 3792 0,'0'0'7314'0,"0"0"-4786"15,0 0-551-15,0 0-369 0,0 0-768 31,0 0-560-31,0 0-216 16,0 0 16-16,-123 0-16 0,99 23-56 16,3-4-8-16,10-1 0 15,3-2-8-15,8-6 8 0,0-4 0 16,0-3-16-16,0-3 8 31,8 0-96-31,3 0 96 16,6 0 8-16,-3-6-8 0,4-7 0 31,-3-6 0-31,1 4 8 16,-4-1 0-16,0 3 0 0,-4 3 8 15,0 4 0-15,1 6-8 0,-2 0-40 16,1 19 40-16,4 22 0 16,0 17 248-16,-4 30 225 0,0 27 47 15,-8-1-80-15,0-12-200 16,0-17-128-16,-4-21-104 0,-12 0 8 15,-4-8 40 1,0-15-8 0,-8-15 32-16,1-14 200 15,-6-9 136-15,-3-3-136 0,1-8-112 0,-1-15-72 16,0-9-80-16,4 0-8 16,8-2-8-1,4-2-144-15,8-1-144 16,8 5-144-16,4-3-160 15,0 6-232-15,28-5-609 16,-4 8-1575-16,-4 4-5882 0</inkml:trace>
  <inkml:trace contextRef="#ctx0" brushRef="#br0" timeOffset="74879.92">20936 11500 5753 0,'0'0'5161'0,"0"0"-2841"16,0 0-479-16,-39-20-201 15,18 14-544-15,-4 3-568 0,-2 0-192 16,0 3-143-16,-1 0-129 16,4 0-48-16,4 0-8 15,5 0-8-15,6 0-48 0,1 0-136 16,8 0-81-1,0 0-31-15,0 0 0 16,0 0 40-16,0 0-8 0,0 0 80 16,0 0 72-16,0 0 32 15,0 0-64 1,0 6 16 0,0 10 56-16,0 6 72 0,0 13 8 15,0 13 88-15,0 9 160 16,0 6-80-16,0 1 24 0,0-4 160 15,0 1-32-15,0-14-8 16,8-3 33 0,4-12-105-16,0-4-64 15,4-5-24-15,-4-4-16 0,1-3-16 16,-2-6-40-16,1 0-16 16,0-1-24-16,-8-6-40 0,4-1-8 15,0 2-8-15,0-4 0 63,-5 3-8-63,2-3 16 0,-1 0-8 15,-4 0-72-15,0 0-144 16,0 0-288-16,0 4-505 0,4-4-519 16,2 0-536-16,19 0-665 15,-4 0-1704-15,3-11-1944 0</inkml:trace>
  <inkml:trace contextRef="#ctx0" brushRef="#br0" timeOffset="75239.28">21215 11650 11138 0,'0'0'2488'15,"0"0"-1655"-15,0 0-121 0,0 0 296 31,0 0-272-31,20 129-336 16,-16-69-40-16,-4-3-64 0,0-3-96 16,0-6-120-16,0-9-64 15,0-8 48-15,0-9-64 32,0-6-56-32,0-7-296 0,13-9-792 15,-9 0-1400-15,0-15-4402 0</inkml:trace>
  <inkml:trace contextRef="#ctx0" brushRef="#br0" timeOffset="75520.5">21160 11826 9778 0,'0'0'2680'0,"0"0"-1304"16,0 0-63-16,0 0-689 31,0 0-80-31,0 0 32 16,0 0-200-16,115 17-64 0,-74-14-104 15,2-3-136-15,-4 3-24 16,-2-3-40-16,-10 0-8 16,-3 0-160 15,-3 0-168-31,-10 0-344 15,-2 0-472-15,-5 0-1129 0,-4 0-3056 16</inkml:trace>
  <inkml:trace contextRef="#ctx0" brushRef="#br0" timeOffset="75832.98">21538 11543 7209 0,'0'0'2865'0,"0"0"-425"0,0 0-399 15,0 0-929-15,0 0-160 16,0 0 0-16,0 121-216 16,0-66-143-16,0 2-73 0,0-3-176 15,0-7-152 1,0 1-64-16,0-7-56 15,0-6-64-15,4-6-8 0,-4-8-40 16,0-4-248-16,0 0-248 16,0-9-433-16,0-1-519 15,0-5-1040-15,0 2-2682 0,0-4-975 16</inkml:trace>
  <inkml:trace contextRef="#ctx0" brushRef="#br0" timeOffset="76145.48">21757 11633 11426 0,'0'0'2456'0,"0"0"-1447"16,0 0 439-16,0 0-80 0,0 0-512 16,0 0-327-16,133 0-193 15,-98 0-192-15,-4 0-64 16,-2 0-80-16,-6-7-16 16,1 2-160-1,-7 2-200-15,2-4-193 16,-10 7-319-16,2 0-424 0,2-3-608 15,-9 3-1025-15,-4-4-2392 0</inkml:trace>
  <inkml:trace contextRef="#ctx0" brushRef="#br0" timeOffset="76426.72">21917 11417 6361 0,'0'0'5393'15,"0"0"-4593"-15,0 0 737 16,0 0-153-16,0 0-528 16,0 112-232-16,0-72-64 0,8-1-264 15,-4-4-200-15,3 0-24 16,6-3-72-16,-6-7-8 0,2 0-440 15,-1-6-576 1,0-6-1072-16,-4-11-3026 16,4 1-4135-16</inkml:trace>
  <inkml:trace contextRef="#ctx0" brushRef="#br0" timeOffset="76968.07">22193 11341 10594 0,'0'0'1552'0,"0"0"-736"16,0 0 529-16,0 0-321 0,0 0-432 31,114 0-32-31,-86 0 0 0,0-6-128 16,-7-1-224-16,3 1-80 0,-9 2-32 15,2 4-96-15,-2 4 0 16,-7 24-24 0,0 14 24-1,-4 14 152-15,-4 15 8 0,0 5 64 16,0 7-40-16,0-1-63 15,0-6-25-15,0-6 0 0,0-10-40 16,8-7-48-16,-4-7 0 0,5-11 8 16,-2-4-8-16,-3-8 0 15,0-5-8-15,0-8-64 0,-4-1 8 32,0-5 0-32,0-1-16 15,0-3 24-15,0 3-49 0,-4 0 97 16,-20-3 64-16,0 0 9 15,-3 0 63-15,-10 0 48 0,1 0 40 16,-3 0 24-16,7 0-72 31,7-3-80-31,9 3-96 16,5 0-72-16,3 0-432 0,8 0-633 16,0 0-1295-16,0 0-4658 0</inkml:trace>
  <inkml:trace contextRef="#ctx0" brushRef="#br0" timeOffset="80753.2">17253 13658 4120 0,'0'0'6298'0,"0"0"-5034"0,0 0-88 16,-35 118 529-16,31-60-265 15,-1 5-408-15,5 10-312 16,0 7-104-16,0 2-223 0,0 3-161 0,0-5-112 16,0-11-104-16,0-10-8 15,0-16-8-15,5-14-48 0,-5-14-192 32,4-11-729-32,0-4-463 15,-1-36 88-15,-3-5-3377 16,0-3-1633-16</inkml:trace>
  <inkml:trace contextRef="#ctx0" brushRef="#br0" timeOffset="81346.92">17097 13766 7113 0,'0'0'4641'0,"0"0"-3153"0,0 0 89 31,0 0-297-31,0 0-600 32,125-76-352-32,-86 76-200 15,1 0-56-15,-4 0-72 0,-4 16 0 0,-13 10-104 16,-2 1 8-16,-14 3 24 16,-3 4-80-16,-11-8 152 0,-22 3 344 15,-6-7 56-15,-9-3-192 16,-1-3-32 15,-2-7-64-31,8-2-8 16,11-4 0-16,7-3 8 15,10 0-56-15,10 0-56 0,5 0 0 16,0 0-432-16,9 0-264 16,10 0 400-16,6 0-104 0,2-3-216 15,-2-1 312-15,7-2-216 16,-1-4 40-1,5-2-56-15,-4-7 31 16,3-1 169-16,1-2 168 16,-3-2 160-16,-6 1 8 0,6-6 8 15,-14 6 160-15,1 5 144 16,-4 2 73-16,-11 4 263 0,-1 5 144 16,-4 7 32-16,0 0-648 15,0 7-176-15,-4 18 0 16,-5 10 432-16,-3 3-104 0,9 9-112 15,-1-2-40-15,-1-1 0 16,5-5-88-16,0-4-40 0,0-6-48 16,0-4 0-16,0-7-224 15,0-6-352 1,0-1-344-16,0-8-576 16,5-3-1665-16,-1 0-2464 0</inkml:trace>
  <inkml:trace contextRef="#ctx0" brushRef="#br0" timeOffset="81628.16">17448 13862 4721 0,'0'0'7657'0,"0"0"-5872"0,0 0-729 15,0 0-200-15,0 0 32 16,64 3-400-16,-32 0-128 15,3 0-112 1,5-3-128-16,-3 0-104 16,-5 0 32-16,3 0-40 0,-7 0-8 15,-11 0 0-15,2 0-216 16,-7 0-312-16,-1 0-368 31,3 0-792-31,-3-9-913 0,1-1-1712 16,-7 0-136-16</inkml:trace>
  <inkml:trace contextRef="#ctx0" brushRef="#br0" timeOffset="81925.02">17764 13687 4016 0,'0'0'2673'0,"0"0"208"15,0 0-249-15,0 0-511 0,0 0-457 16,0 0-456-16,0 0-656 15,0-3-416-15,0 32 272 16,0 8 25-16,0 9-81 16,0 0-40-16,0 2-56 31,0-3-144-31,0-4-104 16,0-6 72-1,0-3-64-15,0-11-16 16,0-1-40-16,0-11-176 15,0 1-280-15,0-8-433 16,0-2-607-16,4 0-1665 0,7-9-4024 0</inkml:trace>
  <inkml:trace contextRef="#ctx0" brushRef="#br0" timeOffset="82159.39">18022 13786 12106 0,'0'0'1969'0,"0"0"-969"16,0 0 176-16,0 0-112 16,0 0-488-16,0 0-288 0,136 41-128 15,-108-41-88-15,-4 3-64 16,-4-3-8-1,0 0-272 1,-8 0-496-16,-5 0-752 0,2 0-2481 16,-9 0-2320-16</inkml:trace>
  <inkml:trace contextRef="#ctx0" brushRef="#br0" timeOffset="82407.11">18194 13880 11842 0,'0'0'1824'0,"0"0"-351"0,0 0 55 15,0 0-552-15,0 0-600 16,120 3-256-16,-88-3-72 0,-4 0-48 15,-4 0-176-15,-10 0-496 16,-1 0-864-16,-5 0-2929 16,-4 0-2953-16</inkml:trace>
  <inkml:trace contextRef="#ctx0" brushRef="#br0" timeOffset="82934.15">18967 13903 8385 0,'0'0'6058'0,"0"0"-4090"0,0 0-480 16,0 0-567-16,0 0-649 16,0 0-176-16,56 0 56 0,-28 0-56 15,-4-3-8-15,4 0-88 31,0 3 0-31,-5-3-208 0,-3 3-288 16,1 0-449-16,-2 0-271 16,1-4-496-16,-3 4-1345 15,-3 0-2952-15</inkml:trace>
  <inkml:trace contextRef="#ctx0" brushRef="#br0" timeOffset="83799.95">19561 13979 13434 0,'0'0'2081'16,"0"0"-1177"-16,0 0-112 0,0 0-112 31,84-124-280-31,-56 90-192 0,-5-5-56 16,2 4-23-16,-9-3 23 15,-4 4-56-15,-9-1 24 16,-3 3-56-16,0 4-56 0,0 2-8 16,0 9 0-16,0 9-72 31,-3 1-40-31,-5 7-64 0,4 0 7 16,-6 0 41-16,0 15 128 15,-2 12 80-15,0 4-32 16,0 10 41-16,8 7 39 0,0 0 48 31,4-1 40-31,0 1-88 0,0-4-8 16,8-6-64-16,4-6-56 0,8-6-56 15,-6-4 8-15,8-10 48 16,-3-2-72-16,0-10-40 16,-1 0 64-16,2 0-64 0,-5-3-152 15,2-16-49 1,-2 2-87-16,-2-1 56 15,-6-5 64-15,1 8 176 16,-4 2 88-16,0 7 8 0,-4 3 8 16,0 3-48-16,0 0-104 15,4 9 152-15,4 7 208 0,-4 3 136 16,8 1-64-16,4-6-88 16,3 3-40-1,2-11-88-15,3 0-8 16,-1-6 40-16,6 0 9 15,-2-9 7-15,1-11-104 0,-4 2 72 16,-8-7-16-16,0-1 8 16,-8-2-24-1,-8 2 0-15,0-2-40 16,-4-2 128-16,-16 5-64 16,-11 9 88-16,-6 4-8 15,-3 9 16-15,5 3-168 0,-6 6-8 0,10 17-144 0,7 4-184 16,8 5-192-16,12 0-185 15,4-7-495 1,36 4-1040-16,8-12-2009 16,3-8-1553-16</inkml:trace>
  <inkml:trace contextRef="#ctx0" brushRef="#br0" timeOffset="84362.43">20601 13805 9329 0,'0'0'3249'0,"0"0"-728"0,0 0-361 16,0 0-856-16,0 0-679 16,-43-39-425-16,15 39 24 0,-4 0-8 15,4 16-16-15,4 3-88 16,9 1-56-16,2-4-40 0,9 2-16 15,0-5 0-15,4-1 0 16,0-2 0 0,0-3-80-16,0-1-136 15,8-6-24-15,5 0 128 0,6 0 104 32,1 0-88-32,4-9 16 15,0-5 8-15,0 2 56 0,-5-4-32 16,0 1 40-16,2 1 8 15,-4 2 8-15,-6-1 0 16,-3 6 0-16,-4 5 0 0,1 2-8 31,-5 0-64-31,0 19 64 0,0 12 176 16,0 13 216-16,0 11 48 16,0 6-64-16,0 4-184 15,0 3 32-15,-5-2-152 0,-10-2-64 16,-10-4-8-16,-10-9 0 15,-5-4-8-15,-4-15 8 0,-7-4 48 32,-5-14 136-32,-4-11 168 15,4-3 8-15,0-3-136 0,0-16-112 16,16-4-32-16,5-2-80 0,15-4-48 16,7 7-256-16,9-4-304 15,4-6-384-15,17 11-993 0,7-1-4544 16</inkml:trace>
  <inkml:trace contextRef="#ctx0" brushRef="#br0" timeOffset="85186.49">21430 13592 3240 0,'0'0'3969'15,"0"0"-1400"1,0 0 39-16,0 0-599 16,0 0-601-16,0 0-664 0,0 0-672 15,0 0 360-15,-11 25-16 16,3 1 8-16,8-1-224 16,0-3-64-16,3-6-24 0,18-4 0 15,2-8-40-15,5-4 64 16,8 0-88-1,1-6 49-15,2-13-33 16,-3-3-56-16,0 0 8 16,-5-7 0-16,-3-3 32 0,-3 0-40 15,-9 1 0-15,-8-5 8 16,-8 5-8-16,0-1-8 0,-13 1 0 16,-14 4-128-16,-13 13-41 15,-8 7 129-15,-8 7 40 31,0 3 48-31,-3 25 41 0,6 13 15 16,14 4-24-16,11 3-80 16,20 0-369-16,8-4-527 0,16 1-696 0,20-14-1217 15,4-6-3720-15</inkml:trace>
  <inkml:trace contextRef="#ctx0" brushRef="#br0" timeOffset="85467.72">21953 13770 10082 0,'0'0'3280'15,"0"0"-1303"-15,-24 88-393 0,16-49-416 16,0-5-527-16,0 2-393 16,-1-4-128-16,3-4-120 0,-8-5-88 15,7-2-337-15,-4-8-615 16,6-4-944-16,1 1-2233 16,4-10-3697-16</inkml:trace>
  <inkml:trace contextRef="#ctx0" brushRef="#br0" timeOffset="85936.45">22475 13522 3752 0,'0'0'8810'0,"0"0"-7410"0,0 0-255 16,0 0 247 0,-84 104-528-16,69-65-416 15,6-4-104-15,5 0-112 0,4-4-88 16,0-6-136-16,4-5-8 16,13-4 0-16,-2-6 56 15,4-5 16-15,6-5-7 0,0 0-65 31,-2 0 0-31,1-15 8 0,-1-1-8 16,2-9 48-16,-6-4-48 16,-2-3 16-16,-6-3 40 15,-2-6 0-15,-9 0-40 0,0-1-8 32,0-2-8-32,-16 6-16 15,-20 6 8-15,-8 16 8 0,-8 10 80 16,-7 6 64-16,-1 34 0 15,8 14-88-15,12 11-56 16,20-4-176-16,16 3-513 0,15 5-839 16,26-19-2481-1,-1-12-3160-15</inkml:trace>
  <inkml:trace contextRef="#ctx0" brushRef="#br0" timeOffset="86311.43">22866 13675 11026 0,'0'0'3905'0,"0"0"-2537"16,0 0-120-16,44-104-560 0,-28 65-312 15,-2 3-207-15,0 2-57 16,-3 2-96-16,-3 3-16 16,1 7 48-16,-5 10-48 0,-4 8 0 31,0 4-104-31,0 7-217 16,-13 18 265-16,-2 16 56 0,-6 7 224 15,1 5-15-15,1-2-49 16,6-3-56-1,-2-3-24 1,7-8-72-16,3-5-8 0,2-6-104 16,3-6-441-16,0-8-415 15,8-12-696-15,12 0-2337 0,0 0-5393 0</inkml:trace>
  <inkml:trace contextRef="#ctx0" brushRef="#br0" timeOffset="86815.3">23296 13290 7881 0,'0'0'2961'0,"0"0"-1601"16,0 0 825-16,0 0-841 15,0 0-608-15,-71 128-248 0,47-84-128 32,0 6 128-32,0 2-120 31,4-2-40-31,8-6-31 0,8 2-145 16,4-9-88-16,0-2-64 15,0-6 0-15,20-11-64 0,-4-2 32 16,8-6 32-16,4-10 96 31,0 0-96-31,4 0-8 16,-1-10 8-16,-3-6-8 15,-3-6 8-15,-10 0 0 0,-2 0 88 16,-13 0-80-16,0 3 40 16,0 0 24-16,-13 9 0 0,-7 7-16 31,-7 3 176-31,-14 0-96 15,5 16-64-15,5 6 0 16,-1 3-72-16,15 4-104 0,10-4-376 16,7-3-409-16,12-3-799 0,15-9-2529 15,1-7-3056-15</inkml:trace>
  <inkml:trace contextRef="#ctx0" brushRef="#br0" timeOffset="87112.16">23683 13341 9978 0,'0'0'2432'15,"0"0"-271"-15,0 0-145 16,0 0-704-16,-20 127-496 0,20-95-247 16,17-3-121-16,2-7-40 15,5-2-184-15,8-3-128 0,6 0-48 16,0-5-48-16,5-3 0 0,-3-6-144 16,-4-3-200-16,0 0-584 15,0 0-505-15,-13-12-2840 0,-4 0-3256 16</inkml:trace>
  <inkml:trace contextRef="#ctx0" brushRef="#br0" timeOffset="87330.9">24034 13363 7393 0,'0'0'6057'0,"0"0"-4216"0,0 0 103 31,-68 137-616-31,48-86-455 16,4-1-281-16,0 2-80 0,8-1-224 16,1-5-200-16,-2 0-88 15,1-5-72-15,-3 0-416 16,-10 0-504-16,2-2-1105 0,3-11-3488 0</inkml:trace>
  <inkml:trace contextRef="#ctx0" brushRef="#br0" timeOffset="88713.19">17768 15831 304 0,'0'0'12146'0,"0"0"-9633"15,0 0-553-15,0 0-448 16,0 0-639-16,0 0-489 0,0 0-216 16,0 0 152-16,42-83 0 31,-28 47-32-31,-3-5-40 16,1 7-104-16,-4-8-64 0,0 8 16 15,-1-1-88-15,2 6 0 16,2 7-8-16,-2 2 0 15,-1 11 0 1,-5 9 0-16,-3 0-168 0,5 32-56 16,-1 38 144-1,-4 32 80-15,0 6 80 0,0-10 32 0,0-6-72 16,0-25-32-16,-9 5-8 0,2-2 0 16,-6-16 8-16,6-13-8 15,-1-15 0 1,8-13-8-16,-5-10-40 15,5-3-48-15,-3 0 88 0,3-10-136 16,-8-12 0-16,1-7 88 16,-6-2 48-16,9-8 0 15,-1-8-48-15,2-4 56 0,3-2-56 32,0-8-16-32,8 4-32 15,12 3-16 1,4 6-64-16,0 10-24 15,0 10 192-15,0 11 16 0,4 8-8 16,-4 9-56-16,3 0 56 16,-3 7 8-16,0 12 0 0,-7 6 0 15,-6 0 8-15,-7-2-8 16,-4-4 0-16,0-4 0 16,-15-3 240-16,-13 2-40 15,-9-5-56 1,1-2-56-16,1-3-24 0,-1-4-48 15,12 0-8-15,4 0 40 16,11 0-48-16,6 0-104 16,3 0-240-16,0 0-288 0,3 0-337 15,17 0-71-15,0 0-680 16,25 0-945-16,-9 0-1968 16,-5-7 80-16</inkml:trace>
  <inkml:trace contextRef="#ctx0" brushRef="#br0" timeOffset="89402.21">18282 15591 696 0,'0'0'4913'0,"0"0"-2833"0,0 0 401 16,15-129-41-16,-11 100-543 16,0 8-153-16,-4 11-200 15,0 10-632-15,0 10-639 0,0 24-201 16,0 20 464-16,-4 13-192 15,4 6-104-15,-4-1-16 0,4-8-80 32,0-3-48-32,0-17-96 15,0-5 0-15,4-15-40 0,0-7-128 16,-4-12-120-16,0 2-80 16,0-7-8-16,0 0 16 15,0-7-233-15,-4-8-455 0,-11-4 288 16,-2-10 16-1,2-2 16 1,-1-4 16-16,4 0-121 0,-1 0 377 0,6 3 256 16,7 9 200-16,0 5 392 15,0 11 465 1,4 7-129 0,16 0-16-16,4 0 56 15,8 13-144-15,3-1-160 16,1-2-96-16,5-3-48 15,-2-4-96-15,1-3-64 0,-1 0-88 16,-2 0-56-16,-1-10 41 16,-4-3-57-16,-8 4-9 15,-1-7-143-15,-3 3-56 0,-7 1-48 32,-2-4 80-32,-7-2 32 0,-4-2-72 15,0-6-32-15,0 1-24 16,-4-3-32-16,-7-1 120 15,-7 4-88-15,12 6 256 0,-8 6-32 16,3 13 48-16,4 0 16 16,-2 32 416-16,-4 12 352 0,7 14 40 15,-3 8-63-15,4 1-25 16,2-4-176-16,3-6-184 31,0-5-144-31,0-11-184 0,0-13-48 16,0-6 0-16,8-6-176 15,-3-10-408-15,3-3-520 0,7-3-625 16,-2-9-1055-16,-2-4-3954 0</inkml:trace>
  <inkml:trace contextRef="#ctx0" brushRef="#br0" timeOffset="89645.21">19055 15640 10786 0,'0'0'2872'0,"0"0"-671"15,0 0-673-15,116 0-496 16,-68 0-463-16,-5 0-273 0,-3-7-240 16,-5 1-56-16,-7 4-80 31,-11 2-456-31,-9 0-737 0,-8 0-1527 15,0 0-6434-15</inkml:trace>
  <inkml:trace contextRef="#ctx0" brushRef="#br0" timeOffset="89860.93">19047 15820 11378 0,'0'0'4537'0,"0"0"-2809"0,0 0-271 32,0 0-265-32,124 11-576 0,-76-11-256 15,-9 0-248-15,1 0-112 16,-12-4-432-16,-8 1-416 16,-8-1-288-16,-8 4-913 0,-1 0-2088 15,-3 0-3696-15</inkml:trace>
  <inkml:trace contextRef="#ctx0" brushRef="#br0" timeOffset="96303.58">19908 15707 9217 0,'0'0'2761'15,"0"0"-1201"-15,0 0-239 0,0 0-137 16,0 0-304-16,0 0-472 31,0 0-16-31,0 0 80 0,35-74-80 16,-22 46-71-16,-9-3-49 16,4-5-72-16,0 2-64 0,-5-2-32 15,2 1-96-15,3 4 0 16,-4 2 0-16,-2 7 0 15,-2 3 0-15,0 10-8 0,0 6 8 32,0 3-16-32,0 0 0 15,0 14-128-15,0 18 136 0,0 10 96 16,-2 5 16-16,2 2 8 16,0-3-72-16,0-5-40 15,0-2 48-15,0-3-56 0,0-8 0 0,0 0-72 16,0-6-192-1,0 1-240 1,0-7-425-16,-4 3-887 0,-4-1-2849 16,0-7-2857-16</inkml:trace>
  <inkml:trace contextRef="#ctx0" brushRef="#br0" timeOffset="96616.06">20287 15574 9113 0,'0'0'2905'0,"0"0"-1345"0,0 0 225 15,0 0-433-15,0 0-520 32,-9 138-296-32,5-102-160 0,-3-1-152 15,7-3-103-15,-4-4-73 16,4-3-48-16,-4-6 0 16,4 0-297-16,-4-2-423 0,-5-6-664 15,-6 6-1273-15,3-7-2856 0,-4-1-1856 16</inkml:trace>
  <inkml:trace contextRef="#ctx0" brushRef="#br0" timeOffset="98920.93">20674 15211 5617 0,'0'0'1744'0,"0"0"-488"0,0 0 545 16,0 0-129-16,0 0-536 0,4-3-127 15,-4 3-17-15,0 0-224 16,0 0-152-16,0 0-192 15,0 0-120 1,0 0 16-16,0 0-128 16,0 0-40-16,7 19 24 0,1 4 88 15,0 2-80-15,8 3 9 16,8-2-89-16,-8 2-96 16,8-6 0-16,-4-6 48 0,0-6-56 0,4-10 0 46,7 0 0-46,1-29-8 0,0-13 0 16,0-5-48-16,-4-7-120 16,-8 4 79-16,-8-1 89 15,-3 3 0-15,-9 10 0 0,0 3-72 32,0 10 80-32,0 9 80 15,-9 12-72-15,-3 4-8 0,1 4-160 16,-6 24 160-16,1 17 8 15,0 2 8-15,9 4 40 16,-6 3 16-16,9 1 25 0,0-2-41 16,1 1 8-1,-1 1-56-15,4-2 8 16,-4-2 40-16,0-6-56 16,-1-1 0-1,5-6 0-15,-4-3-64 16,-3-4-56-16,3-8-145 15,4-1-55-15,0-9-32 0,0-10-272 0,0 3-312 16,0-6-336-16,-8 0-305 16,8 0-527-16,-5-3-2113 0</inkml:trace>
  <inkml:trace contextRef="#ctx0" brushRef="#br0" timeOffset="99184.36">20633 15625 10690 0,'0'0'2360'0,"0"0"-759"0,0 0-737 16,152-30-416-16,-105 21-192 15,1-3-208 1,1-1-48-16,-10 0-280 16,-11 3-464-16,-8 5-1241 0,-8-2-2328 15,-12 7-608-15</inkml:trace>
  <inkml:trace contextRef="#ctx0" brushRef="#br0" timeOffset="100215.42">21391 15389 6185 0,'0'0'1744'0,"0"0"-672"0,0 0-31 15,0 0-121 1,0 0-488-16,0 0 40 15,0 0 376-15,0 0 136 16,0 0-119-16,7 0-233 0,-7 0-48 16,0-6-48-16,0 6-160 15,0-7-152-15,0 1 0 0,0-1-56 32,0-2-24-32,0-1-32 15,0-2-16-15,0 0 0 0,-7-1 8 31,-1-3 48-31,-5 0 16 16,2 3-80-16,-1 1-32 0,-4 2-8 16,1 3-48-16,-6 4-56 15,1 3 48-15,1 0 8 16,-5 20 0-16,-1 2 48 0,5 6 40 16,5 4-16-16,3-1 16 15,12 1-72-15,0-7-16 0,0-5 8 16,12-5-8-1,8-2 0-15,-1-6 40 16,5-7-32-16,-3 0 41 16,2 0-41-16,1-10 0 0,4-6-8 15,-8-3-8-15,-1 1-49 16,-2-2-7-16,-6 4 8 0,2 1-16 0,-1-2 64 31,-5 2 0-31,2 6 0 16,-1-4-40-16,-4 2 0 15,-1 2 40-15,1 6 8 0,-4 1-8 16,0 2 0-16,0 0-120 16,0 0 72-1,0 14 32-15,0 13 24 16,0 4 56-16,0 7 88 16,-4 7 32-16,4-1 0 0,-7 8-31 15,7-6-25-15,0 0 32 16,-4-2-56-16,4-6 24 0,0-10-64 15,0-2-8-15,0-11-40 32,0-1 0-32,0-5-8 15,0 0-40-15,0-2-152 0,0-2-104 16,0-1-225-16,-4 3-391 16,-5 2-712-16,-2-4-1265 0,-1 2-2816 0</inkml:trace>
  <inkml:trace contextRef="#ctx0" brushRef="#br0" timeOffset="103792.77">17461 15259 16 0,'0'0'4520'15,"0"0"-1983"-15,0 0-1481 0,0 0-240 31,0 0 257-31,4-39-105 16,-4 37-272-16,0-3-144 0,0 5 64 16,0 0 56-16,0 0-23 15,0 0-193-15,0 11-120 0,0 10 296 16,0 13-160-16,0 7-56 16,4 5 80-16,-4 12-56 31,0 5-64-31,0 4-48 0,0 9-104 31,0 1-8-31,-4 2 1 16,-4 0-137-16,-8-3 0 0,4-2 32 15,-1-8-56-15,2-6 56 0,3-6 0 16,-4-9-48-16,8-1-56 16,-4-9 48-16,-1 0-40 0,5-2-8 15,1-9 40-15,-1 1-40 16,-1-5 0-16,5 3 0 0,0-5-8 15,0-2 0-15,0-1 0 16,0 2 0 0,0-5 0-16,0 1 8 15,0 0-8-15,0-7 0 0,0 3 0 16,0-2-56-16,0 0 56 16,5-2-48-16,2 2 0 0,-3-4 0 15,9 0-24-15,-9 1-8 16,3-1 80-16,6-3 0 0,-1 3 0 31,-1-3 8-31,6 0-8 16,3 0 16-16,-1 0-16 0,9 0 0 15,8 0 8-15,-1-3-8 16,18-7 8-16,3 0 0 16,7-2 8-16,5 0-8 0,0-5 8 31,0 2-16-31,-1 2 8 31,-8 3 0-31,6 0-8 0,-5 2 0 16,-8 1 0-16,0 0 0 15,3-2-8-15,1 3 0 0,0-1 0 16,7 2 8-16,5-5 8 0,4 3-8 16,0-6 0-16,4 4 0 15,3 0 8-15,1-4 0 16,4 6-8-1,-1-2 8-15,8-1 0 16,6 1 0-16,-1-4 0 0,7 4-8 16,1-4 8-16,0 0 0 0,4-3-8 15,-1 0 0-15,5 4 0 16,-9-1-48-16,1 1 40 0,-5-2 8 16,-7 5 0-16,-5-1 0 15,-2 2 8-15,-2 1 0 16,-3-3-8-1,0 4 0-15,3-5 0 16,-7 2 8-16,3 1 0 0,-6-5 0 16,-2 0 0-16,-11 3 0 15,-4 1-8-15,-13-1 0 32,-2 4 0-32,-2-1 0 0,-3 1-8 15,0 0 16-15,-3 3-8 16,-6-3 0-16,-4 2-8 0,-3 4 0 15,-7-3 0-15,-5 3 0 16,0 0 8-16,-4 0 0 16,0 0 0-1,-1 0 0-15,-3 0 0 0,0-3 40 16,0 3-40-16,0 0 0 16,0 0 0-16,4-3 0 0,0 3 8 15,1-7 32-15,-1 4-40 16,-1-1 0-16,2 2 8 15,-1-5-8-15,-4 2 8 32,3-6 0-32,-3 5 0 15,4-6 0-15,-4-1-8 16,0-3 8-16,4-4 40 0,-4-5-48 16,0-3 0-16,5-6 0 15,-5-2 0-15,4-5 40 16,-4-3-40-16,4-5-16 0,0 2 16 15,-4-7-8-15,0 0 0 16,0 0 8-16,0 3 0 0,0 0-8 16,0 4-8-16,0-1 16 15,-8 7 0-15,8-1 8 0,-4 5 8 32,4 2-8-32,0-1 32 31,0-1-40-31,0-1 0 15,0 3 0-15,0-1 0 16,0-1 0-16,4 2 0 0,0 3 16 16,0-4-8-16,-1 2-8 15,1 6 0-15,-4-2 0 0,0 5 8 16,0 9 40-16,0 0-48 31,0 4 8-31,0 6-8 0,0-1 0 16,0 5 8-16,0-5 0 15,0 4 0-15,0-1 0 0,0 4-8 16,0 0 0-16,0-3-8 16,0 3 0-16,0 0-8 15,-4 0-40-15,4-3 0 0,-3 3-32 16,-1-3 8-16,-4 3-8 31,-1 0 32-31,2 0-40 0,-9-3 48 16,0 3-32-16,0-4 72 15,-5 2 8-15,1-2 0 16,5 4 0-16,-5-3 0 0,0 3 0 0,4 0 8 16,-4 0-8-16,1 0 8 15,-1 0-16-15,-1 0 16 16,-7 0-16 0,0 3 16-16,-7 7-8 15,-1-4 0-15,0 0 0 16,-12 8 0-16,5-5 0 0,-10 0 8 15,-3 5-8 1,-3-3 8-16,-5-1-8 16,-4 3 0-16,-3-4 0 0,-1 3 0 15,0 2-8-15,1-5 8 16,-2 4 8-16,6-3-8 16,3-1 0-16,1-3 8 0,6 4-8 15,6-6 8-15,2 1-8 0,6 2 0 31,-1-5 8-31,4 2 0 16,4-1-8-16,-3 4 0 16,3-1 8-16,-5 1-8 0,-2 2-16 15,0-3 16-15,-6 4 0 16,-3 2 0-16,-5-2 0 0,3-1 0 47,-6 1 0-47,1-4 0 15,-1 7 0-15,-4-6 0 16,4 2 0-16,-5-2 0 0,2 2 0 16,3-3 0-16,5 4 0 15,-1-5-8-15,4 2 8 0,0 0-8 0,5-4 8 16,1 3 0-16,0-6 0 16,1 4 0 30,2-4 8-30,-1 0-16-16,-3 0 8 0,1 0-8 16,4 0 8-16,-7 0 0 15,2 0 0-15,-1 0 0 0,-4 2-8 0,-3 3 8 32,-1-3 0-32,0 4 0 15,-4 4 0-15,3-4-8 16,-2 4 8-16,3 0 0 0,5-1-8 15,-1-3-40-15,4 4 40 16,8-4 0-16,1 1 8 0,7-2 0 16,4-1-8-16,0-1 8 15,4 0-8-15,-1 0 8 0,5 1 0 16,5-4 0-16,-5 3 0 16,4-3 0-16,5 3 0 0,-2 0 0 15,2-3 0-15,-6 0 0 16,6 0-8-16,3 0 0 15,-1 0 8-15,-2 0 0 0,-2 0 0 16,2 0 0-16,-1 0-8 0,-4 3 0 16,4-3 0-16,-4 3-48 0,0 1 48 15,-4-1 0-15,0 0-8 16,-7 1 8-16,1-1 0 16,3 2 0-16,-1-1 8 0,4 2-8 15,1-6 8-15,6 7 0 16,5-7 0-16,8 0-81 15,0 3-279-15,0-3-368 16,17 0-520-16,11 0-1105 16,-5 0-4288-16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6-17T21:25:54.4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2547 11678 3592 0,'0'0'680'31,"0"0"-119"-31,0 0 4488 0,0 0-3721 16,0 0-616-16,0 0-144 15,0 0-160-15,0 0-152 0,0 0-8 16,0 0 136-16,0 0 97 15,0 0-89 1,0 0 32 0,0 0 32-16,0 0-40 0,0 0 120 0,0 0-8 15,3 0-8-15,-3 0-24 16,0-14-96-16,0-4-128 0,6-10-151 16,-6-8-105-16,4-6 88 15,0-5-24 1,0 2-64-16,3-2 40 15,-3 3-48-15,8 2-8 16,-3 2 0-16,-2 8 0 16,2 0 0-16,3 10 0 0,-10 9 0 15,3 9-8-15,-1 4-192 0,1 29 32 32,2 45 168-32,5 47 184 15,12 43-40-15,-3 18-96 0,-2-34-32 16,-3-40-8-16,-4-48 0 15,-3-18-8-15,-2-4 8 0,1-4 0 32,0-2 8-32,-4-15-8 15,-4-8 0 1,4-9 48-16,-4 0 16 0,0 0-64 0,0-12 64 16,0-8-56-16,-8-2-8 0,-4-4 80 31,1-5-88-31,-6-1 0 15,6-4 8-15,-2-7 0 16,1-1-8-16,9-7 0 16,-1-10-8-16,4 3 0 0,0 6-48 0,0 0 40 0,11 8-32 15,5 9 48 1,0 6-48-16,-4 10 40 16,0 10-40-1,0 5-16-15,0 4-56 16,4 4-16-16,0 14 128 0,0 11-8 15,0 0 16-15,-4 0 0 0,-5-1-8 16,-4 0 8-16,-3-6-8 16,0-3-96-1,-10 4 104-15,-14-8 24 16,-8 2 80-16,0-8-48 16,4 1-8-16,-4-7 0 15,13-3 24-15,2 0-64 16,14 0 0-16,-1 0-8 0,4 0 0 0,0-10-176 15,11 1 64 1,9-4 24 0,9-3 72-16,2 0-153 0,1-2 17 15,0 2 8-15,-5 0-8 16,2 7 0-16,-6-1-24 16,-3 3 8-16,-3-6 0 0,-6 6 56 15,-3-4 64-15,1-5 48 31,-1-4 8-31,-1-2 40 0,1-10-40 16,-8-2 40-16,5-4-32 16,-5-4-16-16,0-2 104 0,0-1-8 0,0 4-88 15,0 2 56 1,0 8-16-16,-5-1 72 47,1 10-24-32,0 7-16-15,0 8 136 0,4 7-64 16,0 10-152-16,0 28 8 16,0 16 16-1,0 16 112-15,0 9-47 0,12 0-89 0,4-9 56 0,0-2-40 16,4-15 32-16,-4-9-48 0,-4-12 8 16,-4-10 0-16,-4-9-8 15,0-10 0-15,0-3-8 16,-4 0-88-16,0 0-73 15,0-13 17-15,0-6-32 0,-8-6 24 16,0-3-64-16,-5-1-24 16,6-3 88-16,-1 4 48 0,0 6 8 15,4 2 96-15,4 8-32 0,-4 5 40 16,4 4 88-16,0 3-24 0,0 0-64 16,0 0 0-1,0 0 0 1,12 0 64-16,4 0-56 15,4 0 0-15,4 0 112 16,0 0-72-16,4-3 0 31,-1-1-48-31,2-1 8 0,-1-2-8 16,-1 4 8-16,-3-7-8 0,0 3 0 0,-5 2-8 16,2-4-64-16,-9 2-16 0,0-6-24 15,-8-3 32-15,3 0 72 31,-7-7 8-31,0-2-8 16,0-5 0-16,0-6-48 16,0 4 8-16,-11-3 0 15,3 3 16-15,0 4 24 0,0 9 8 16,4 2 0-16,0 12 0 0,0 5 216 16,0 0-216-16,4 15-56 0,0 17 56 15,0 15 200-15,0 11-16 31,0 5 64-31,0 4 16 0,8-3-144 16,4-4 64-16,4-6-64 16,-1-3-64-16,2-7 8 15,-6-6-64-15,2-6 0 16,-5 0 0-16,3-9-56 0,-7-8-168 47,9-2-344-47,-6-7-528 0,6-6-1072 15,-1 0-2649-15,4-3 488 16</inkml:trace>
  <inkml:trace contextRef="#ctx0" brushRef="#br0" timeOffset="237.98">3920 11500 7617 0,'0'0'2905'0,"0"0"-2001"0,0 0 304 16,0 0 88-16,126 9-183 31,-89-6-497-31,2-3-240 16,-3 0-256-16,-3 0-120 15,-6 0-200-15,-8 3-520 0,-2-3-849 16,-1 0-1583-1,-9 0-2145-15</inkml:trace>
  <inkml:trace contextRef="#ctx0" brushRef="#br0" timeOffset="475.96">3860 11680 12170 0,'0'0'2081'15,"0"0"-1489"-15,0 0 128 16,0 0 88-16,51 0 40 16,-14 0-400-16,1 0-320 0,7 0-128 15,-1 0-576-15,-1 0-1200 16,-7 0-2097-16,-16 0-1976 0</inkml:trace>
  <inkml:trace contextRef="#ctx0" brushRef="#br0" timeOffset="958.06">4908 11626 11178 0,'0'0'2776'16,"0"0"-1583"-16,0 0-81 31,0 0-72-31,0 0-224 16,0 0-272-16,0 0-247 0,115-25-73 15,-79 16-96-15,0-1-72 0,-1 4-56 16,-2-1-176-16,-1 5-272 0,0-2-433 16,0 4-1055-16,-9 0-3169 15,-4 0-4297-15</inkml:trace>
  <inkml:trace contextRef="#ctx0" brushRef="#br0" timeOffset="1686.14">5732 11540 10386 0,'0'0'1976'0,"0"0"-1288"16,25-114 337-16,-18 60-17 0,2 4-184 15,-5 0-544-15,0 1-152 16,-4 2-24-16,0 8 24 0,0 5-56 31,-4 9-64-31,0 8 288 16,-5 8-24-16,2 9-272 15,-1 7 8-15,0 21 56 0,-4 20 120 16,0 9 40-16,8 9 0 16,0 4-24-16,4-6 0 0,0-8-32 15,16-2-32 1,8-9-128-16,0-10 0 16,4-3-8-16,-1-10-128 15,6-8 120-15,-6-9-184 0,1-5-56 16,-4 0 24-16,0-12 32 15,-4-8-16-15,0-2-160 0,0-7 0 16,-5 4 16 0,2 0 88-16,-9 3 112 15,-1 9 80-15,2 6 72 16,-9 7-8-16,4 0-136 0,6 10 144 16,4 12 248-16,-3 1-56 0,10-1-24 15,3 0 80-15,-1-9-128 31,4-4-72-31,2-2 24 16,-1-7-16-16,4 0 16 0,-8-7-16 16,4-12 16-16,-13-6 8 15,-2-1 16-15,-9-3-16 0,-4-2-64 16,0-1 80-16,-13 0 80 16,-19 7 48-16,-3 3-80 15,-5 6 8-15,-4 7 120 0,0 9-128 16,0 0-136-16,3 22 64 15,11 10-64-15,5 5-8 0,6 2-64 32,11 2-208-32,4 0-296 15,4 4-880-15,12-11-2425 16,4-5-1368-16</inkml:trace>
  <inkml:trace contextRef="#ctx0" brushRef="#br0" timeOffset="2256.1">6742 11446 9402 0,'0'0'2448'0,"0"0"-592"0,0 0 321 15,0 0-577-15,0 0-632 0,4-105-327 16,-8 94-145-16,-9 3-280 16,-7 8-216-16,-7 0-96 15,-1 13 96-15,-12 12 64 0,8 7 8 32,0 2 32-32,7 1-88 0,10-3-16 0,11-6 0 0,4-5-128 15,0-11-80-15,0 0-24 16,8-7-184-16,9-3 127 15,2 0 129-15,5-9 112 0,4-10 0 32,-4-1-16-32,0-5 8 15,-1 6 40-15,0 3 8 0,-2 9-8 16,4 7 8-16,2 10-184 16,-3 34 72-16,12 33 120 31,4 34 248-31,-8-4 72 0,-5-8-144 15,-11-16-55-15,-7-25 31 16,-9 5-88-16,0 4 104 0,-9-13-64 16,-15-4 224-16,-11-16 176 15,-1-4-104-15,-7-14 128 32,2-11-88-32,-7-5-128 0,4 0-120 15,-3-15-40-15,7-7-104 16,4-4-48-16,8-3-120 0,5 1-368 15,10 3-368-15,5-10-440 16,5 13-1065-16,3-1-6281 0</inkml:trace>
  <inkml:trace contextRef="#ctx0" brushRef="#br0" timeOffset="4142.19">7774 11451 8105 0,'0'0'2697'47,"0"0"-1289"-47,0 0 224 15,0 0-111-15,0 0-561 16,0 0-560-16,0 0-104 0,0 0-32 0,7-82 0 16,-2 48-40-16,-1-1 56 15,0-4-88-15,-1 1-96 0,-3 0-48 16,3 4-40-16,-3 2 0 16,6 6 0-16,-6 7 0 15,0 6 0-15,0 7 0 16,0 3-8-16,0 3-120 15,0 0-40 1,0 0-8-16,0 12 0 0,0 17 168 16,0 9 80-16,0 3 48 0,0 7-32 15,0 0 0-15,0-3-16 16,4-4-16-16,0-6-56 0,0-1 8 16,-1-6-16-16,5-8 0 15,1-4-176 1,-6-3-320-16,9-11-704 15,5-2-1016-15,-6 0-1689 16,6 0-400-16</inkml:trace>
  <inkml:trace contextRef="#ctx0" brushRef="#br0" timeOffset="4597.39">8272 11417 8785 0,'0'0'1657'15,"0"0"591"-15,0 0 57 16,0 0-681-16,12 89-768 0,-7-60-408 15,-2-4-200-15,-3 7-144 16,0-1-48-16,0 1-40 0,0 0-16 16,0 0-104-16,-3-4-176 15,-6-6-280-15,5 1-336 0,0-14-504 32,4-9-873-32,0 0-2360 31,4-7-1024-31</inkml:trace>
  <inkml:trace contextRef="#ctx0" brushRef="#br0" timeOffset="4885.07">8514 11071 10186 0,'0'0'2304'0,"0"0"-1656"15,0 0 417-15,0 0 71 0,0 0-384 16,0 0-168-16,-19 108-80 16,19-86-112-16,0 3-88 0,13-5-80 15,6 2-24-15,1-6 64 0,12 0 81 32,3-3-121-32,6-4-80 15,3-1-40-15,4-3-96 0,-10-5-8 16,7 0-96-16,-8 0-176 15,-6 0-449-15,1-5-839 0,-9-3-1353 16,-6-1-2792-16</inkml:trace>
  <inkml:trace contextRef="#ctx0" brushRef="#br0" timeOffset="5167.65">8870 11018 12002 0,'0'0'1912'0,"0"0"-815"0,0 0 207 32,-20 104-232-32,15-50-320 15,2 3-288-15,3 3-287 0,-8-3-33 16,4 0-144-16,0-3 0 15,0-6 0-15,0-7-88 0,0-6-201 16,-3-6-247-16,2-7-392 16,1 1-776-16,4-11-3025 31,-4-3-3521-31</inkml:trace>
  <inkml:trace contextRef="#ctx0" brushRef="#br0" timeOffset="5464.51">9467 11328 13122 0,'0'0'2649'0,"0"0"-2081"15,0 0-288-15,0 0 40 32,0 0-320-32,0 0-176 0,0 0-880 15,0 0-721-15,0 16-4512 0</inkml:trace>
  <inkml:trace contextRef="#ctx0" brushRef="#br0" timeOffset="5855.11">9751 11194 10962 0,'0'0'1592'16,"0"0"-568"-16,0 0 249 0,16-139-217 15,-4 98-376-15,0 9-232 16,-5 7-72 0,-3 6 112-16,1 12-192 15,-5 4-64-15,4 3-168 16,-4 3-64-16,0 26-240 0,0 12 240 15,0 13 216-15,0 10-32 16,0-1-71-16,0-2 15 0,-4-4-80 0,-1-3-40 16,1-10 32-16,1-3-40 31,-1-6-72-31,0-3-145 0,4-7-471 31,0-6-536-31,0-2-1368 16,4-12-2466-16</inkml:trace>
  <inkml:trace contextRef="#ctx0" brushRef="#br0" timeOffset="6245.72">10133 11248 11082 0,'0'0'2568'0,"0"0"-1207"31,0 0 103-15,0 0-568-16,0 0-344 0,0 0-256 16,0 128-72-16,0-99-136 15,13-1-88-15,1-3 104 0,12-3-96 16,-6-5 40-16,3-2-40 16,5-5-8-1,0-6 0-15,-4-4-96 16,0 0-56-16,-4-7 144 0,-4-12-40 15,0-7 48-15,-4-5 0 16,-4-5 88-16,-8-2-8 16,0-3 97-16,-4-3-41 0,-12 3-56 15,-12 2-8-15,0 11-16 16,-7 5-56 0,-2 17 8-16,-3 6 48 15,1 9-40-15,-2 24 40 16,6 8-56-16,2 6-472 0,2 20-793 15,12-6-2720-15,6-18-3672 0</inkml:trace>
  <inkml:trace contextRef="#ctx0" brushRef="#br0" timeOffset="6558.21">10377 10753 10546 0,'0'0'5545'16,"0"0"-5065"-16,0 0 248 0,0 0 384 15,0 0-519 1,0 0-273-16,87 0-112 16,-46-3-200-16,2 0-8 15,-7 0-248-15,4 3-593 0,-12 0-943 16,-12 0-4329-16</inkml:trace>
  <inkml:trace contextRef="#ctx0" brushRef="#br0" timeOffset="7121.99">10728 10459 11978 0,'0'0'3193'0,"0"0"-2521"0,0 0 80 0,0 0 248 16,0 0-520-1,0 0-120 1,0 0-176-16,131 28-96 0,-103-15-88 16,0 2 17-16,-8 5-9 15,-8-2-8-15,-8 1-8 16,-4 3-65-16,0 4 65 0,-16-7-40 0,-8 0 48 31,-8 0 56-31,4-7 33 16,0-5 39-1,12 0-32-15,8-7-40 16,8 0-8-16,0 0-48 16,0 0-240-16,8 0-281 0,12 0 57 15,0 0-32-15,5 0-24 16,-6 0 336-16,-3 9 80 0,4 14 40 15,-8 2 64-15,-4 7 136 16,0 0 48 0,-8-1 200-16,0-3 112 0,-4-2 0 15,-20-4 48-15,-8-3-39 16,-1-6 23 0,-6 0-120-16,4-10-80 15,-1 0-48-15,12-3-152 0,0 0-128 16,8 0-32-16,0 0-528 15,4 0-784-15,4-3-5090 0</inkml:trace>
  <inkml:trace contextRef="#ctx0" brushRef="#br0" timeOffset="13454.49">2364 13617 1592 0,'0'12'832'0,"0"2"-416"16,0-2 3737-16,0-5-2865 0,0-4 73 15,4-3 79-15,1 0-8 16,-5 0-176-16,4 0-295 0,-4 0-25 16,0 0-24-16,0 0-72 0,3 0-120 15,1-10-144-15,0-2-231 16,4-10-121-16,1-1-104 0,-2-11-24 15,5-8-88-15,-3-3 8 16,2-9-16 0,4 1 0-16,2-1 0 15,-1 0-72-15,8 6-16 16,-12 7 16-16,4 9 64 16,-4 13-8-16,-8 10-40 0,-4 9-88 0,4 12-233 15,-4 42 201-15,0 45 176 31,0 31 184-31,0 16-23 0,4-6 47 16,0-33-112-16,-4-30-80 16,0-24 64-16,3-12-72 0,-3-2 0 15,0-4 8-15,4-4-8 16,-4-15 0-16,0-9-8 31,0-4 8-31,0-3-8 0,0 0 0 16,0-19-8-16,0-6-88 15,0-11 48-15,-15-8 48 0,-2-4-8 16,-2-3-64-16,3-6-48 16,0-7-48-16,4 2-33 31,8-2-23-31,4 2 32 0,0 0-64 16,8 8 144-16,16 17 56 15,-4 5 56-15,4 13-80 0,-1 12 80 0,1 7-56 16,3 0-56-16,2 22 56 15,-4 7 48 1,-1 7 8 0,-5 1 8-16,-10 1 0 0,-2-6 0 15,-7-3 0-15,0-4 88 16,-20-4 104-16,-8-1-56 0,-8-7 40 0,1-3-40 31,-1-1-88-31,8-9 16 31,4 3 0-31,12-3 0 0,7 0-72 16,5 0-56-16,0 0-304 16,9-7-24-16,10-2 264 0,13-1 104 15,-1 1-136-15,10-4 56 16,-1-2-104-16,0-1-72 16,-4-6-56-16,0-1 56 0,-8-3 176 15,0-3 24-15,-12-5-104 16,0 3 88-16,-8-8 88 0,-8 1 0 15,0 4 48-15,0 2-48 16,0 6 48-16,-4 4 128 31,0 12 224-31,-6 10-152 0,4 0-136 16,2 23-104-16,-5 18 104 0,6 14 72 16,3 5 32-16,0-1-40 0,0-2-8 15,3-3 8-15,10-13-104 16,-7-5-64 15,8-11 64-31,-6-6-64 16,-1-6 0-16,-3-10 0 0,-4-3 104 15,0 0-40-15,0 0-72 16,-8-19-136-16,-3-3-192 0,-6-4 64 0,1-6-192 16,1 1 32-1,7 2 128-15,-4 4-96 16,12 3 144-16,0 8-24 0,0 5 144 15,0 6 128-15,0 3-8 16,12 0 8-16,4 7 8 0,7 5 192 16,5-2-40-16,4-3 16 31,9-4-56-31,-6-1-24 0,5-2-48 16,-4 0-40-16,-1-9 8 15,-3-7-16-15,-4-5-144 16,-7-5-80-16,-1 0-8 0,-9-2 16 31,-7-1 88-31,0-3 72 16,-4 1 32-16,0 2-40 0,-4 0 56 15,-4 5 8-15,1 0 0 16,-2 15 16-16,1 4 184 16,1 5 64-16,3 2-120 0,-1 30 0 15,2 9-8-15,-2 14 224 31,5 11 192-15,0-3-40-16,0 1-184 0,8-7 16 16,1-4-168-16,2-7 0 15,6-8-168-15,-10-10 40 16,6-5-48-16,-2-8-144 0,1-5-232 16,1-8-568-16,10-2-1032 15,1-18-2785-15,-8-5-3785 0</inkml:trace>
  <inkml:trace contextRef="#ctx0" brushRef="#br0" timeOffset="13720.11">3680 13375 11058 0,'0'0'3097'0,"0"0"-2257"31,0 0-88-31,0 0 536 0,120-3-464 16,-81-2-376-16,5-2-288 15,-7 5-112-15,-6-2-48 16,-11 4-296-16,-5 0-528 0,-6 6-680 16,-9 13-1705-16,0-3-1960 15,-4 0-2343 1</inkml:trace>
  <inkml:trace contextRef="#ctx0" brushRef="#br0" timeOffset="13954.47">3728 13576 11282 0,'0'0'1464'0,"0"0"625"16,0 0-97-16,0 0-528 0,0 0-655 16,132 12-425-16,-97-12-224 15,1 0-160-15,-1 0-32 0,-10 0-440 16,-5 0-577-16,-5-3-1583 16,-10 3-5570-16</inkml:trace>
  <inkml:trace contextRef="#ctx0" brushRef="#br0" timeOffset="23634.03">4668 13271 96 0,'0'0'12122'0,"0"0"-10402"16,0 0-327-16,0 0-89 0,0 0-360 15,0 0-416-15,0 0-112 32,-7-9-127-32,7 2-137 0,0 1-32 31,7-4-64-31,6 1 40 16,6-7-88-16,5 3 8 0,4-2-8 15,-1 8-8-15,-2 7 0 16,3 0-8-16,-12 22-64 15,-4 16 72-15,-8 20 56 0,-4 8 0 16,-9 7 16-16,-14 0-72 16,-13-9 8-16,-4-8 88 0,-3-4-88 15,7-17 80-15,-1-6-72 16,9-15-8-16,13-3-8 16,11-11 0-1,0 0-72-15,4-6-168 0,0-11 112 16,4-5 56-16,11 1 0 15,5-2 16-15,1 7 48 0,2 4 0 16,-3 8-64-16,7 4 24 16,-1 0 0-1,-2 0 48-15,3 9 8 16,-4 1 80-16,-3 3 16 0,5-7-48 16,-13 4 8-16,4-7-64 15,-4 1 16-15,4-2-16 0,-8 5-96 16,3-7-441-16,2 5-1007 31,-1-1-1561-31,-1-1-3744 0</inkml:trace>
  <inkml:trace contextRef="#ctx0" brushRef="#br0" timeOffset="23920.87">5270 13633 11002 0,'0'0'3153'0,"0"0"-1889"15,0 0 48 1,0 0-464-16,0 114-488 15,0-85-200-15,0 0-112 0,0-7 16 16,0 0-64-16,0-6-136 0,0-1-248 16,0-5-504-16,-3-10-752 15,3 0-2761-15,-4 0-2129 0</inkml:trace>
  <inkml:trace contextRef="#ctx0" brushRef="#br0" timeOffset="26148.47">5538 13246 4672 0,'0'0'1097'16,"0"0"15"-16,0 0 216 0,0 0 145 0,0 0-201 16,0 0-96-16,47-19 32 15,-42 19-271-15,2 0-201 0,5 0-104 16,4 7 56-16,4 8-112 31,4 7-112-31,0 7-112 16,4 2 48-16,4 1-160 0,-8 0-96 15,4 0-64-15,-5-4-24 16,-3-2-48-16,1-2 8 0,-7-4-8 16,-4-1-8-16,-6-6-64 15,-4 1-144-15,0-2-288 0,-9 0 152 31,-14-2-8-31,-9-1 208 16,0-2-8-16,-1-7 152 16,1 0 0-16,5 0-8 0,11-13 16 15,4-3 112-15,12-5-72 16,0-6 0-16,8-1-48 0,20-4 0 16,4-2 8-16,4-5-8 15,7-2 8 1,-6 2 48-16,-2 1 16 0,-3 0 0 15,-11 4 8-15,-6-1 64 16,-7-1-40-16,-8 4 48 16,0 1 8-16,-28 2-8 0,1 7 0 15,-11 0-56 1,3 12 8-16,-8 7 72 16,2 3-63-16,2 10-105 0,7 15-8 15,4 14 0-15,13 2-48 16,6 2-17-16,9 3-159 15,0-9-376-15,24 1-496 0,8-6-984 32,-4-6-2217-32,0-13-4161 0</inkml:trace>
  <inkml:trace contextRef="#ctx0" brushRef="#br0" timeOffset="26554.7">6200 13189 9634 0,'0'0'2120'16,"0"0"-744"-16,0 0 401 0,0 0-497 16,47 120-464-16,-27-91-440 15,8 0-128-15,0-1-72 0,4-2-112 16,-4 0-56-16,0-5 0 0,-9 2-8 16,1-5 0-16,-8-2-200 15,-3-4-24-15,-5 2 48 0,-4-5-152 16,0 4 40-16,-10-3 152 15,-9 2 16-15,-2-2 120 0,-10-7 8 16,0-3 48-16,-5 0 32 16,8 0 168-16,-4 0-184 15,8-16-72-15,4 4-104 0,8-4-168 16,1-16-736-16,6 9-1865 0,1-2-3736 16</inkml:trace>
  <inkml:trace contextRef="#ctx0" brushRef="#br0" timeOffset="26804.69">6239 13087 11986 0,'0'0'2705'0,"0"0"-1161"16,0 0-32-16,0 0-640 0,163-61-335 15,-107 46-273-15,-4-1-160 0,-3 4-24 16,-6 5-80 0,-7 0-104-1,-12 4-200-15,-10 3-305 16,-4 0-607-16,-2 0-1264 0,-8 3-3810 16</inkml:trace>
  <inkml:trace contextRef="#ctx0" brushRef="#br0" timeOffset="28349.31">2624 15272 9962 0,'0'0'4064'0,"0"0"-2503"15,0 0 255-15,0 0-608 0,0 0-471 31,0 0-385-31,0 0-192 16,0 0-88-16,20-96-24 16,-20 52-40-16,4-1 48 0,-4-2-48 15,3-5 0-15,2 5 0 16,2 6-8-16,0 9 8 0,-1 13-8 31,5 13-8-31,1 6-96 16,0 54-112-16,8 47 112 0,8 45 104 15,-4 17 8-15,-8 2 80 16,-4-42-80-16,-8-38 0 16,-4-21 0-16,0-18-8 0,0-5-8 31,0-4 8-31,0-8-8 16,0-17 8-16,-8-12 0 0,4 0 112 15,-8-22-40-15,4-13-72 16,-4-6 0-16,0-9 0 0,-4-4-8 15,4-3-88-15,4-2 8 16,0 1-16 0,8-7 32-16,0 2 16 15,0 2-32-15,16 1 32 0,8 13-16 0,-4 5 56 16,4 8-40-16,-2 11 48 16,4 7-40-16,-2 10 32 15,0 6-40 1,0 0-32-16,4 6 32 15,-13 16 40-15,2 0-24 16,-6 4 24-16,-11 0 16 0,0-4-40 16,-3 0 40-16,-18-2 128 31,-7-6-8-31,-4-3-8 0,4 2-56 16,0-8 112-16,5-1 8 15,11-4-56-15,8 0-120 0,4 0 0 16,0 0-72-16,4 0-104 31,16 0 112-31,7 0 64 16,6-4-8-1,6-8 0-15,1-5-48 0,-3-4-88 0,2-2 0 16,-7-2-56-16,-4 2 23 16,-8 5 25-16,-4 2 64 0,-5 4 16 15,-6 8 72-15,-5 4-8 31,0 7-144-31,0 18 152 0,4 9 144 16,8 5 16-16,0-4-80 16,4-4-8-16,8-5 49 0,-1-11-113 15,6-8 120-15,-2-7 8 16,-3 0-56-16,4-7-72 16,-12-11-8-16,4-10 0 0,-13-1-48 31,-2-3 48-31,-5 0 0 15,0-3 8-15,-16 1-8 0,-12-2 8 16,-8 8 40-16,-4 3 0 16,-8 5 184-16,0 14 16 15,1 6-112-15,-1 12-128 0,8 20-8 16,8 10-8 0,13 1-8-16,10 5-288 15,9-3-424-15,32 3-817 0,4-10-2336 16,4-16-2648-16</inkml:trace>
  <inkml:trace contextRef="#ctx0" brushRef="#br0" timeOffset="29018.31">3604 14998 10138 0,'0'0'2232'16,"0"0"9"-16,24 137-233 0,-12-73-624 15,-4-1-567-15,-1 0-329 16,2-9-144-16,-5 0-168 0,3-12-104 31,-2-8-16-31,3-5-56 16,-4-13-256-16,0-9-192 0,-4-7-273 31,0 0-231-31,0-20-488 16,0-5-1081-16,-12-13-575 0,-4 0-17 15,3-7-776-15,6 7 2585 16,-1 6 1304-16,4 7 1848 0,4 7 769 16,0 8 1400-16,0 6-1993 0,9 4-495 15,6 0-241 1,0 0-344-1,10 0-248-15,3 4-200 16,-1 3-184-16,5-2-160 0,-4-2-80 16,0 1 8-16,0-1-32 0,-4-3-40 15,1 0-8-15,-2 0-8 0,0 0 8 16,-6-7-104-16,3-5 40 31,-12-4-56-31,0-3 16 16,-4-3 48-16,-4-4 48 0,0 0 8 15,-4-2-8-15,-9 2 8 16,2 11-8-16,2-2 8 0,-2 15 64 16,7 2 8-16,-4 6-24 15,4 29 48-15,0 9 272 0,0 13 297 32,4 5-17-32,0 0-96 15,0-4-56-15,12-5-208 0,-4-8-192 16,4-4-88-16,-4-8-8 15,0-9-144-15,-1-4-440 16,-2-5-472-16,3-8-753 0,-4-7-3928 0</inkml:trace>
  <inkml:trace contextRef="#ctx0" brushRef="#br0" timeOffset="29283.93">4517 15296 4096 0,'0'0'9730'16,"0"0"-8633"-16,0 0 615 16,0 0-496-16,0 0-392 31,151 7-463-31,-102-3-41 15,-7-2-144-15,-5 5-176 16,-6 0-16-16,-10-5-624 0,-9 2-249 16,-12 1-775-16,0-5-2465 0,0 0-2760 15</inkml:trace>
  <inkml:trace contextRef="#ctx0" brushRef="#br0" timeOffset="29518.29">4493 15405 9674 0,'0'0'5577'15,"0"0"-3825"-15,0 0-152 0,0 0-495 16,0 0-529-16,33 21-64 16,-6-21-112-16,4 0-144 0,6 0-200 15,-9 0-56 1,0 0-216-16,-5 0-384 15,-4 0-328-15,3 0-577 16,-15 4-2511-16,1-1-4170 0</inkml:trace>
  <inkml:trace contextRef="#ctx0" brushRef="#br0" timeOffset="30038.43">5625 15462 10538 0,'0'0'2768'15,"0"0"-911"-15,0 0-97 16,-13-114-632 0,13 66-536-16,0-2-319 15,0-1-33 1,0-4-88-16,-3 8-104 15,3 2-40-15,-4 11 40 16,4 7 16-16,-4 12 8 0,4 5 16 16,-4 7-16-16,4 3-32 15,0 0-40-15,0 0-96 0,0 20-96 16,0 15 192-16,0 9 112 16,0 6-8-16,0 8 24 0,4-4-56 15,4-6 24-15,1 0-88 16,-2-11-8-1,0-5 0-15,2-1-128 0,-5-7-184 32,4-3-224-32,0-5-553 15,8-10-1167-15,-8 1-2681 16,4-7-3129-16</inkml:trace>
  <inkml:trace contextRef="#ctx0" brushRef="#br0" timeOffset="30366.55">5968 15014 10058 0,'0'0'4729'0,"0"0"-4193"0,0 0 344 15,0 0 280-15,0 0-400 0,24 124-320 32,-8-104-135-32,4-2-89 0,8 1-8 15,-4-6-40-15,8-1-16 16,3-5-16-16,1 3-56 16,-5-4-64-16,6-4-16 0,-5 3-200 15,-8-3-304-15,0 1-745 31,-4 1-1559-31,-12-4-4338 0</inkml:trace>
  <inkml:trace contextRef="#ctx0" brushRef="#br0" timeOffset="30632.16">6347 14945 11210 0,'0'0'4153'0,"0"0"-3345"16,0 0 776-1,0 0-463 1,-36 130-473 0,36-80-192-16,0 1-104 15,0 0-128-15,0-3-152 0,0 0-72 16,0-8-112-16,0 2-264 15,0-3-232-15,0 4-409 0,0-11-1207 16,0-10-4818-16</inkml:trace>
  <inkml:trace contextRef="#ctx0" brushRef="#br0" timeOffset="30944.64">7168 15220 1464 0,'0'0'13691'0,"0"0"-12003"15,0 0-808-15,0 0 88 0,0 0-455 0,0 0-161 16,0 0 56-16,71 0-200 16,-46 0-112-1,7 0-96 1,-9 0-120-16,1 0-320 0,-4 0-352 16,-8 7-761-16,-3-4-2448 0,-9-3-7993 15</inkml:trace>
  <inkml:trace contextRef="#ctx0" brushRef="#br0" timeOffset="31723.26">7766 15008 776 0,'0'0'10418'0,"0"0"-8762"15,0 0-151-15,20-111 111 32,-16 92-528-32,0 6-472 0,-4 10-200 15,0 3-96-15,0 13-176 16,0 37-64-16,0 45 521 0,0 26-137 15,-4 20 88-15,4-25-56 32,0-27-208-32,0-28-144 15,0-14-72-15,0 1-64 0,4 0 0 16,-1-7-8-16,0-15-8 0,3-14-96 16,-6-12-168-16,0 0-40 0,0-7 48 15,0-18-136-15,0-6-16 16,0-7 32-1,0-11 128 1,-6-1-33-16,3-4-7 0,3-7-8 16,0-5-16-16,0 2 104 0,0-2 144 15,13 6 64-15,2 2 0 0,6 11-8 16,-1 8 16-16,-1 14 16 31,2 13 64-31,-6 12 48 16,5 0 32-16,-3 25 96 0,2 10 112 15,-4 6-112-15,2-6-23 16,-1 6-33-16,-12-12-48 0,-1-3-32 16,-3-8 8-16,0-4 144 31,-15-5 16-31,-5-4-48 0,-8-1-96 16,0-1-64-16,4-3-72 31,-4 0 64-31,9 0-64 0,6 0 0 31,2-7-8-31,6 5-128 16,5-1 64-16,0-4-184 15,0 5-64-15,9-1 40 0,7-4 0 16,7-3-216-16,5-2-105 0,0-1-207 16,0 0-312-16,4-3-416 0,-5 3-425 15,12-10-431-15,-10 9-217 16,-4 0-3408-16</inkml:trace>
  <inkml:trace contextRef="#ctx0" brushRef="#br0" timeOffset="32421.52">8296 14773 11778 0,'0'0'2857'16,"0"0"-1521"-16,0 121 320 0,0-58-423 31,0 5-537-31,0-6-136 0,7-1-208 16,10-8-136-16,-9-4-96 16,0-12-104-16,-4-4 24 15,-4-12-40-15,0-5-96 0,0-7-200 16,0-5-120-16,0-4 8 15,0 0 40-15,-8-4-56 0,-1-11-65 16,-2-7-79-16,2 0 96 16,9-3 200-16,0-2 96 15,0 9 88-15,0-1 88 0,17 5 72 32,-1 5 200-32,4 4 136 15,7 1 8-15,2 4-72 0,-2 0-120 16,6 0-48-16,-1-3-79 31,3 3-81-31,-3-4-8 16,0 1 0-16,4-1-8 0,-4-2-32 0,-9-2-65 15,2 1-127-15,-10-3-64 16,2 1 32-16,-6-1 32 16,-7-3 64-1,-4-6-88-15,0 0-40 16,0-6 64-16,0-7 112 15,-8-6 112-15,-3 0-64 0,-2 0-48 16,6 3 40-16,-1 7 72 0,-1 8 64 16,5 11 88-16,4 9 296 0,-4 4-296 15,1 30 176-15,3 14 336 16,0 12-23-16,0 6-25 16,0 4-8-16,0-9-160 0,3-8-120 31,5-5-128-31,-3-9-24 0,-1-7-88 15,-4-4-88-15,0-6-40 16,0-6-248-16,0 3-232 16,0-3-336-16,-4 9-297 0,-9-2-743 15,5-8-3697-15</inkml:trace>
  <inkml:trace contextRef="#ctx0" brushRef="#br0" timeOffset="34347.01">2771 16866 232 0,'0'0'1296'15,"0"0"6017"-15,0 0-4696 0,0 0-73 16,0 0-511-16,0 0-585 16,0 0-552-16,0 0-255 0,0-7-105 47,0-6-264-47,0-6-152 15,-4-6-24-15,1-7-48 0,-6-2-40 16,5-5-8-16,-4 0 8 31,8 2 0-31,-3 2-8 0,3 3-8 16,0 10 0-16,0 13-56 15,0 2 56-15,0 7-80 16,0 7-192-16,0 24-120 0,0 20 208 16,7 9 192-16,5 11 8 0,-4-5 80 15,0-2-80-15,0-4 56 0,-8-13-48 16,4-9-8-1,-4-9 40-15,0-7-40 16,0-15 0-16,0-4 40 0,0-3-40 16,0 0 80-16,0-3-8 15,0-17-80-15,0-8-8 0,-4-1-80 16,0-5 80-16,4-1-40 16,0-1 40-1,0-2 0 1,0 0-56-16,4 1 8 0,12 1-40 0,4 4 40 15,0 7 8-15,8 6-24 16,-4 10 8-16,4 9 0 0,-6 0-32 16,3 9-1-1,-4 19 49-15,-1 8 48 32,-9-1-8-32,-3-1-72 0,-8 1 80 15,0-6 80-15,-8-4 65 31,-20-6 55-31,-3-3 16 0,-6-9-48 16,-4-1 88-16,10-6-112 0,2 0-24 16,11 0-104-16,6-13 64 0,4 4-80 15,4-3 0-15,4 5-72 0,0-3-128 32,16 7 8-17,8-4 64-15,12 7-16 0,4-2 0 16,-1-1-64-16,6 3-81 15,-2-7-55-15,-3-3-48 16,-8 1 40-16,-1-4 176 0,-10-3 128 0,-1-2 40 16,-5-1 8-1,-3-4-16-15,-3 8 16 0,-5-2 24 0,3 4-16 32,-7 6 112-32,0 7 200 15,0 0-48-15,0 7-272 16,0 23 152-16,0 1 8 0,9 7 72 15,2-3 49-15,9-4-65 16,0-8-64 0,0-7-72-16,4-7 8 15,3-9-32-15,-2 0 32 0,-1-3-88 16,4-15 0-16,-5-9-56 16,-7 2-32-16,-3-6 16 0,-9-2 64 15,-4 2 0-15,-4-1 8 0,-20 0 8 0,-8 1 72 31,-8 5 32-31,-4 4 48 16,4 12 120 0,0 10 24-16,9 0-128 0,2 29-176 0,9 6-8 15,13 13 0 1,7 0-56-16,0-1-304 0,15-3-392 0,34-6-865 31,-14-13-2320-31,9-11-6153 16</inkml:trace>
  <inkml:trace contextRef="#ctx0" brushRef="#br0" timeOffset="34991.48">3700 16593 11306 0,'0'0'4097'0,"0"0"-3441"0,0 0 576 15,28 104-136-15,-12-60-463 32,-1 4-169-32,1-3-120 0,-4-1-112 15,1-3-88-15,-9-6-72 16,3-6-72 0,-3-7 0-1,0-9-208-15,-4-3-96 0,0-7-64 16,0-3-40-16,0-3 63 0,0-20-39 0,0-6 16 15,-4-3 192 1,-7-2-16-16,3 2 112 0,-1 3 80 0,9 7 8 16,-4 6 144-1,4 4 96-15,0 8 24 0,0 4-96 0,13 0-8 32,2 0 80-32,9 0 1 15,1 7-33 1,7-4-56-16,-4 3-48 0,3-2-40 0,4-4-64 15,-2 0 64-15,-6 0-64 16,6-4-8-16,-9-5-104 16,4-7-48-1,-13 0-24-15,-3-3-8 16,-3 1 0-16,-9-5 23 16,0-2 57-16,0-2-16 0,-13-1-64 15,-6 3-56-15,-5 3 136 16,3 0 88-16,10 9-32 15,-6 10-104 17,6 3 144-32,6 0 16 0,5 25 16 15,0 10 248-15,0 9 224 16,0 11-151-16,12-1 119 16,1-4-120-16,-1-2-104 15,-1-6-88-15,2-5-56 0,-2-5-96 0,2-9-40 16,-5-2-280-16,-1-8-432 0,1-4-1017 15,-4-6-4184-15</inkml:trace>
  <inkml:trace contextRef="#ctx0" brushRef="#br0" timeOffset="35251.47">4621 16722 11058 0,'0'0'2368'0,"0"0"-343"16,0 0-441-16,98 16-744 15,-61-9-440-15,-5-4 16 16,-4 0-416-16,-8 0-216 0,-8-3-456 0,-5 0-752 15,-7 0-1153 1,0 0-3104-16</inkml:trace>
  <inkml:trace contextRef="#ctx0" brushRef="#br0" timeOffset="35471.45">4597 16815 3488 0,'0'0'10322'16,"0"0"-8505"-16,0 0-129 15,0 0-328-15,0 0-615 16,0 0-409-16,148 0-216 0,-114 0-48 16,-1 0-72-16,-6 0-392 15,-2 0-312-15,-13 0-705 0,-9 0-2496 16,1 0-3984-16</inkml:trace>
  <inkml:trace contextRef="#ctx0" brushRef="#br0" timeOffset="36326.01">5581 16653 3744 0,'0'0'10987'0,"0"0"-8723"0,0 0-1208 15,-15-125-143-15,15 81-361 16,0 3-304-16,0 0-240 15,0 2 96-15,0 8-88 0,0 2-8 32,0 10-8-32,0 6 64 0,0 4-56 15,0 9 0-15,0 0-8 16,0 0-16-16,0 0-40 0,0 22-80 16,0 13 136-16,0 16 96 0,0 12 72 0,4 4-48 31,3 3-64-31,-3-6-48 15,5-11 0-15,-5-7-8 16,7-18-144-16,-7-10-216 0,9-8-208 16,10-10-625-16,-7-10-1407 31,4-11-5690-15</inkml:trace>
  <inkml:trace contextRef="#ctx0" brushRef="#br0" timeOffset="36556.93">5813 16380 5193 0,'0'0'7921'0,"0"0"-5856"0,0 0 71 16,15 79-760-16,5-54-511 15,1-3-273-15,7-3-208 0,3-3-160 16,5-3-40-16,-4-6-72 15,0-2-112-15,-4-5-88 0,0 0-200 32,-4 0-184-32,-5 0-256 15,-2 0-337-15,-7 0-1095 16,4 0-2865-16,-10-9-5025 0</inkml:trace>
  <inkml:trace contextRef="#ctx0" brushRef="#br0" timeOffset="36775.67">6151 16341 8121 0,'0'0'5129'16,"0"0"-3072"-16,0 0 103 16,0 0-359-16,0 0-553 15,-20 133-544-15,20-84-264 0,0-2-168 16,0-2-208-16,0-7-64 15,0-1-216-15,4-1-512 0,-4-1-400 16,0-7-457 0,0-6-3128-16</inkml:trace>
  <inkml:trace contextRef="#ctx0" brushRef="#br0" timeOffset="37275.65">6753 16548 3568 0,'0'0'8106'0,"0"0"-5249"16,0 0-441-16,0 0-728 0,0 0-799 16,0 0-473-16,0 0-128 15,0 0-64 1,84-23-104-16,-52 18-112 15,4 1-8-15,-13 1-248 0,2 3-200 16,-9 0-184-16,-9 0-505 0,-7 10-1183 16,0 2-3817-16</inkml:trace>
  <inkml:trace contextRef="#ctx0" brushRef="#br0" timeOffset="37931.68">7570 16367 1512 0,'0'0'6841'0,"0"0"-1288"16,0 0-3464-16,0 0-169 15,0 0-703-15,-3-32-409 0,3 19-352 16,0 1-136-16,15-4-104 15,6-4 8-15,6 5-152 0,5-1-64 16,0 10-8-16,0 6 0 16,-4 0-48-1,-1 19-32-15,-8 23-8 16,-9 14 80-16,-10 11 8 0,-10 6-8 16,-21-1 0-16,-8-11 0 15,-8-7 8-15,2-13 8 0,6-12 0 31,3-13 8-31,8-4 32 16,3-12-40-16,13 0-8 0,5 0 0 16,7-12-88-16,0-1-72 15,0-3 24-15,0 4 64 0,7-1-48 16,10 4 32-16,3 4 40 16,3 5 48-16,1 0 40 31,4 7 112-31,4 9 16 0,0-2-16 15,0 1 0-15,-4-5-88 16,0-1 32-16,0 0-96 0,-4-6-8 16,0 1-392-16,-5-1-256 15,-6-3-392-15,2 0-713 16,-2 0-2560 0,-5 0-4033-16</inkml:trace>
  <inkml:trace contextRef="#ctx0" brushRef="#br0" timeOffset="38181.68">8085 16716 12458 0,'0'0'4217'16,"0"0"-2873"-16,0 0-39 15,0 0-449-15,-16 111-504 16,16-86-208 0,0 1-72-16,0-6-72 15,-4 1-232-15,-4 1-456 0,-5 4-521 16,-2-6-1375-16,3-5-4362 0</inkml:trace>
  <inkml:trace contextRef="#ctx0" brushRef="#br0" timeOffset="38759.76">8261 16440 8969 0,'0'0'7378'15,"0"0"-6138"-15,0 0-488 0,0 0 209 16,0 0-449-16,51 101-312 15,-31-62-56 1,0-2-32-16,3-1-32 16,2-4-64-16,-5-4-8 0,-1-3 40 15,-10-2-40-15,2-7-8 16,-7-4-8-16,-4-6-136 0,0 1-104 16,0-4 240-16,-15 3 8 31,-5-6 8-31,-1 0 48 15,-3 0 8-15,4-3-64 0,4-10 48 16,5-3-48-16,3 0 8 0,8-2-8 16,-5-1-8-16,5-1 0 15,0 4 0-15,0-2 0 32,5-1-40-32,3 3 0 0,8-4 40 15,-5 1-96-15,9-3 96 16,0 3-40-16,0-6 48 0,1-1-8 15,-2-1 0-15,5-3 8 16,-3-4 8-16,-6-1-8 16,-2-4 0-1,-6 1 48-15,-3 1 0 16,-4 1-24-16,0 4 96 0,-4 11-112 16,-20 5 48-16,-4 9-56 0,-4 7-8 15,-7 3-88 1,-1 26 24-1,0 5-56-15,3 12-40 16,14 4-296-16,11 17-305 0,5-14-1063 0,7-10-3345 16</inkml:trace>
  <inkml:trace contextRef="#ctx0" brushRef="#br0" timeOffset="39181.62">8794 16354 11946 0,'0'0'2737'0,"0"0"-1417"0,0 0 344 16,0 0-559-16,0 0-537 15,60 137-152-15,-40-100-112 16,0 5-48 0,-4-4-152-16,-1 0-48 15,-2-9-56-15,-6-7 16 0,-2-3-16 16,-2-6-64-16,-3-6-96 16,0-2 32-16,0-1 16 0,0-4 48 15,-11 0 64 1,-9 0 8-1,-4 0 64-15,-4 0-72 0,0 0 48 16,0-9 0-16,4-1-48 16,0 0-104-16,0-2-288 0,5-2-104 15,-2-1-529-15,6 2-2735 0,-1 0-4994 16</inkml:trace>
  <inkml:trace contextRef="#ctx0" brushRef="#br0" timeOffset="39400.37">8905 16278 5393 0,'0'0'10658'15,"0"0"-8514"-15,0 0-791 0,145-70-353 16,-94 51-464-16,1 0-384 31,-9 6-152-31,-6 4-304 0,-14 2-408 16,-10 7-432-16,-9 0-1041 15,-4 0-4320-15</inkml:trace>
  <inkml:trace contextRef="#ctx0" brushRef="#br0" timeOffset="45209.28">2787 17849 96 0,'0'0'232'0,"0"0"6185"16,0 0-4313-16,0 0-1175 0,0 0 535 16,16 16-200-16,-16-16-568 0,0 0-120 15,0 0 41 1,4 0-9-16,-4 0-16 0,0-3 72 0,0 3-64 16,4-6-72-1,0-4-112-15,-4-9-96 0,6-6-136 0,8-11-112 0,-6-1-64 31,8-8 0-31,-4 1-8 32,-2 3 8-32,0 3 0 0,-2 9-8 0,-4 9 0 15,-4 11 0-15,3 9 0 0,5 0-64 16,0 26-120-16,8 25 184 16,5 12 72-16,-1 14-8 0,3 1-56 15,-3 2 40 1,0-7-40-16,-4-6-8 15,-8-10 8-15,-1-9 0 16,2-11 0-16,-1-7-8 0,-4-12-64 16,-4-4-80-16,4-12-152 15,-4-2 40-15,0 0 32 16,0-2-112-16,0-15 224 0,0-5 40 16,0-7 72-16,-4-2-16 31,0-1 8-31,0-7 0 0,-4 2 8 15,3-4 0-15,2-2 0 16,-1 6-8-16,4 5 8 16,0 0-8-16,0 10 8 0,0 0-56 15,7 6-8-15,10 0 16 32,7 7 40-32,0 0-40 31,-5 5 48-31,5 1-16 0,-7 3 8 15,-2 0-8-15,2 9-64 16,-14 10 72-16,1 4 8 0,-4 2 96 16,0 4 72-16,-20 2-32 0,-4-2-48 15,-3 0-80-15,-1-7 64 16,4 0-24-16,4-10 0 0,8-5 24 16,8-1-72-16,4-6 0 15,0 0-416-15,0 0-216 0,8 0-200 16,12-3 736-1,-1-7 96-15,8-2 48 16,-1-7-32-16,2 2 0 16,-4-4 32-16,-1 5-48 0,-3 0-96 15,-4 0 40-15,-8 10 48 16,0 3 0-16,-8 3-40 0,0 0-88 31,0 9 136-31,0 11 384 16,0 2-88-16,0 0-160 0,0 0-88 15,4-3 16-15,4 0-64 16,0-6-88-16,4-4 24 0,0 1-104 16,8-8 168-16,0-2 24 31,4 0-24-31,0-12 88 16,-1-10-88-16,1-10 8 0,1-3-8 15,-14 1 8-15,2-7-8 31,-13 5 48-31,0 1 48 0,-21 3-16 16,-10 11 224 0,-9 2 72-16,-1 6 0 15,-2 13-96-15,0 0-16 16,11 13-16-16,3 15-248 0,9 7-192 16,13 6-464-16,7 16-624 15,0-9-1577-15,7-7-3944 0</inkml:trace>
  <inkml:trace contextRef="#ctx0" brushRef="#br0" timeOffset="45521.75">3775 17532 6241 0,'0'0'7785'0,"0"0"-6840"0,0 0-177 31,0 0 224-31,0 0-328 16,21 145-368-16,-13-97 32 0,3 0-56 16,-3 0-48-16,1-4-80 15,-6 1-63-15,1-4-73 0,0 0-8 16,0-3-265-16,-4-6-367 15,0-3-392 1,0-8-1144-16,0-10-2769 16,0-5 328-16</inkml:trace>
  <inkml:trace contextRef="#ctx0" brushRef="#br0" timeOffset="45959.24">3804 17906 256 0,'0'0'9290'0,"0"0"-7602"0,0 0-608 16,0 0 624-16,0 0-335 0,0 0-481 16,0 0-320-16,135 0-136 0,-103 0-136 31,-4 0-200-31,-1 0-48 16,-7 0-32-16,-4-2 0 15,1-1-16 16,-10-11-120-31,5 5 48 16,-3-7-88-16,2-6 24 0,-7 0 0 16,-4-7 32-16,4 4 56 15,-4-1 48-15,0 1 0 16,0 0 0-16,-8 2 48 0,1 7-24 31,-1 0 176-31,-1 11 192 16,1 5 16-16,5 0-240 0,-1 5-104 15,4 27 112-15,-4 7-40 16,4 11 129-16,0 1 7 0,0 0-32 16,0-3-96-16,0-7-64 0,0-3-80 15,8-6 0-15,-1-7-48 16,6-3-344-16,-9-6-345 0,7 0-375 16,-3-3-872-1,-3-4-2985-15,-1-2-2457 16</inkml:trace>
  <inkml:trace contextRef="#ctx0" brushRef="#br0" timeOffset="46236.39">4561 17916 11498 0,'0'0'4065'0,"0"0"-3305"15,0 0 32-15,0 0-240 16,0 0-280-16,0 0-144 16,0 0-64-16,103-15-56 0,-82 11-8 31,-6 1-136-31,2 3-392 0,-6 0-512 0,-2 0-1264 0,-5 0-3298 15</inkml:trace>
  <inkml:trace contextRef="#ctx0" brushRef="#br0" timeOffset="46470.75">4521 18047 10610 0,'0'0'3096'0,"0"0"-1855"16,0 0 279-16,0 0-376 15,0 0-648-15,140-36-224 16,-105 27-208-16,1 6-64 16,-4-4-152-1,0 7 0-15,-1 0-1416 0,-6 0-472 16,-9 3-4074-16</inkml:trace>
  <inkml:trace contextRef="#ctx0" brushRef="#br0" timeOffset="46908.23">5347 17894 6129 0,'0'0'8538'15,"0"0"-7058"-15,0 0-448 16,0-111-344-16,0 73-408 0,0-1-112 15,0 5 0 1,0-2-32-16,0 8-40 16,0 6 1-16,0 6 7 0,0 7 88 15,0 9-16-15,0 0-176 16,0 0-8-16,0 29-184 16,0 5 192-16,3 14 320 15,5 5-152-15,-5-1-40 16,2-2-16-16,-1-5-104 15,4-4 32-15,-4-6-40 0,4-6-176 16,-4-7-312-16,3-1-497 16,2-11-983-16,-1-3-4065 15</inkml:trace>
  <inkml:trace contextRef="#ctx0" brushRef="#br0" timeOffset="47233.61">5697 17512 8121 0,'0'0'4353'0,"0"0"-2304"15,0 0 39-15,0 0-600 16,0 0-695-1,0 0-353-15,0 0-240 0,0 0-200 16,0-94-48-16,0 113-176 16,0 15 80-16,4 7 144 15,0 8 8-15,0 5 80 16,4-4 144-16,-4-2-112 16,-4-4-120-16,4-12 72 15,3-3-72-15,-3-7-208 0,5-3-392 16,3-6-585-16,-1-3-1311 15,-6-7-4114-15</inkml:trace>
  <inkml:trace contextRef="#ctx0" brushRef="#br0" timeOffset="47497.61">6008 17936 9618 0,'0'0'4072'0,"0"0"-2199"16,0 0-57-16,0 0-704 0,0 104-743 16,0-78-249-16,0-1-120 15,-4 0-345-15,4 3-543 16,-8 5-864-1,4-2-2793-15,-4-11-5601 16</inkml:trace>
  <inkml:trace contextRef="#ctx0" brushRef="#br0" timeOffset="50581.12">6391 17906 7457 0,'0'0'2961'16,"0"0"-953"-16,0 0-127 0,0 0-745 31,0 0-480-31,0-9-144 16,0-1 248-16,3-2-40 0,1-7-168 15,0-3-119-15,-1-7-177 16,3-6-160-16,-2-6-32 16,-4 0-56-16,0-4 48 0,4 4-48 15,-4 6 16-15,0 0-24 32,0 6 8-32,0 7-8 0,0 7 0 15,0 8-8-15,0 7-8 0,0 0-88 16,0 3-104-16,0 26 208 15,0 9 16-15,0 13 40 0,0-3-40 16,3 1-8 0,5-1 8-1,-8-7-16-15,4 1 0 0,1-4-512 16,-5-6-281-16,4 0-727 16,-4 0-448-16,0-7-2345 0,0-13-2233 15</inkml:trace>
  <inkml:trace contextRef="#ctx0" brushRef="#br0" timeOffset="51051.65">6813 17495 10234 0,'0'0'3889'0,"0"0"-2929"16,0 0 288-16,0 0-272 31,0 0-592-31,0 0-152 0,0 0-104 16,8 95-40-16,0-70 72 0,8 0 24 15,4 0 40-15,2 4-143 16,4-3 47-16,-2 2-16 0,4-3-40 15,-5-3-64 1,1-2 8 0,-4-5-8-16,-7 1 0 0,-2-6 0 15,-3-4-8-15,-8 1-8 16,0-4-96-16,0 3 16 0,-8 1 88 16,-12-2 136-16,-9 2-32 0,-2 0-8 46,-4-1-24-46,3-6-24 0,0 3-40 16,4-3-8-16,8 3-144 16,0-3-425-16,8 0-847 31,0 0-3145-31</inkml:trace>
  <inkml:trace contextRef="#ctx0" brushRef="#br0" timeOffset="51253.9">6797 17554 8569 0,'0'0'5449'0,"0"0"-4736"0,0 0 599 0,0 0-176 16,144-76-424-16,-92 57-288 0,0-3-232 15,-5 5-192 1,-2 5-264-16,-14 10-1080 0,-8 2-2745 0,-10 0-6617 0</inkml:trace>
  <inkml:trace contextRef="#ctx0" brushRef="#br0" timeOffset="52539">13231 13890 11722 0,'0'0'1496'0,"0"0"-207"0,0 0-153 16,-115 0-208-16,78 0-392 16,5-3-272-1,1-6-144 1,-1-4-64 0,8 3 40-16,4-6-96 15,4 4-16-15,8 2-120 0,0 4-32 16,8 0 64-16,-3 2 32 0,3 1 56 15,0 3 16 1,0 0-8-16,0 0-136 31,0 0-8-31,0 7-40 16,0 9 184-16,0 5 8 16,0 15 120-16,0 5 216 0,0 12 56 0,0 15-48 15,0 1-48-15,0 7 0 31,0-3-48-31,0-2-71 16,0-5 71-16,0-12-56 16,0-6-48-16,0-13-64 0,0-6-16 15,3-7-64-15,13-4 72 0,0-1 80 16,8-8-88-16,0 0-8 16,4 0 16-16,3-4-56 15,1 0 40-15,5-5-48 0,-1 0 0 16,-6 0 48-16,-1 0-48 15,-1 0-16-15,-5 0-32 0,-6 4-128 16,-2-1-80-16,-6 3-168 16,-1 3-377-16,0 1-119 0,-8 6-616 15,0 0-1273-15,0-6-3104 0</inkml:trace>
  <inkml:trace contextRef="#ctx0" brushRef="#br0" timeOffset="52982.78">13458 14316 12258 0,'0'0'1760'0,"0"0"-607"16,0 0 287-16,-7 121-632 15,14-75-240-15,18 3-112 0,6-9-47 16,5-4-137-16,4-8-136 31,-5-9-72-31,10-9-56 32,-11-7 40-32,3-3-32 15,3-6 64-15,-12-20-16 0,0-2-56 16,-8-8 72-16,-9-1-16 0,-2-8-56 15,-9 4 48-15,0-3-40 32,-20-2 40-32,-8 9-48 15,-12 2 64-15,-5 10 32 0,-5 12 56 0,-2 13 160 16,0 0-192 0,4 26-112-16,12 12-16 0,8 6-272 0,12 7-256 15,12 7-384 1,12 5-649-16,16-13-2496 0,4-11-1920 0</inkml:trace>
  <inkml:trace contextRef="#ctx0" brushRef="#br0" timeOffset="53287.85">14068 14170 11738 0,'0'0'3065'0,"0"0"-2177"16,0 0 72-16,0 0 96 0,7 148-328 16,-2-93-295-16,4-3-185 15,-6-2-120-15,5-6-80 16,-4-2 8-1,4-8-56-15,-8-2-168 16,3-7-297-16,6-9-151 0,-9-2-376 16,8-14-520-16,-5 0-1609 15,2 0-2576-15</inkml:trace>
  <inkml:trace contextRef="#ctx0" brushRef="#br0" timeOffset="53803.45">14072 14398 9434 0,'0'0'3272'15,"0"0"-1839"-15,0 0 7 16,0 0 144 0,0 0-552-16,0 0-287 15,48 51-281-15,-25-41-168 0,5-1-72 0,9-2-80 16,-1-7-48-16,0 0-40 47,-5 0-8-47,-3 0-48 15,0-7-56-15,-9-2-40 0,2 2-56 16,-10 1-96-16,2-1-64 16,-5 5-56-16,-4-5-49 0,-4 4-103 15,3 1 16-15,-3-5-16 16,5-3-224-16,-5-3 264 0,0 1 88 15,0-7 104-15,0-3 176 16,0-4 104-16,0-3 8 0,-8 0 0 16,4 4 80-16,-4 4 96 15,4 4 144-15,0 7 216 16,-4 8 168-16,4 2-256 0,0 2-304 16,-4 25 104-16,8 7 152 15,-4 10 16-15,4 4-95 0,0 3-49 16,0-3-112-16,0-5-88 15,8-7-64-15,0-4-8 0,4-8 0 16,-4-1-152-16,0-7-312 16,-4-3-337-1,-1-4-527-15,2 1-1160 16,-1-10-3322-16</inkml:trace>
  <inkml:trace contextRef="#ctx0" brushRef="#br0" timeOffset="54104.71">14670 14188 4729 0,'0'0'7977'0,"0"0"-7121"32,0 0 297-32,0 0 127 15,0 0-176-15,152 10-600 0,-113-10-32 16,1 0-328-16,-8 0-144 16,-8 0-96-16,-8 0-360 0,-4 0-512 15,-8 0-272-15,-4 0-705 16,0 0-2896-16,0 0-2552 0</inkml:trace>
  <inkml:trace contextRef="#ctx0" brushRef="#br0" timeOffset="54760.11">14993 13770 12202 0,'0'0'2241'15,"0"0"-1649"-15,0 0 288 0,0 0 624 16,0 0-584-16,127 47-479 15,-83-43-97-15,5-4-104 16,-6 0-144-16,0-4-88 0,-2-5 64 16,-9-1-72-1,-4 1-56 1,-9-1-56-16,-10 7 40 0,2 3-16 0,-7 0-48 16,-4 6-144-16,4 23-17 15,5 12 153 1,-5 7 144-1,3 10 120-15,1-2-40 0,5 5-8 16,-2-4-16-16,6-4-48 16,-2 2 57-16,-2-5-57 0,2-2 88 0,-3-3-96 15,-4-1 0-15,4 0 0 16,-8-6 0-16,-4 1-8 16,0-4 0-1,0-7-56-15,0-3-65 16,-8-6 25-16,-4-2-48 15,-4-12 152 1,-4 0 80-16,0-5 88 16,-8 0 153-16,0 0 31 15,-4 0-16-15,-3-14 80 0,-2 5-16 16,5 0 0-16,4-5-56 16,13 5-192-16,-1 6-64 15,4-7-88-15,4 7-16 0,8 3-272 16,0 0-400-16,0 0-336 15,0 0-905-15,0 7-2944 0,8 2-5721 0</inkml:trace>
  <inkml:trace contextRef="#ctx0" brushRef="#br0" timeOffset="55078.71">16030 14233 9826 0,'0'0'6449'16,"0"0"-5785"-16,0 0-304 15,0 0 656-15,0 0-399 0,119 3-305 16,-75-3-168-16,-5 0-88 16,2 0-40-1,-5 0-16-15,-4 0-192 16,-8 0-352-16,-17 0-729 16,1 0-1351-16,-8 0-4922 15</inkml:trace>
  <inkml:trace contextRef="#ctx0" brushRef="#br0" timeOffset="55310.71">16041 14373 13650 0,'0'0'2633'0,"0"0"-1265"31,0 0-271-31,0 0-121 31,0 0-408-31,0 0-248 16,0 0-160-16,136 6-112 0,-112-2-48 15,-1-4-336-15,-3 0-184 16,-4 0-296-16,-3 0-537 0,-2 3-1223 0,-7-3-4050 16</inkml:trace>
  <inkml:trace contextRef="#ctx0" brushRef="#br0" timeOffset="55824.75">16902 14425 10626 0,'0'0'3088'0,"0"0"-1231"15,0 0-353-15,4-121-488 0,-4 79-464 16,0 1-279-16,0 0-89 16,0-2-48-16,0 6-24 0,0-1-8 15,5 9-32 1,-5 4 56-16,0 12-32 16,0 4 48-16,0 9 32 15,0 0-104-15,0 6-72 0,0 23 0 16,0 12 320-16,4 13-56 15,0 6 0-15,3 0-120 16,-3 1-24 0,4-8-40-16,-3-8-72 15,-1-3 56-15,3-11-64 16,-3-9-288-16,0-3-312 0,0-9-304 0,4-4-697 16,4-6-2367-16,0 0-3554 15</inkml:trace>
  <inkml:trace contextRef="#ctx0" brushRef="#br0" timeOffset="56218.91">17218 14240 10386 0,'0'0'2384'16,"0"0"-655"-16,0 0-9 0,-4 110-640 15,4-71-536-15,0-1-96 16,4-10-15-16,15-3-113 0,9-8 24 16,0-11-168-1,4-2-32-15,3-4-72 16,2-4 24-16,-1-16-48 16,-4-1-48-16,-4-7 72 0,-9-5-48 15,-3-2 32 1,-12-2 104-1,-4-8 136-15,0-3-104 16,-24-3-88-16,-8 3 8 0,-3 4 192 16,-9 10 8-16,-5 8-184 15,2 20-80-15,-1 6-8 0,9 16-40 0,2 25-192 16,14 9-344-16,6 4-328 31,14 13-512-31,3-9-1705 16,0-21-5689-16</inkml:trace>
  <inkml:trace contextRef="#ctx0" brushRef="#br0" timeOffset="57175.54">17819 13471 11138 0,'0'0'2905'0,"0"0"-769"0,0 0-384 16,0 0-567-1,0 0-481-15,8-120-96 16,0 81-160-16,0-2-152 16,1 0-40-16,-2 0-72 0,1-1-112 15,-5 8-24-15,2 2-40 16,-5 9-8-16,0 8-8 0,0 8 8 16,0 7-120-16,0 7-224 15,0 25-32-15,0 11 376 31,-5 18 48-31,-2 2-48 0,7 4 48 16,0-6-48-16,0-4 0 16,0-13-368-16,0-3-272 0,0-6-328 15,0-11-993-15,4-10-4920 0</inkml:trace>
  <inkml:trace contextRef="#ctx0" brushRef="#br0" timeOffset="57563.93">18058 13414 8737 0,'0'0'3113'0,"0"0"-880"0,0 0-241 15,4-124-376-15,1 85-968 0,2 5-376 16,-3-4-143-16,4 6-57 31,1 3-24-31,-3 4-40 0,3 9 0 16,-5 4-8-16,-4 5 16 15,0 4-16-15,0 3-16 0,4 0 8 16,-4 0-88-16,0 0-17 31,3 17-111-31,6 8 128 16,-5 6 96-16,0 10 112 0,4 4 32 15,-4 3-96-15,-4-4 49 16,5-6-89-16,-5 0 0 0,0-6 40 16,0-6-48-16,0-4-193 15,3 0-327-15,1-6-680 16,-4-4-1640 0,0-2-4018-16</inkml:trace>
  <inkml:trace contextRef="#ctx0" brushRef="#br0" timeOffset="57931.77">18321 13560 3472 0,'0'0'8346'15,"0"0"-6298"-15,0 0-487 16,0 0 87-16,8 13-464 0,-4-3-415 15,-4 5-401-15,5-1-208 16,-5 0-160-16,0 3 0 16,0-5-72-16,0 5-144 0,0 1-208 15,-5-2-169-15,-7 3-623 0,5 3-664 16,3-10-2425-16,-1 2-1288 0</inkml:trace>
  <inkml:trace contextRef="#ctx0" brushRef="#br0" timeOffset="58408.77">18692 13401 11386 0,'0'0'2881'0,"0"0"-849"31,0 0-368-31,0-126-527 15,0 85-529-15,0 3-360 16,0-1-8-16,0 0-144 0,0 2-48 16,4 5-48-16,1 4 8 15,-2 8 0-15,1 7 8 0,-4 8-16 16,0 5 0-16,0 0-128 0,0 28-168 16,0 13 168-16,0 13 128 15,0 9 104-15,0 5-40 0,-4-5 0 16,4-3-64-1,-3-9-56 1,3-10-208-16,0-12-128 0,-5-7-224 16,5-9-569-16,0-4-1095 15,0-5-4762-15</inkml:trace>
  <inkml:trace contextRef="#ctx0" brushRef="#br0" timeOffset="58883.82">18994 13205 12522 0,'0'0'2241'0,"0"0"-977"15,0 0 128-15,0 0-784 16,0 0-416 0,0 0-48-16,0 0 104 15,0 0 49-15,5 126-25 0,11-94-24 16,-4 0-24-16,8 0-112 16,-8-4-104-16,0 5 64 0,-4-9-64 15,0 1-8 1,-5-5-8-1,-3-6-48-15,0-2-32 0,0-7 8 16,0-1 72-16,0-1-72 16,0-3 80-16,-15 0 56 15,-9 0 32-15,-8-7-8 16,0-5-64-16,0 0 64 31,4-1-16-31,4-4 8 16,9 5-64-16,1 2-8 0,11 3-312 15,3-14-705-15,0 5-1527 16,0 0-4666-16</inkml:trace>
  <inkml:trace contextRef="#ctx0" brushRef="#br0" timeOffset="59097.31">19015 13106 13258 0,'0'0'2873'16,"0"0"-969"-16,0 0-495 0,144-70-537 15,-98 48-472-15,0 6-232 16,-3 1-168-16,-15 5-32 0,-8 3-448 16,-8 7-336-1,-12 0-729-15,0 0-2968 16,-12 0-7249-16</inkml:trace>
  <inkml:trace contextRef="#ctx0" brushRef="#br0" timeOffset="77301.73">19665 14050 2728 0,'0'0'6177'0,"0"0"-4608"15,0 0-281-15,0 0 440 16,0 0-319 0,0 0-401-16,0 0-248 0,0 0-16 15,-4 0-96-15,4 2-80 16,0-2-127-16,-4 0-49 15,4 0-120-15,0 0-48 0,0 3-32 16,0-3-88-16,0 0-8 16,0 0-88-16,0 0 0 0,0 0 96 15,16 0-104 1,4 0 8-16,4 0 0 16,8 0 0-1,-1 0 0-15,1-5 0 0,0 1-8 0,-4 1-8 16,0 0-96-16,-8 3-32 15,-12 0-80-15,4 0-136 0,-12 0-168 32,0 0-145-32,0 0-511 15,0 10-712-15,0 2-1345 16,0-3-4753-16</inkml:trace>
  <inkml:trace contextRef="#ctx0" brushRef="#br0" timeOffset="77614.2">19737 14164 5537 0,'0'0'7113'15,"0"0"-5568"-15,0 0-409 0,0 0 544 16,0 0-640-16,0 0-592 16,28 12-223-16,-6-12-9 0,11 4-40 15,-1-1-56-15,4-3-72 0,0 0-40 16,-4 0 56-16,-4 0-64 16,0 0 0-16,-9 0-176 0,2 0-200 15,-10-3-169-15,-2 3-311 16,-9 0-1072-16,4 0-3033 0,-4 3-2625 15</inkml:trace>
  <inkml:trace contextRef="#ctx0" brushRef="#br0" timeOffset="85650.77">20450 13729 2080 0,'0'0'8194'16,"0"0"-6114"-16,0 0-319 15,0 0-169-15,0 0-352 16,0 0-456-16,-12-4-256 0,12 4-15 16,0 0-73-16,0 0-64 15,0 0-32 1,4 16 64-16,8 0-64 15,8 3-80-15,4 1-56 16,-2-2-40-16,4 2-8 0,2-12-80 16,-1 2-72-1,1-7 0-15,-3-3 0 0,-1 0-8 0,-1-18-56 16,1-5-56-16,-8-2-16 31,-8 0-8-31,0-1-32 16,-8 1-8-16,0 9 48 0,0 3 8 15,-4 4 0-15,-8 9 16 16,-8 0 32-16,-4 12 24 0,5 17 32 16,-5 5 16-16,3 14 0 15,6 0 8 1,-2 3 80-16,10-1-32 16,-1-5 8-16,-1-4-56 15,6-3 8-15,3-4-8 0,-4-2-8 16,0-5-80-16,4-6-160 15,0 2-400-15,0-7-321 16,0 0-663-16,-8-3-1008 16,4-8-2698-16,-8-1-2695 15</inkml:trace>
  <inkml:trace contextRef="#ctx0" brushRef="#br0" timeOffset="85914.75">20394 14093 8161 0,'0'0'3041'0,"0"0"-1745"32,0 0 489-32,0 0-241 0,0 0-680 15,0 0-416-15,120-38-232 31,-92 35 64-31,-4 1-88 16,4 2-136-16,-4 0-48 0,4-4-8 0,0 4-56 16,-5 0-432-16,9-3-520 15,-8 3-1128-15,-5-3-3706 0</inkml:trace>
  <inkml:trace contextRef="#ctx0" brushRef="#br0" timeOffset="86181.06">20876 14137 10338 0,'0'0'2440'0,"0"0"-1087"16,0 0 87-16,0 0-432 0,0 0-632 15,-31 103-200-15,27-78-80 16,0 0-96-16,-1-2-40 16,-3-1-392-16,5-3-640 0,-5 3-657 15,0-9-2119 1,4-4-2218-16</inkml:trace>
  <inkml:trace contextRef="#ctx0" brushRef="#br0" timeOffset="91862.84">21187 13909 5609 0,'0'0'2176'0,"0"0"-511"15,0 0-9 1,0 0-552-16,0 0-416 16,0 0-56-16,0 0 41 15,0 0-41-15,0 0-40 0,0 0-176 16,0 0 40-16,5-3 8 0,3 0-56 16,-1-6-16-16,1 2-64 31,5-2-112-31,-2-4-64 15,6 0-24-15,-6 0-64 0,1 1-16 16,4-4-48-16,-4 1 8 16,0 1 0-16,0-2 0 0,-4 4 0 15,0-1 0-15,-1 1-8 32,-2-1 72-32,3 3-72 0,-5 1 48 15,1-4-48-15,5 6 8 16,-5-2 0-16,-4 3-8 0,4-1 0 15,-1 5 8-15,1-2-8 16,-4 4 0-16,0 0-8 31,0 0-88-31,0 0-16 0,0 19 112 16,0 17 297-16,0 10-65 16,0 12-144-16,0 5-80 0,-11 4 56 15,7-4-56-15,-9-9-8 16,10 0 0-16,-5-12 16 15,3-8-16 1,2-11 56-16,3-5-48 16,0-8-8-16,0-3-8 15,0-4-8 1,0-3 8-16,0 0-88 0,0 0-88 16,0 0-137-16,0 0-223 15,0 0-352-15,0 0-160 0,0 0-1145 16,0-3-2816-16,0-7-2392 0</inkml:trace>
  <inkml:trace contextRef="#ctx0" brushRef="#br0" timeOffset="92295.46">21821 13926 3816 0,'0'0'8746'0,"0"0"-6625"0,0 0-721 16,0 0 376-16,0 0-511 0,0 0-465 31,0 0-160-31,4 0-80 16,-4-4-248-16,5 1-152 0,-5 3-96 15,0 0-64-15,0 0 8 16,0 0-8-16,0 0-32 0,0 0-280 16,0 0-376-16,0 0-528 15,0 0-1041-15,0 0-6289 16</inkml:trace>
  <inkml:trace contextRef="#ctx0" brushRef="#br0" timeOffset="95045.33">22388 14050 264 0,'0'0'7497'0,"0"0"-3336"16,0 0-2633-16,0 0 49 0,27-32-297 15,-15 13-528-15,1-8-136 0,5-4-288 16,2-4-176-1,-2-3 40 1,1 4-112-16,-3 1-16 0,-4 2-64 16,-1 8 8-16,-2 5 0 15,-1 2 0-15,-4 7 0 16,-1 5-8-16,-3 4 0 0,0 0-176 16,0 18-112-16,-3 21 288 0,-5 15 104 15,-5 6 32-15,2 4 0 0,-1-4-8 31,8-9-24-31,-5-13-31 16,9-13-65-16,0-12-8 16,0-6-129-16,0-7-511 0,13-10-552 15,-6-13-1833-15,6-2-5264 16</inkml:trace>
  <inkml:trace contextRef="#ctx0" brushRef="#br0" timeOffset="95467.18">22810 13900 6849 0,'0'0'2208'0,"0"0"-831"16,0 0 519-16,0 0-520 0,-11 108-559 15,11-93-305 1,3-5-64 0,13 0-24-16,0-3 120 15,-1-7-72-15,6 0-208 0,3 0-104 16,-1 0-48-16,5-10-8 16,-4-7-48-16,0-5-8 0,-3-7 0 0,-6 4-32 31,2-6 72-31,-10 2 128 31,-3 0-16-31,-4 1 24 16,0 3-32-16,-8 2 9 0,-16 5-9 15,-4 11-152-15,-7 4-40 16,-10 3-8-16,2 12-72 0,3 23-144 16,5 1-361-16,18 24-663 15,9-13-1472-15,8-5-4170 0</inkml:trace>
  <inkml:trace contextRef="#ctx0" brushRef="#br0" timeOffset="95920.28">23165 13427 9738 0,'0'0'4072'0,"0"0"-2919"15,0 0-249-15,0-118 192 0,12 80-392 16,-1 4-432-16,2-2-176 31,2 8 24-31,-2 2-40 0,-5 11-24 16,-5 1-40-16,1 14-8 16,-4 0-8-16,0 14-296 0,0 18 296 15,-11 14 168-15,-2 9-40 16,2 2-72-16,3-4-8 15,-1-7-32-15,9-12-16 0,0-12-72 32,0-6-248-32,0-9-384 15,5-7-472-15,7-4-1385 0,-5-8-4208 0</inkml:trace>
  <inkml:trace contextRef="#ctx0" brushRef="#br0" timeOffset="96435.89">23440 13014 880 0,'4'0'8714'15,"-4"-3"-7146"-15,4 3-560 0,4 0 696 16,-1 0-487-16,6 0-497 31,2 0-360-31,2 0-184 0,3 10-96 16,-6-2-72-16,-1 6 40 15,3-2-48-15,-8 5 80 0,5 1 40 16,-6 1 40-16,-7-3 64 16,4 4-80-16,-4-6-64 15,0 3-8-15,0 3 16 0,-11-6 64 16,-6 10 48-16,-7-3 0 16,5 2-48-16,2-1-8 0,2-3-136 15,6 0 80-15,5-3-88 0,4-3 8 16,0-5-8-16,0 3 8 15,0-5 64-15,17 1 24 0,1-5-88 16,11 1 0-16,-1 1-8 16,4-4-8-16,-4 0-56 0,0 0-8 15,-4-4 0-15,0 1-144 16,-12-3-104-16,-6 6-336 16,-1 0-672-16,-5 0-3009 0</inkml:trace>
  <inkml:trace contextRef="#ctx0" brushRef="#br0" timeOffset="97303.34">23671 13801 7073 0,'0'0'5089'0,"0"0"-4033"0,0 0 113 15,0 22 7-15,-4 10-216 16,-4 13-448-16,-9 9-264 0,2 3-104 0,-1-4-24 15,-3-1-64-15,6-8-56 16,2-3-96-16,-6-9-352 16,8-7-232-16,3-6-200 15,2-6-432-15,0-3-433 16,4-10-487-16,0 0 383 16,0 0 537-16,0 0-120 15,4-13-873-15,4-4 1273 0,-1 0 1032 16,-3-7 704-16,0-4 624 15,4 3 233 1,-3-10 159-16,-2 3 121 16,1-2-169-16,0-1-304 15,5-4-192-15,-5 5-119 0,3 2-217 16,-3 6-32-16,4-3-160 16,1 7-208-16,-2 6-136 0,1 1-104 31,-1 9-24-31,-2 2-40 15,-5 4-88 1,5 0-48-16,-2 6 0 16,1 10 200-16,0 3 0 0,4 3-111 15,1-5-33-15,-2-2 0 16,5-8-48-16,-5 0 40 16,2-4 64-16,7-3 120 15,0 0-72-15,8-7-64 16,-2-9-88-16,7-3 8 15,-1-3-8 1,4-1 8-16,0 4-16 16,0-3 0-16,-4 7-8 0,-12 5-8 15,0 10-40-15,-8 0 8 16,-4 29 48-16,-4 15 240 16,0 10-88-16,0 6 64 0,0-2-40 15,0-4-32-15,0-7 0 16,-4-9-64-16,4-6-64 0,0-7-8 31,0-9 40-31,0-6-48 16,0 0-104-16,0-8-280 15,0-2-200-15,0 7-280 0,0-7-825 16,0 6-2680-16,-5-6-4337 0</inkml:trace>
  <inkml:trace contextRef="#ctx0" brushRef="#br0" timeOffset="97883.22">22694 13154 2904 0,'0'0'5521'0,"0"0"-3960"15,0 0 847-15,0 0-263 0,0 0-681 16,112-7-376-16,-76 1-496 0,0-3-296 16,-4 2-80-16,-8 0-112 15,-9 7-56-15,-2-2-48 0,-10 2 0 16,-3 0-400-16,0 2-784 15,-11 12-664 1,-3-5-2505-16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6-17T21:28:13.6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1675 12008 2496 0,'0'0'1136'0,"0"0"4898"0,0 0-4610 16,0 0-840-1,0 0 184-15,0 0 160 16,0 0-167-1,0 0-289-15,0 0-136 0,0 0 88 16,-5 6 152-16,5-6 80 16,0-6-8-16,0-4-88 0,0-6-200 15,0-9-160 1,5-10-56-16,-1-3-8 16,0-10-47-16,0 1-81 15,0 0 40-15,3-2-40 0,6-1 0 16,-5 5 0-1,3 4-8-15,2 6 0 0,-6 6 0 16,0 10-8 0,3 13 0-16,-2 6-64 15,-1 3-145-15,9 32 89 16,0 31 128-16,4 12 144 0,1 9-16 0,-10 9-7 0,0-13-113 16,-1 2 56-1,-7-8-56-15,5-12 0 0,-8-10 0 16,4-14-8-1,-4-9-64-15,0-12-153 16,0-8-71-16,0-10-136 0,0-2-24 16,0 0-224-16,0-8-384 15,0-16-1201-15,0-6 385 16,0-15-729-16,0 7-263 16,0 7-2313-1</inkml:trace>
  <inkml:trace contextRef="#ctx0" brushRef="#br0" timeOffset="699.88">1814 11922 4216 0,'0'0'1745'0,"0"0"-361"15,0 0 328-15,0 0-215 32,0 0-465-32,13-67-344 0,2 61-304 15,9 3-120-15,0 3 120 0,4 0-56 16,0 0-96-16,-1 0 49 15,-3 3-57-15,-3 9-64 16,-6-1-160-16,-2 1-104 16,-9 4 104-16,-4 2 128 0,0 5 296 15,-8 0 0-15,-12-2-72 32,-1 2-192-32,2-5-8 0,3-1-56 15,4-5 8-15,4-6-48 16,4-2-48-16,4-4-8 15,0 0-192-15,4 0-544 0,12 0 280 16,8-7 456-16,4-5 120 16,8-4-112-1,-5 0 72-15,5-7-80 16,0-2-112-16,0 0-168 16,-4-3-64-16,0-1 8 0,-5 0-225 15,-8 7 25-15,-5 3 336 0,-6 6 200 16,-8 4 72-1,0 9 400 1,0 0 281-16,0 0-369 0,-8 22-24 16,-1 3-160-16,4 11 96 15,5-2-112-15,0-6-16 0,0 1-40 16,18-10 96-16,5-6 128 0,5-6-240 16,4-7-48-16,5 0 24 15,-2-4 32 1,1-15-24-16,-4-3-96 15,-4-6 64-15,-5 2-64 16,-11-3 0-16,-8 4 8 0,-4-4 80 16,0 3 8-16,-11 2-40 15,-17-2 72-15,-4 7 32 0,-12 1-152 32,8 8 112-32,-11 3 232 31,2 7-64-31,2 0-88 15,7 26-72-15,0 9-72 0,12 3-56 16,12 3-8-16,12 6-232 16,0-2-432-16,12 3-1032 0,12-13-1337 15,-1-6-3232-15</inkml:trace>
  <inkml:trace contextRef="#ctx0" brushRef="#br0" timeOffset="1028.46">2859 11515 9690 0,'0'0'3960'15,"0"0"-3584"-15,0 0 497 16,0 135 31-16,0-82-88 0,0 0-128 16,8 2-368-16,0-5-64 15,-2-2-128 1,8-3-80-16,-10-10-48 16,0-5-96-16,-4-3-280 0,0-8-440 15,0-10-472-15,0-9-961 16,0 0-943-16,0 0-97 0</inkml:trace>
  <inkml:trace contextRef="#ctx0" brushRef="#br0" timeOffset="1513.13">2878 11900 7817 0,'0'0'1841'0,"0"0"-361"15,0 0-144-15,0 0-72 0,0 0-335 16,0 0-353-16,140 16-96 16,-100-16 424-16,-4 0-624 0,0-3-152 15,-4-10-128-15,-4 3 0 16,-5-3-208-16,-3 1-48 16,-8-4-16-1,-4 6-32-15,0-6 24 0,-8-3 152 16,0 0 16-16,0-6 0 15,0-3 32-15,-8-1 72 0,-8-1 0 16,1 3 8-16,-1 2 8 0,3-1 0 31,1 10 120-31,4 0 128 0,1 10 40 32,3 6 88-32,4 0-328 15,0 15 128-15,0 17 16 0,0 14 136 16,0 7 24-16,8 11 88 15,0-1-120-15,-1-3-88 16,6-6-80-16,-5-7-71 0,-1-1-81 31,-3-12 0-15,5-5-8-16,-2-7-121 16,-3-3-263-16,9-10-520 0,-2-9-608 15,5 0-2817-15,0 0-1256 16</inkml:trace>
  <inkml:trace contextRef="#ctx0" brushRef="#br0" timeOffset="1802.57">3731 11794 9329 0,'0'0'2513'0,"0"0"-1769"16,0 0 480-16,0 0 345 0,0 0-729 15,148-9-472-15,-107 3 256 16,-2 3-424-16,-7 3-136 0,-4 0-64 16,-13 0-128-16,2 0-600 31,-10 0-200-31,-3 7-817 15,-4-5-1335-15,0 2-1401 0,0-4-1864 0</inkml:trace>
  <inkml:trace contextRef="#ctx0" brushRef="#br0" timeOffset="2072.77">3800 11916 8425 0,'0'0'5505'15,"0"0"-4832"1,0 0 639-16,0 0-176 0,0 0-496 0,0 0-408 16,0 0-8-1,120 25-136-15,-92-25-88 0,-5-4-184 0,-3 2-216 16,-5-1-456-1,2 3-976 17,-14 0-3081-32</inkml:trace>
  <inkml:trace contextRef="#ctx0" brushRef="#br0" timeOffset="3293.95">4759 11690 6225 0,'0'0'5793'0,"0"0"-4249"0,0 0 81 16,0 0-185-16,0 0-544 16,-3 0-488-16,3 0-256 0,0 0-152 31,13 0 88-31,2 3-32 0,5 4-8 16,0-2-48-16,4 0-128 15,0 0-120-15,-4-1-256 16,-1-4-336-16,9 0-696 15,-3 0-1041-15,-5 0-2416 0</inkml:trace>
  <inkml:trace contextRef="#ctx0" brushRef="#br0" timeOffset="4052.05">5538 11703 9906 0,'0'0'1216'0,"0"0"-776"16,0 0 88-16,0 0 16 0,7-134-232 15,-7 100-184 1,0 1-64-16,0-1-56 16,0-1 8-16,0 7-16 31,0 2 16-31,0 7 40 16,0 3 152-16,-3 9 409 0,-1 7 159 15,0 0-344-15,-5 4-264 16,1 19 64-16,1 11-104 0,-1 16 48 15,4 8 56-15,4 3 16 16,0-2-16-16,8-5-16 16,7-2-96-16,2-8-120 0,7-12 48 15,-1-7-48-15,-3-3-8 16,4-9 8-16,-3-9-144 0,-6-1-112 16,5-3-88-16,-8 0 136 15,4-14-64-15,-4-1-64 31,-5-1-8-31,2 0 112 0,-5 3 160 16,0 4 64-16,-4 2 8 16,0 7 48-16,4 0-48 0,0 7 16 15,3 15 168-15,6 3 96 32,2 4-128-32,6-1-80 15,-1-6-56-15,3-5 48 0,1-8-56 16,-4-6 0-16,4-3 112 0,0-3 24 15,0-19 8-15,-4-4-96 0,-4-9-40 16,-4 4 72 0,-8-7-40-1,-4 0-40-15,0 3 40 16,-8 3 56-16,-12 4 160 0,-8 5 48 16,0 10 48-16,-9 8-88 0,3 5-24 15,-7 5-152-15,9 18-96 0,0 9-8 16,9 5-248-16,7 4-496 15,16 11-576-15,0-11-1249 16,0-13-2808-16</inkml:trace>
  <inkml:trace contextRef="#ctx0" brushRef="#br0" timeOffset="4661.39">6387 11725 3408 0,'0'0'6330'16,"0"0"-4330"-16,0 0 144 0,0 0-623 16,0 0-281-16,0 0-400 15,-32-52-392-15,16 52-368 0,-4 0 16 16,-4 17 32-16,0 8-8 15,8 2-112 1,4 4 0-16,4-3 48 16,4-6-56-16,4 1-8 0,0-11-72 15,0-2-24-15,4-6-192 16,4-4-136-16,4 0 32 0,4 0 192 0,0-11 64 16,0-4 64-16,4-5-48 31,-4 2-8-31,4-1 80 15,-5 6 16-15,-2 6 32 0,5 7 0 16,-1 0-64-16,0 20-24 16,2 17-56-16,1 14 152 0,-4 7 64 31,-4 5 56-31,0 4 504 16,-5-3-424-16,-7-4 88 0,0 1-144 15,0-8 96-15,-19 0-40 16,-12-8 120-16,-1-7-136 0,-13-5 104 15,6-8 89-15,-9-9-17 32,8-13 56-32,-3-3 0 15,6 0-136-15,0-23-16 0,2-5-48 32,10-4-152-32,7 0-64 15,2-3-224-15,8 4-128 0,4 1-224 16,4 12-376-16,0 4-849 15,12 8-3664-15</inkml:trace>
  <inkml:trace contextRef="#ctx0" brushRef="#br0" timeOffset="5346.48">7064 11614 5513 0,'0'0'4209'0,"0"0"-2609"15,0 0 32-15,0 0-359 16,0 0-585-16,0 0-16 0,0 0-56 16,8 89-192-1,12-67-80-15,4-3 56 16,0-7-80-16,-1-5-88 0,5-7-80 15,-3 0 8-15,6-12 0 16,-6-20-48-16,-1-7-56 16,-9-5 0-1,-7-3-40-15,-8-2 32 32,0 2-48-32,-4 2 0 0,-19 4-56 15,-10 6 48-15,-3 7 0 16,1 12 8-16,-5 6 193 15,-3 10-1-15,2 10-40 0,5 19-88 16,8 12 0-16,8 9-64 16,9 4-72-16,11 4-184 0,0 0-393 15,38-3-959-15,-9-9-2297 16,3-18-2864-16</inkml:trace>
  <inkml:trace contextRef="#ctx0" brushRef="#br0" timeOffset="5654">7670 11687 5977 0,'0'0'5369'0,"0"0"-3833"16,0 0 57 0,0 117-257-16,-4-75-440 15,-4-1-360-15,-4-3-248 0,4 1-176 16,0-5-104-16,1-6-8 16,-2-3-304-16,9-2-528 15,0-12-1136-15,0-9-3514 0,0-2-3351 16</inkml:trace>
  <inkml:trace contextRef="#ctx0" brushRef="#br0" timeOffset="6108.51">7941 11448 10426 0,'0'0'1816'0,"0"0"-840"0,0 0 305 15,-56 134-249 1,49-83-512-16,3 0-64 16,4-3-184-16,0-4-16 0,7-3-176 0,10-9-24 15,2-4-56-15,1-5-64 16,4-7-40-16,4-10 104 15,0-6-96 1,-1 0-80-16,6-4-8 16,-1-14 16-16,-4-10 64 15,-1 2-72-15,-7-6 40 0,-8-3 128 16,-7 3 8-16,-5 4 0 16,0 2 216-16,-17 4 144 0,-11 13 40 31,-3 9 224-31,-9 6-176 15,-8 29-8-15,8 9-71 0,4 10-217 32,8 0-152-32,12 0-48 15,16-9-401-15,9-10-783 16,14-14-2665-16,5-12-4048 0</inkml:trace>
  <inkml:trace contextRef="#ctx0" brushRef="#br0" timeOffset="6597.52">8372 11405 6673 0,'0'0'8106'15,"0"0"-6586"-15,0 0 40 16,0 0-511-16,0 0-489 16,0 0-368-16,44-55-120 0,-16 40-72 15,0 5 0-15,4 7 0 32,-9 3-8-32,5 0-128 0,-12 22-16 15,-4 16-24-15,-12 10 128 16,0 2 48-16,-12 5 0 0,-20-5 8 15,1-2 64-15,-5-3-72 16,3-11 8-16,6-4 0 16,3-9 0-16,8-5 56 0,7-6-24 31,6-7-40-31,3-1-144 16,0-2-32-16,3 0-160 15,17 0 95-15,4 3 241 0,8 1 64 16,1 3 8-16,9-7 41 0,-1 3 63 15,3 0-8-15,-4-3-64 16,3 0 16 0,-10 0-64-16,-1 0-56 15,-4-3-80-15,-9 0-280 16,-2-1-1209-16,-10 1-3504 0</inkml:trace>
  <inkml:trace contextRef="#ctx0" brushRef="#br0" timeOffset="7989.37">2033 13440 8953 0,'0'0'2225'16,"0"0"135"-16,0 0-719 0,0 0-553 15,-15-128-456-15,15 94-168 0,0-5-136 16,0 5-160-16,0-5-48 15,4 7 8 1,2 2-56-16,-6 7-72 16,5 4 8-16,0 9 0 15,-5 7-8-15,4 3-72 0,0 16-344 16,0 25-136-16,7 32 552 16,9 35 128-16,-3 0 112 31,-6-10-192-31,-3-15 32 0,0-23-80 15,-4 4 72-15,-4-5 8 16,0-10-80-16,0-15-8 0,0-11-344 16,0-8-208-16,0-8-600 15,0-7-1345-15,0 0-2200 0</inkml:trace>
  <inkml:trace contextRef="#ctx0" brushRef="#br0" timeOffset="8676.84">1962 13319 11690 0,'0'0'1656'16,"0"0"-1248"-16,0 0-160 15,0 0 345 1,0 0 135-16,147-92-352 16,-103 82-128-16,-4 10-16 15,0 0-176-15,-8 13-56 0,-8 12-8 16,-14 3-120-16,0 5 120 31,-10 5 8-31,-5-3 64 0,-14-1 8 16,-5-5 24-16,0-4-88 15,5-9 0-15,2-4-8 0,13-5-344 16,4-3-320-16,0-4-608 16,12 0-137-16,12 0 513 31,4-11 240-31,0-6-488 0,0-7-49 16,0 0 257-16,-9 2 624 15,1 3 312-15,-12 6 24 0,-4 9 848 16,0 4 929-16,-4 0-529 0,5 0-936 15,2 10 552 1,1 6-448 0,9-3-160-16,-2-1-80 0,1-2-120 15,4-3-80-15,4-5 128 16,0-2 16-16,-4 0-144 0,3-9-8 16,1-11-288-16,3-2-264 15,-6 0-104 1,-9-6-264-16,-5-1 360 15,-7 0 184-15,0-2 384 0,-14 3 128 16,-14-5 384-16,-4 5 160 16,-8 2-88-16,0 7 184 0,-4 4 169 15,0 11 175-15,4 4-320 32,5 4-312-32,3 28-280 0,8 5-128 15,3 8-72-15,17 6 0 16,4 0-368-16,0 12-848 0,17-15-1545 15,-2-11-3640-15</inkml:trace>
  <inkml:trace contextRef="#ctx0" brushRef="#br0" timeOffset="8989.32">2867 13125 12562 0,'0'0'1561'0,"0"0"-881"16,0 0 160-16,0 153-88 31,0-93-224-31,8-6-240 16,-2 1-160-16,12-9-128 0,-7-7 0 15,1 0-328-15,4-12-848 16,-3-8-1433-16,-5-10-2912 0</inkml:trace>
  <inkml:trace contextRef="#ctx0" brushRef="#br0" timeOffset="9426.79">2835 13338 11266 0,'0'0'1336'0,"0"0"-312"0,0 0 97 16,0 0-265-16,0 0-336 15,0 0-32-15,127 73-168 16,-87-70-160-1,-3-3-160-15,-3 0 0 0,-1 0-88 16,-1-6-280-16,-4-3-32 16,-4-4-64-16,-5-1-368 0,-6 2 224 15,-2-4 79 1,-7-2 153-16,-4-8 304 16,0 1 72-1,0-4 168-15,-15-3 64 0,-1 4 105 0,3-4-41 16,-2 3 16-16,3 8-16 15,-2 7 104-15,8 11 104 16,2 3-272 0,4 13-184-16,0 21 128 15,0 21 360-15,0 7 48 16,0 9-112-16,4 2 8 0,7-6-183 16,5-4-209-16,-8-12 0 15,9-6-88-15,-9-13 0 0,3-4-185 16,2-12-559-16,-2-7-944 15,-2-9-3217-15,-1 0-5809 0</inkml:trace>
  <inkml:trace contextRef="#ctx0" brushRef="#br0" timeOffset="9676.79">3696 13382 11258 0,'0'0'1520'16,"0"0"305"-16,0 0-705 16,0 0-72-16,151 0-648 15,-106 0-272-15,-6-7-104 0,-7 7-24 16,-9 0-368-16,-3 0-536 15,-7 0-1377-15,-6 0-3368 0</inkml:trace>
  <inkml:trace contextRef="#ctx0" brushRef="#br0" timeOffset="9942.4">3740 13554 10666 0,'0'0'2384'0,"0"0"-559"0,0 0-585 16,0 0-232-16,152 0-384 16,-113 0-312-1,1 0-160-15,0 0-136 16,-8-3-16-16,-9 3-752 0,-3 0-264 15,-12-4-880 1,1 4-2913 0,-9 0-3809-16</inkml:trace>
  <inkml:trace contextRef="#ctx0" brushRef="#br0" timeOffset="16585.76">4573 13055 128 0,'0'0'96'0,"0"0"1312"0,0 0 5177 16,0 0-5176-16,20 0-97 0,-20 0 0 15,0 0-392 1,0 0-304-1,0 0 97-15,0 0 15 0,0 10-232 16,0 6-16-16,-9 16 176 16,2 9-104-16,-2 6-104 0,6 1-176 15,-1 3-136-15,4-10-24 0,0 0-40 16,7-9 16-16,14-10 0 16,2-6-40-1,9-13-48-15,5-3 8 31,-1 0 8-31,3-25 25 16,1-4-41-16,-4-5-49 16,-13-7 41-16,1-2 8 0,-11-1 0 15,-5 1 0-15,-8-6 16 0,0 6 33 16,-8-3 31-16,-16 2 64 31,-5 3 24-31,2-4 64 16,-9 10 88-16,-3 6-32 0,2 8 120 15,-2 8-80-15,-1 13-216 16,-4 3-112-16,0 28-232 0,0 14-40 16,8 12-224-16,8 42-512 15,9-17-1017-15,14-6-5232 0</inkml:trace>
  <inkml:trace contextRef="#ctx0" brushRef="#br0" timeOffset="17054.48">5155 13372 96 0,'0'0'12866'0,"0"0"-10785"31,0 0-1153-31,0 0 72 0,0 0-376 16,0 0-296-16,0 0 8 16,0 0-32-16,-16 124-63 15,12-91-65-15,-4-2-72 0,0 1-56 16,4-3-32-16,-4-1-8 31,4-5-8-15,4-5-88-16,-4-2-216 0,4-4-313 15,0-5-767-15,0-3-1184 16,0-4-3418-16</inkml:trace>
  <inkml:trace contextRef="#ctx0" brushRef="#br0" timeOffset="17648.2">5370 13132 11674 0,'0'0'2136'15,"0"0"-847"-15,0 0 335 16,0 0-736-16,0 0-488 16,84-83-152-16,-56 67-48 0,4 4-56 15,3 2-88-15,-3 3-40 16,-4 7-16 0,-5 4 0-16,-5 21 8 15,-11 10 89-15,-7 13 95 0,0 12 0 16,-16 3-88-16,-16 1-24 15,-5-4-16-15,-1-9-56 0,-3-6 40 16,9-11 0-16,4-11-48 16,9-10 0-1,6-10 8-15,10-3-8 16,3 0-104-16,0-10-208 0,0-16 8 16,8 1-113-16,4-6-119 15,8 5 80-15,-4 4 240 0,4 2 112 31,-5 15 88-31,2 1 16 16,2 4 16-16,-2 4 240 16,3 11 88-16,-1 4 72 0,-3-2-88 15,5 1-15-15,-2-4-89 0,5-9-120 16,-4 4-32-16,0-2-72 31,-4-3-72-31,3 2-208 16,-6-3-385-16,-1 6-791 0,-5-2-3145 15,-2-2-5897-15</inkml:trace>
  <inkml:trace contextRef="#ctx0" brushRef="#br0" timeOffset="18012.72">6012 13242 4825 0,'0'0'7641'15,"0"0"-5704"-15,-20-108-401 0,20 64-80 16,0 3-520-16,0 6-463 16,0 9-201-16,0 7-24 0,0 10-40 15,0 9-56 1,0 0-104-16,0 6-48 15,0 23 88-15,0 12 88 16,8 13 96-16,-4 10-112 0,8-4-48 16,-4 1-24-16,4-7-40 15,-4-8 8-15,0-3-56 0,0-6-40 32,-1-8-280-32,2-4-264 15,-5 0-312-15,0-5-801 0,-4-8-3024 16</inkml:trace>
  <inkml:trace contextRef="#ctx0" brushRef="#br0" timeOffset="19607.58">2033 15351 6513 0,'0'0'6961'0,"0"0"-5896"16,0 0-201-16,0 0-168 0,0 0-312 15,13-92-208-15,-9 60 72 16,-1-3 72-16,-3 4 16 16,4-1-72-16,-4 3-88 0,0 7-96 0,0 3 8 15,0 9-16 1,0 4 112 0,0 6-16-16,0 0-168 15,0 26-176-15,0 17 176 0,0 11 128 16,0 13-32-16,0 7-15 15,4-2 7-15,4-2-40 0,-3-3-40 16,-1-16-8-16,-1-10 0 16,1-12-48-16,-4-10-209 0,0-13-295 15,0-6-128 1,0-6 152-16,0-23-600 16,0-7-593-16,-7-1 353 15,-5-4-256-15,-1-4 80 0,-2 1 791 16,2-1 513-16,-6 3 240 15,10 1 152-15,2 7 921 16,3 2 519 0,4 6 232-16,0 5-295 15,0 1-425-15,0 1-168 0,8 4-464 16,12-2-312-16,-1 8-48 16,5 3 24-16,7 6-64 15,2 0 128-15,8 15 40 0,-2 11 40 31,1 8-120-31,-1 2 16 16,-2 6-7-16,-5-5-41 0,-8 1-128 16,-13-6-8-16,-7-6 8 15,-4-4 96-15,-4-3 128 0,-24-6-48 16,-7-6-64-16,-1-7-8 16,-5 0 16-1,6 0-24-15,3-4-96 16,13-10 16-16,2 5-8 0,5-3-8 15,12-1 0-15,0 4-112 16,0-1 16-16,5 3-16 16,9 4-32-16,7 3 8 15,7 0 8-15,0 0 120 32,4 0-8-32,4 0-24 15,-8 0 40-15,4 0 0 0,-1-9 0 16,-6-4 0-16,-1-5 0 15,2-5 0-15,-9-2-8 16,-1 0-56-16,-4-7 56 0,0 4 8 16,-9-1 0-16,-3 0 0 15,0 4 0 1,0-2 8-16,0 9-8 16,0 2 16-16,0 7-16 0,0 9 8 15,0 0-8-15,0 15-144 16,0 17 144-16,0 13 56 0,13 5 64 15,-1 4-48-15,0-3 0 16,4-1-48-16,-9-1-16 0,10-8-8 16,-10-7-208-16,0-5-337 0,-1 0-887 15,-6-12-1592 1,0-9-3938-16</inkml:trace>
  <inkml:trace contextRef="#ctx0" brushRef="#br0" timeOffset="20079.57">2512 15190 7417 0,'0'0'4921'16,"0"0"-3417"-16,0 0-31 15,0 0-241-15,0 0-360 16,147 40-304-1,-102-40-256-15,-6 0-168 16,5 0-72-16,-10 0-24 0,4 0-48 16,-10 0-80-16,-1-10-104 0,-7 3-96 15,1-2-120 1,-10 0 0-16,2-3 8 0,-5-5 16 31,-5 2 88-15,-3-7 72-1,0-4 56-15,0 1 80 0,-8-4 80 0,-8 0 8 16,1 7 72 0,-2 0 40-16,5 12 64 0,4 5 152 15,0 5 208-15,1 9-304 16,7 23-80 0,0 15 216-16,0 11 184 0,0-2-160 15,4 5 33-15,7-3-89 16,6-11-168-16,-7-6-96 0,4-6-40 15,-3-14-40 1,2-1-256-16,2-11-448 0,2-9-737 0,-2 0-1415 16,-7 0-4290-1</inkml:trace>
  <inkml:trace contextRef="#ctx0" brushRef="#br0" timeOffset="20329.72">3464 15154 4200 0,'0'0'1225'0,"0"0"6560"32,0 0-6272-32,0 0-129 15,0 0-56-15,136 0-448 16,-91 0-423-16,2 0-113 0,-8-3-248 0,2 0-96 15,-17 3-392 1,-12 0-345-16,-9 0-863 0,-3 0-1161 31,0 0-3552-31</inkml:trace>
  <inkml:trace contextRef="#ctx0" brushRef="#br0" timeOffset="20528.49">3449 15341 4480 0,'0'0'8242'15,"0"0"-6057"-15,0 0-377 0,0 0-504 32,0 0-624-32,131 13-455 0,-91-13-225 15,-5-3-289-15,-2-11-759 16,-6 6-2016-16,-14 2-6915 0</inkml:trace>
  <inkml:trace contextRef="#ctx0" brushRef="#br0" timeOffset="20969.72">4553 15220 104 0,'0'0'13138'15,"0"0"-10633"1,0 0-809-16,0-120-472 15,0 72-559-15,0 1-329 16,0-4-136 0,-5 6-24-16,5 4-64 0,-3 13 8 0,-1 9-16 15,0 10 88-15,4 9 0 0,-4 5-192 32,4 31-48-32,0 15 48 15,0 15 144-15,0 7-40 16,8-4 16-16,4-2-72 0,0-9-40 15,0-4 0-15,4-11-8 16,-1-4-128-16,2-7-312 0,-2-7-296 31,2-9-336-31,-6-7-1321 16,2-9-5033-16</inkml:trace>
  <inkml:trace contextRef="#ctx0" brushRef="#br0" timeOffset="21269.7">4836 14922 432 0,'0'0'13923'0,"0"0"-11731"0,0 0-912 0,0 0-103 16,0 0-457-1,51 96-216-15,-27-74-112 0,8-7 48 0,9 5-128 16,-5-5-64 0,3-5-144-16,1 2-88 0,0-2-16 0,-4 0-112 31,-4-1-128-31,-8 1-272 16,0-7-96-16,-9 4-112 15,2-5-209-15,-3-2-687 0,-5 0-1200 16,4 0-3362-16</inkml:trace>
  <inkml:trace contextRef="#ctx0" brushRef="#br0" timeOffset="21514.73">5223 14817 160 0,'0'0'768'15,"0"0"11114"-15,0 0-8921 32,-16 144-753-32,16-87-727 0,0 3-449 0,0-6-328 15,11-3-272 1,2-7-288-16,6-3-144 0,-2-6-112 16,-6-6-504-16,2 2-464 15,-3-11-609-15,-5-5-4008 0</inkml:trace>
  <inkml:trace contextRef="#ctx0" brushRef="#br0" timeOffset="21894.59">6060 15087 288 0,'0'0'0'0,"0"0"0"16,0 0 9610-16,0 0-6682 0,0 0-463 15,0 0-305-15,0 13-871 0,11-10-457 32,12-3-24-32,14 0-176 15,4 0-312-15,1 0-136 16,7 0-96-16,-5 0-88 0,4 0-376 16,-9-3-392-16,6-3-392 15,-19 2-1489-15,-5-2-5561 0</inkml:trace>
  <inkml:trace contextRef="#ctx0" brushRef="#br0" timeOffset="22300.83">6976 14925 1144 0,'0'0'4057'15,"0"0"2152"-15,0 0-5329 0,17 127 929 16,-6-63 55-16,2 3-488 31,-2 5-576-31,1 2-87 0,4-8-217 16,-4-3-208-16,1-5-120 16,-2-11-168-16,5-5 0 0,-4-10-336 15,0-7-384-15,8-16-793 16,-9-6-1319-16,2-3-3786 0</inkml:trace>
  <inkml:trace contextRef="#ctx0" brushRef="#br0" timeOffset="22989.94">6893 14988 12738 0,'0'0'2777'0,"0"0"-1049"0,0 0-239 0,0 0-561 16,0 0-616-16,0 0-224 31,0 0-80-31,147-56-8 0,-95 56-8 16,0 0-112-16,-5 18-32 15,-2 11-16-15,-13 6 0 0,-8 0 24 16,-13 0 96-16,-7-3 40 15,-4-4 8-15,-11-6 16 32,-21 2 88-32,-4-13 32 0,-1 1-32 15,2-5-8-15,3 0-48 16,8-7-40-16,12 0-8 0,5 0-56 16,7 0-192-16,0 0-160 15,0 0-113-15,11 0-175 16,9-3 8-1,0-8 88-15,8 2-232 16,0-3-32-16,0-4-49 0,0 6 273 16,-4-2 344-16,-4 6 296 0,-5 2 280 15,-7 4 793-15,0 0 255 16,1 10 40 0,2 12-560-1,6 1-304-15,7-2-87 0,3-1-81 16,5-10-88-1,4-8 8-15,4-2-40 16,-1-7-72-16,2-18-72 0,-6-3-64 16,-7-10 0-16,-8 0 0 31,-12-3 64-31,-8-4-24 0,0 3 72 16,-20 1 56-16,-16 3 16 15,-8 7 0-15,-3 8 96 0,-9 8-16 16,0 15-176-16,0 0-80 15,9 22-16-15,6 16-72 47,13 9-24-47,12 8-368 0,16-2-288 16,5 17-240-16,15-16-881 16,4-13-3184-16</inkml:trace>
  <inkml:trace contextRef="#ctx0" brushRef="#br0" timeOffset="23263.73">7846 14748 14931 0,'0'0'2272'16,"0"0"-1208"-16,0 0-151 15,0 0-593-15,0 0 0 16,11 161-8-16,-2-87-72 0,3-5-104 31,-1-5-64-31,6-8-72 0,-6-10-136 16,2-9-232-16,-2-8-152 16,1-10-288-16,-4-9-809 15,4-10-1584-15,-8 0-4200 0</inkml:trace>
  <inkml:trace contextRef="#ctx0" brushRef="#br0" timeOffset="23520.24">7953 14970 13274 0,'0'0'2601'0,"0"0"-697"0,0 0-439 15,0 0-537-15,0 0-304 0,0 0-280 0,139 105-144 16,-86-102-88-16,-6-3-112 16,1 0-264-1,-4 0-168-15,-5-3-160 16,-6-10-40-16,-9-3-64 0,-4-5-601 16,-8-6-639-16,-8 5-1209 15,-4 0-3296-15</inkml:trace>
  <inkml:trace contextRef="#ctx0" brushRef="#br0" timeOffset="23754.6">8352 14691 256 0,'0'0'152'0,"0"0"6769"16,0 0-688-16,0 0-4584 0,0 0 71 31,0 0-184-31,0 0-407 0,-16 146-321 15,16-86-128-15,0 0-168 16,0 1-264-16,0-10-136 16,8-1-112-16,0-11-48 0,-4-5-336 15,0-6-296-15,-1-5-256 32,-3 6-513-32,0-10-2639 0,-7-3-4418 0</inkml:trace>
  <inkml:trace contextRef="#ctx0" brushRef="#br0" timeOffset="25386.5">8990 15078 24 0,'0'0'104'16,"0"0"9017"0,0 0-6256-16,0 0-568 15,0 0-273-15,0 0-648 16,0 6-584-16,0-6-255 0,0 0-105 31,0 0-152-31,0 0-32 0,0 0-40 16,0-4 16-16,0 2-72 31,0 2-8-31,4-3 32 16,0 3-56-16,0-6-56 0,3 6-56 15,-3-3 0-15,1 3 0 16,3 0 0-16,-4-4-8 0,-4 4 0 15,0 0 0-15,0 0 0 0,0 0-48 16,0 0 32 0,0 0-32-1,0 0 0-15,0 0 48 0,0 0 0 16,0 0 0-16,0 0 0 16,0 0 0-16,7 0-8 0,10 0-64 15,7 0 72 1,8 0 0-16,7 0 0 31,-3 0-8-31,7 0 8 16,-6 0-168-16,-5 0-48 0,-4 0 8 15,-9 0-120-15,-6 0-48 16,-9 0-264-16,-4 0-721 0,0 4-3184 16,-17-1-7729-16</inkml:trace>
  <inkml:trace contextRef="#ctx0" brushRef="#br0" timeOffset="25605.24">9121 15151 11402 0,'0'0'4001'0,"0"0"-2937"0,0 0 16 0,0 0-248 16,0 0-359-1,0 0-281 1,116 12-112-16,-80-9-64 16,-1 1-16-16,1-2-88 0,-8-2-505 15,4 0-599-15,-9 0-1576 16,-5 0-4778-16</inkml:trace>
  <inkml:trace contextRef="#ctx0" brushRef="#br0" timeOffset="26115.87">9949 15132 12138 0,'0'0'4089'16,"0"0"-2489"-16,-10-107-391 0,2 58-497 16,8 2-392-16,-5 2-208 15,5 7-104-15,0 9 40 16,0 10-40-16,0 10-8 0,0 6 0 16,0 3-48-16,0 0-48 31,0 19-152-16,0 16 200-15,0 9 48 0,0 13 96 16,0 4-80-16,0 3 88 16,0-11-96-16,9-2 40 15,2-8-40-15,-8-4-8 0,7-7-312 16,-2 0-176-16,-1-11-313 16,-3-1-703-16,4-7-960 0,0-7-3090 0</inkml:trace>
  <inkml:trace contextRef="#ctx0" brushRef="#br0" timeOffset="26443.98">10217 14868 10546 0,'0'0'4449'0,"0"0"-3545"16,0 0 232-16,0 0-440 16,0 0-128-16,0 0-79 15,0 0-137-15,0 0-40 0,63 111-64 16,-38-92-56 0,-1 1-64-16,4-8-72 15,-5 1 40-15,5-7-96 0,4 0-80 16,-1-2-192-16,-2-1-168 15,-1-3-401 1,4 0-543 0,-4 0-688-16,-12-3-3097 0</inkml:trace>
  <inkml:trace contextRef="#ctx0" brushRef="#br0" timeOffset="26725.21">10528 14786 336 0,'0'0'1064'0,"0"0"2313"16,0 0 1512-16,0 0-3233 16,0 0 328-16,0 0-295 0,-8 19-721 15,8 16 216-15,0 9-304 16,0 4-200-16,0 8-79 0,0-4-161 15,0-5-224-15,0-2-112 16,0-7-32-16,0-4-72 16,0-5-56-16,0 0-168 0,0-7-264 15,0 7-505-15,0-8-1327 16,0-4-4145 0</inkml:trace>
  <inkml:trace contextRef="#ctx0" brushRef="#br0" timeOffset="27077.81">11003 15148 680 0,'0'0'8353'15,"0"0"-2055"-15,0 0-4658 16,0 0-376 0,0 0-303-16,0 0-305 15,0 0-288-15,0 0-168 0,147 0-96 16,-115 0-104-16,4 0-80 31,-8 0-336-31,-9 0-296 16,-10 0-697-16,-5 0-2872 0,-4 3-7209 15</inkml:trace>
  <inkml:trace contextRef="#ctx0" brushRef="#br0" timeOffset="27628.6">11541 14966 16 0,'0'0'7569'16,"0"0"-5208"-16,0 0-257 0,12 121-103 15,-5-86-593-15,2-6-392 16,7-4-272-16,0-2-192 15,3-11-120-15,5-3-48 0,4-9-127 32,0 0-73-32,4 0-64 15,0-12-56-15,0-6-56 16,-4-11 8-16,-5-3-8 0,-7-7 40 16,-3 1-40-16,-9-6 64 15,-4-1 64-15,0-2-8 0,-20 3-56 16,-8 5-24-1,-12 1-48-15,-4 13 16 16,-8 9 56-16,0 13-64 16,0 3-8-16,9 22 0 0,3 20-16 15,9 8-112-15,6 7-232 16,18-3-329-16,7 13-575 16,11-13-1736-16,13-19-4754 15</inkml:trace>
  <inkml:trace contextRef="#ctx0" brushRef="#br0" timeOffset="27894.24">12047 15132 1320 0,'0'0'10162'0,"0"0"-7682"16,0 0-511-16,0 118-233 16,0-84-696-16,0-2-479 0,0 0-185 15,0-7-192-15,0-3-184 16,0-2-64-16,0-9-256 0,0 0-400 31,0-8-1113-31,0-3-3536 0</inkml:trace>
  <inkml:trace contextRef="#ctx0" brushRef="#br0" timeOffset="28456.72">12258 14897 4296 0,'0'0'6106'0,"0"0"-81"16,0 0-4361-16,0 0-95 15,0 0-201-15,0 0-760 16,0 0-168-16,64-57-120 0,-32 41-224 16,-4-3-80-16,8 0-16 15,-5 6-8 1,-2 4 0-16,-2 2-80 15,-3 7 8-15,-7 0-40 16,2 3-8-16,-7 16-128 0,-4 14-8 16,-8 1 128-16,0 10 40 15,-15-2 48-15,-13-4-32 0,-9 0 80 32,1-6 8-32,1-6 0 31,3-12 40-31,4 0-40 15,8-5-8-15,8-3-8 0,8-3-136 16,0-3-112-16,4 0-72 0,0 0 8 16,0 0-144-16,4 0 0 0,4-5 32 15,0-2 95-15,4 4 137 16,0 3 128 0,4 0 72-1,0 0 352-15,3 10 33 0,1 5-57 16,0-2 128-16,0 3-152 15,1-4-120-15,-2-3-88 0,1-2-88 0,1-3-8 16,2-4-304-16,1 0-472 16,-4 0-785-16,-4-7-4400 15</inkml:trace>
  <inkml:trace contextRef="#ctx0" brushRef="#br0" timeOffset="28843.72">12905 15084 10842 0,'0'0'5585'0,"0"0"-4169"16,0 0 17-16,0 0-281 15,39-130-448-15,-32 98-360 0,2 0-176 16,-9 0-120 0,4 7-48-16,-4 4-48 15,0 4-16-15,0 8 56 16,0 2-64-16,0 7 24 0,-4 4-48 16,0 21 96-16,-4 13 16 15,0 10 168-15,4 8-48 16,-4 2-40-1,8 0-48 1,0-8-40-16,0-8-8 16,0-5-64-16,0-12-328 15,0 5-480-15,0-15-472 0,0-5-3745 16</inkml:trace>
  <inkml:trace contextRef="#ctx0" brushRef="#br0" timeOffset="35016.58">2855 16805 4761 0,'0'0'536'0,"0"0"24"16,0 0 4305-16,0 0-3425 0,4-106-312 15,-1 65 9 1,2-2-417 0,-1-8-168-16,0 0-112 15,2-6 0-15,4 9 56 16,-6 1-96-16,4 2-208 0,-5 13-8 16,5 4-48-16,-3 12 64 15,-2 13-40-15,6 3-160 0,-6 13-24 31,10 28 24-31,-1 35 312 16,3 6-159-16,1 14-33 0,-4 3-48 31,-3-14-64-31,-6 4 40 16,5-4-48-16,-4-15-8 16,-4-10-112-16,0-12-177 0,4-13-447 15,-4-13-696-15,4-12-1497 16,1-10-3888-16</inkml:trace>
  <inkml:trace contextRef="#ctx0" brushRef="#br0" timeOffset="35661.07">2959 16608 5065 0,'0'0'6817'16,"0"0"-5257"-16,0 0-831 0,0 0 95 16,0 0-232-16,103-38-280 15,-59 38-96-15,0 0 152 0,-1 10-80 32,-14 5-200-32,-6 5-40 15,-10-1-32-15,-13 0-16 0,0 3 152 16,-8 0 136-16,-25 3 96 15,-3-2-224-15,-3-1 0 0,-1-3 24 16,8-3 88-16,8-3-88 16,8-8-135-16,12-1-49 31,4-4-145-31,8 0-111 0,20 0 192 16,8-9 8-16,4-7-120 15,3-4-136-15,2-1-16 0,-6-1-168 16,-3-1-24-16,-4-5 104 0,0 1 144 15,-4-4 112-15,-4 2 56 16,0 1 96-16,-9-4 0 16,-2 7 8-16,-5-4 0 0,-4-3 0 15,-1 4 0-15,-3 3 16 0,0-1 48 16,0 11 32-16,0 5 176 16,0 10 536-16,-3 0-232 15,-1 19-328-15,0 22-168 16,4 13 72-16,0 9 160 31,0 5-8-31,0-8-88 16,0-3-39-16,4-9-105 0,0-4-56 15,3-12-16-15,-2-7 0 16,-1-3-32-16,0-5-201 16,-4-5-247-16,0-6-336 0,0-3-616 15,0-3-513-15,0-3-255 0,0-10-3537 16</inkml:trace>
  <inkml:trace contextRef="#ctx0" brushRef="#br0" timeOffset="36194.94">3444 16669 1296 0,'0'0'6161'0,"0"0"-4056"16,0 0 463-16,0 0-575 15,0 0-825-15,0 0-472 0,132 18-72 16,-96-18-112-16,-3 0-232 0,2 0-56 16,0 0-104-16,-6-6-64 15,-1 0-40 17,-13 0-16-32,6 2 0 15,-6 1-8-15,1-1-120 0,-4-1-88 16,1-2-256-16,2-2-248 0,-2-1-472 15,-2-2-633-15,-3-8-391 16,1 1-257-16,-9-3 761 0,0-4 688 31,0 2 592-31,0-6 432 32,-9 5 472-32,-7 0 336 0,9 0 392 15,-6 6 345-15,5 2-17 16,1 8-224-16,2 3 88 0,5 6-31 15,-4 0-545-15,4 6-312 16,0 20-152-16,0 12 184 16,0 6-56-16,0 10-104 0,0-4 8 15,0 1-63-15,4-3-137 16,1-3-88-16,-5-7-32 0,4-4 8 16,-4-5-72-16,3-6-48 15,-3-5-64-15,4-1-192 16,-4-5-481-16,4-2-583 0,4-3-608 31,1-7-1889-15,-6 0-584-16</inkml:trace>
  <inkml:trace contextRef="#ctx0" brushRef="#br0" timeOffset="39834.15">4401 16637 4865 0,'0'0'1448'0,"0"0"776"0,0 0 257 0,0 0-649 31,0 0-231-31,0 0-321 16,-8-20-24-16,8 18-224 0,0 2-271 15,0 0-241-15,0 0-352 16,0 0-168-16,0 0 0 16,8 0-40-16,16 0 40 0,4 0 0 31,8 0 16-31,-4 0-16 0,0-3-40 15,-5-1-24-15,1 1-88 16,-8 0-96-16,-12-1-273 16,5 4-343-16,-13 0-616 0,0 7-1713 15,0 3-2712-15</inkml:trace>
  <inkml:trace contextRef="#ctx0" brushRef="#br0" timeOffset="40123.8">4350 16774 8889 0,'0'0'2553'16,"0"0"-297"-16,0 0-415 15,0 0-705-15,0 0-488 0,0 0-72 16,0 0-176 15,103 0-168-31,-67 0-80 16,-4 0-95-16,-5 0-41 0,-2-4-16 15,-5 4-113-15,-5 0-223 16,2 0-288-16,-9 0-392 16,-1 0-832-16,2 0-2169 0,-5 0-1648 0</inkml:trace>
  <inkml:trace contextRef="#ctx0" brushRef="#br0" timeOffset="42328.51">5250 16761 5905 0,'0'0'2792'0,"0"0"-631"16,0 0 247-16,0 0-591 16,0 0-849-16,-4-3-392 15,4-4-152-15,0-6-104 0,0-6-48 47,0-3 24-47,0-6-48 16,0-4-72-16,0 0-96 0,0-7-16 15,0 1-56-15,0 4 0 16,0-1 0-16,0 4-8 0,0 2 8 16,0 6 0-16,0 8-8 15,0 5 8 1,0 10-8-16,0 0-88 16,0 12 16-16,0 20-8 0,0 13 80 15,0 9 48-15,0 4-40 16,4-5-8-16,1-12 8 15,7-2-16-15,-9-11-24 0,9-5-336 16,1-14-600-16,2-6-1024 0,1-3-4082 16</inkml:trace>
  <inkml:trace contextRef="#ctx0" brushRef="#br0" timeOffset="42921.85">5545 16266 2560 0,'0'0'10850'0,"0"0"-8817"31,0 0-649-31,0 0-64 15,0 0-752-15,0 0-375 0,0 0-17 16,92-26-64-16,-52 23-56 0,-4 3 8 16,0 0-64-16,-12 0-16 15,-5 3 16-15,-6 7-48 0,-9 6-32 16,-4-1 72-16,0 4 8 16,-20 0 120-1,-8 3-24-15,-1-2-40 16,-2-1 56-16,7-7-56 0,0 0-48 15,12-1-8-15,3-8 0 16,9-3-64-16,0 0-240 0,0 0-128 16,13 0 143-16,11 0 113 15,0 6-24-15,4-2 64 16,0 4 72 0,0 5 16-16,4 10 32 15,-8 2 8-15,-1 1 0 0,-7 5 0 16,-5-2 8-16,-6 0 128 15,-5-1-104-15,0-6 216 16,-12 1 88-16,-12-9-39 0,0-3-65 31,-8-5-16-31,4-6-24 16,1 0-32-16,3 0-152 0,4-3 0 16,4-6-208-16,0 2 104 15,8 0-160-15,1 4-233 16,2 3-495-16,5 0-1312 0,0 17-2321 15,0-5-32 1</inkml:trace>
  <inkml:trace contextRef="#ctx0" brushRef="#br0" timeOffset="43270.04">6255 16669 14979 0,'0'0'2312'47,"0"0"-1184"-47,0 0-119 0,0 0-521 15,0 0-352-15,0 0 8 16,0 76-48-16,0-42-32 16,-4-2-56-16,4-3 0 0,-4-3-8 15,0-1-208-15,0-6-208 47,4-3-296-47,0-7-553 0,0-9-1575 16,0 0-3674-16</inkml:trace>
  <inkml:trace contextRef="#ctx0" brushRef="#br0" timeOffset="43707.08">6430 16418 8769 0,'0'0'5770'0,"0"0"-4834"0,0 0 8 15,0 0 152-15,0 0-656 16,41 0 96-16,-18 0-79 0,8 0-145 16,6 0-112-16,-1 3-112 15,-4-3-8-15,4 0-72 0,-6 0 0 16,-1 0 0-16,-1-10 8 16,-4-2-16-16,1-4 0 0,-6-6-104 15,-3 0-8-15,-4-7 56 31,-4-3-16-31,-3-3-32 0,-5 7 40 16,0 2 16-16,0 4-8 16,0 9-56-16,-5 7 104 15,-3 6-24-15,-7 6 32 0,-2 29 8 16,2 16 136-16,2 16 72 16,1 6 112-16,4 6-112 0,4-6 0 15,4-7-40 1,0-6-80-16,0-12-80 15,0-6-16-15,0-11-56 16,0-5-192-16,4-7-312 0,1-6-409 16,-5-4-1087-16,0-6-3289 15,0-3-2617-15</inkml:trace>
  <inkml:trace contextRef="#ctx0" brushRef="#br0" timeOffset="43915.04">6606 16685 11586 0,'0'0'3009'15,"0"0"-1673"-15,0 0 120 32,0 0-664-32,0 0-424 0,144-61-240 15,-105 45-128-15,-3 3 0 16,-4 7-408-16,8 3-1040 0,-9 3-3065 15,-2 0-6633-15</inkml:trace>
  <inkml:trace contextRef="#ctx0" brushRef="#br0" timeOffset="44487.85">7367 16411 10122 0,'0'0'2704'0,"0"0"-1231"16,0 0 183-16,0 0-336 0,-8-127-688 16,5 102-248-16,-14 6-128 15,2-1-7 1,-10 18-241-16,-6 2 168 15,-5 12-40-15,-8 20-8 0,8 16 64 16,0 5 152-16,16 2-152 16,8-1 16-16,12-10-40 0,0-12-96 15,8-7-64-15,12-12 8 16,8-10-8-16,4-3-8 16,0-13 0-16,3-15-128 0,-6-4 40 15,-1-3-40-15,-9-1 32 0,-3 6-32 16,-4-5-40-16,1 9 24 15,-10 4 24-15,9 2 48 16,-8 6-32-16,1 10-16 0,2 4 112 16,-3 4-144-16,0 30 152 15,0 14 168-15,0 15 184 0,3 10 104 32,-2 0-32-32,-5 0-152 15,8-9 112-15,-8-8-88 16,4-8-112-16,-4-7-104 0,0-9-72 15,0-3-8-15,0-7-40 0,0-3-296 16,0 3-176-16,0-6-120 16,-4 4-328-1,-4-8-825 1,8 1-3112-16,-5-4-2961 16</inkml:trace>
  <inkml:trace contextRef="#ctx0" brushRef="#br0" timeOffset="46891.27">16025 12335 6385 0,'0'0'856'0,"0"0"-592"0,0 0 2841 15,0 0-1249-15,0 0-1176 16,0 0-160-16,0 0-135 0,0 0 39 31,-123-20-152-31,95 17-120 16,0-4-48-16,1 5 48 0,-1-4-144 15,3 0 40-15,5 2-40 16,5-3 0-16,2 0-8 16,5 5-56-16,0-2-24 0,5 4 16 15,3-3-136-15,0 3-264 32,0 0 31-32,0 0 25 0,0 7 264 15,0 13 136-15,0 14 8 16,-5 7 80-16,1 17 384 0,-4 5 97 15,-3 7-49-15,1 3-16 16,0-3-48-16,1 0-16 16,-3-10 24-1,5-10-80-15,3-5-56 16,4-10-120 0,0-7-104-16,0-5-24 15,8-1 24-15,7-6 40 16,4 0-24-16,2-4-24 0,4 1-40 15,-5 1-40-15,-1-2 0 0,1 4 8 16,1-7-16-16,-6 4 8 0,-3-3-8 31,-4-5 8-31,-4 2-8 16,0-1-112-16,0-2-72 0,-4-1-216 16,0 4-312-16,0-2-320 15,8-5-945-15,-4 0-2303 0,4 0-1002 16</inkml:trace>
  <inkml:trace contextRef="#ctx0" brushRef="#br0" timeOffset="47305.25">16300 12684 10626 0,'0'0'2792'0,"0"0"-2216"16,0 0-87-16,0 0 543 15,0 0-240 1,13 111-48-16,-10-76-272 16,5-1-96-16,-4 2-112 0,1-2-184 15,-5 1-24-15,0-6-56 16,0-1-88-16,0-2-296 15,0-3-440-15,0-5-368 0,-9-2-1721 16,1-7-3856-16</inkml:trace>
  <inkml:trace contextRef="#ctx0" brushRef="#br0" timeOffset="47580.23">16257 12864 10354 0,'0'0'2840'0,"0"0"-1975"16,0 0-9-16,0 0 464 0,63 0-432 15,-27 0-440-15,-4 0-296 16,8 0-48-16,-4 0-56 15,-5 4-48-15,-2-1-64 16,-5 1-184-16,-5-1-496 16,2-1-544-16,-6 2-1681 15,-3-4-3592-15</inkml:trace>
  <inkml:trace contextRef="#ctx0" brushRef="#br0" timeOffset="47895.08">16651 12601 616 0,'0'0'7625'0,"0"0"-4736"15,0 0-937-15,0 0-575 0,0 0-321 16,0 0-40-16,-36 105-120 15,33-57-296-15,-1-1-136 0,4 4-215 16,0-7-73-16,0 1-104 0,0-6-64 16,0-5-8-16,0 1 0 15,0-7-104-15,0-1-161 0,0-6-263 16,0-1-312 0,0-6-440-16,0 0-1017 15,0-1-2424-15,0-10-376 16</inkml:trace>
  <inkml:trace contextRef="#ctx0" brushRef="#br0" timeOffset="48249.14">16859 12408 11746 0,'0'0'2297'16,"0"0"-1633"-16,0 0 392 15,0 0 232-15,0 0-632 0,115 6-376 16,-79 1-128-16,-4-4-80 16,0-3-72-16,-4 2-80 0,-9-2-264 15,1 4-576 1,-7-1-752-16,-5 3-1505 16,-4-6-2696-1</inkml:trace>
  <inkml:trace contextRef="#ctx0" brushRef="#br0" timeOffset="48546.15">16998 12252 9169 0,'0'0'1753'0,"0"0"-705"16,0 0 720-16,0 0-607 15,0 0-281-15,0 0-312 0,-27 121-144 16,27-86-184-16,-5-4-128 16,5 2-64-1,-4-1-48 1,4-8 0-16,-4 2-440 0,4-11-520 0,0 2-1097 15,4-12-3080-15,5 0-3439 16</inkml:trace>
  <inkml:trace contextRef="#ctx0" brushRef="#br0" timeOffset="49228.92">17209 12131 5329 0,'0'0'6049'0,"0"0"-4945"0,0 0-288 16,0 0 665-16,0 0-273 0,0 0-472 16,0 0-336-16,136 10-128 31,-104-8-56-31,-4-2-136 15,4 0 16-15,-4 0-88 0,-4 0 0 16,-5 0 0-16,-3 0 8 16,4 4-16-16,-5 9-48 0,-2 6 32 15,-1 6-64-15,0 7 24 32,-4 5 48-32,0 2-8 15,-4 9 8-15,-1 0 8 0,-3 6-16 16,0 2-40-16,0 8 48 0,-3-4-48 15,-9 7 56-15,-4-1 8 0,0 5 0 16,3-5 72-16,3 2-72 16,-3-12 0-1,9-5 0 1,4-4-8-16,0-8-40 0,0-2-16 16,0-8-64-16,4-3-64 15,-4-4-160-15,4-3 0 0,-4-6-24 16,0-1 40-1,0-2 104-15,0-4 96 16,0-2 128-16,-8-1 0 16,-3-3 144-16,2 0-32 0,1 0-96 15,-7 0 56-15,2 0 8 16,-2 0 24-16,2 0-8 0,-2 0-88 31,-2-3 8-31,-2-4 32 16,-5 1-40-16,-4-1-8 0,0-5 56 15,-4-1 40-15,0 0-40 16,7 3 64-16,11 5-112 16,1 2-8-16,13-1-104 0,0 4-824 31,17 0-2153-31,6 0-3776 0</inkml:trace>
  <inkml:trace contextRef="#ctx0" brushRef="#br0" timeOffset="49554.65">18138 12814 12042 0,'0'0'2089'0,"0"0"-1521"16,0 0 40-16,0 0-88 0,0 0-216 15,0 0-232-15,140-3-56 0,-108 0-16 0,-4 3-16 16,-5 0-560-1,-7 0-960-15,-1 0-2849 16,-15 0-4057-16</inkml:trace>
  <inkml:trace contextRef="#ctx0" brushRef="#br0" timeOffset="49755.44">18110 12957 8281 0,'0'0'4953'16,"0"0"-3656"-16,0 0 423 0,0 0-376 15,124 0-504 1,-89-6-519-16,1-1-297 16,1 7-24-16,-9 0-513 0,0 0-679 0,-5 0-968 15,-11 7-3377-15</inkml:trace>
  <inkml:trace contextRef="#ctx0" brushRef="#br0" timeOffset="50184.96">18967 12909 9233 0,'0'0'2705'0,"0"0"-833"16,0 0 393-16,0 0-713 0,68-130-656 0,-44 89-375 15,-4 0-113 1,0-1-160-16,-1 1-176 15,-6 0-64 1,-5 9 0-16,-2 4 8 0,-1 8-16 0,-5 11 0 31,0 9-8-31,0 0-120 16,0 20-136 0,-15 21 208-16,-2 12 56 0,2 11 0 15,-1 0 72-15,4-4-64 0,4-3 0 16,0-9-8-16,8-11-96 0,0-8-120 15,0-6-273-15,16-8-551 16,3-9-888-16,2-6-3313 0</inkml:trace>
  <inkml:trace contextRef="#ctx0" brushRef="#br0" timeOffset="50594.94">19354 12767 6465 0,'0'0'1984'15,"0"0"-47"1,0 0 167-16,-12 124-463 0,20-96-513 16,20-3-496-16,4-6 8 15,7-9-176-15,6-7-176 16,-2-3 24-16,5 0-40 0,-8-16-136 15,0-5-48 1,-9-6 8-16,-3-1 88 0,-11-6 112 16,-9-2-71-1,-8-3 7-15,0-5 48 16,-16 3-40-16,-9-3-40 16,-16-1 16-16,-1 13-48 15,-7 4 24-15,-1 12-64 0,-6 16-128 16,7 0 0-16,6 25-80 15,2 16-184-15,6 7-296 0,12 10-336 32,-1 15-753-32,11-16-2984 31,9-13-7097-31</inkml:trace>
  <inkml:trace contextRef="#ctx0" brushRef="#br0" timeOffset="50994.18">19673 12026 12802 0,'0'0'2257'0,"0"0"-1641"15,0 0 584 1,0 0-272-16,0 0-464 16,135 0-272-16,-91 0-152 15,0 0-40-15,-8 0-192 16,-8 0-384-16,-4 0-632 0,-10 4-1649 16,0 3-3032-16</inkml:trace>
  <inkml:trace contextRef="#ctx0" brushRef="#br0" timeOffset="51682.1">20354 11833 7161 0,'0'0'3865'16,"0"0"-2873"-1,0-3-32-15,-4 6-168 0,-12 25-447 0,1 14 191 16,-5 12 144-16,8 8 56 0,-1 6 40 15,6-1-224-15,3-3-200 16,0-9-136 0,4-3-112-1,0-11-56-15,0-10-48 0,0-7-8 16,0-12-144-16,0-6-104 16,0-6-40-16,0 0-120 0,0-6-64 15,-4-16-600-15,-1-9 264 0,-6-2 248 16,3-4 31-1,0-6 385-15,4 2 16 0,0-6 136 0,4-3 48 16,0-1 112 0,0-4 240-16,0-2 185 0,8 4 55 15,8 1 40 1,0 11 72-16,-4 10-120 16,4 9-192-1,3 9-192-15,2 10-168 0,-1 3 8 0,3 0-80 16,1 12 96-16,0 8-104 0,0 5 16 0,-4 6-16 31,0 2 8-31,0 1 64 16,-8-5-72-1,-4 0-8-15,-8-11-88 0,0-2-120 0,-8-9 16 16,-16-4 200 0,-12-3 56-16,0 0-48 0,4 0 0 0,0 0 48 31,5-7-56-31,10 4-80 15,6-4-296-15,11 5-600 16,0-5-1240-16,4 7-5810 0</inkml:trace>
  <inkml:trace contextRef="#ctx0" brushRef="#br0" timeOffset="51963.33">20904 11506 11562 0,'0'0'1944'16,"0"0"-1399"-16,0 0 383 0,0 0 0 15,0 0-240-15,-28 137-264 16,21-87-104-16,7-1-96 15,0-2-96-15,0-6-112 16,0-3-16-16,0-13-40 16,0 0-240-16,0-6-456 15,0-9-952-15,0-3-2489 0,-4-7-3545 16</inkml:trace>
  <inkml:trace contextRef="#ctx0" brushRef="#br0" timeOffset="52213.32">20861 11742 3832 0,'0'0'7562'0,"0"0"-5682"0,0 0-479 16,0 0-225-16,0 0-168 15,0 0-440-15,79 12-240 0,-43-6-200 16,1-3-64-16,2-3-64 15,-8 0-80-15,2 0-136 16,-1 0-264 0,-8 0-464-16,4-12-776 0,-4 3-2737 15,-9-1-2489-15</inkml:trace>
  <inkml:trace contextRef="#ctx0" brushRef="#br0" timeOffset="52510.18">21312 11396 5129 0,'0'0'2296'15,"0"0"345"-15,0 0 31 32,0 0-703-32,0 0-961 0,0 0-424 15,0 0 80-15,-45 30 32 16,30 2-168-16,-2 12-32 0,10 4-127 15,-2 6-129-15,5 1-88 32,4 1-64-32,0-8-80 31,0 3 0-31,0-7-8 0,4-2-104 16,1-7-256-16,-1-4-433 15,-4 4-743-15,0-10-2385 0,0-5-2352 0</inkml:trace>
  <inkml:trace contextRef="#ctx0" brushRef="#br0" timeOffset="53777.9">16392 14529 9129 0,'0'0'2689'0,"0"-7"-497"16,0 4 49-16,0 0-825 0,0-1-608 15,-8-1-311-15,-7-2-257 0,-10-3-136 16,-6 3-48-16,-9-5-16 16,-1 0-40-16,2-1-144 0,-5 1-128 15,8-2-121 17,4 5-55-17,8-1 72-15,0 4-48 0,12 2 56 16,4 2 40-16,5 2-128 0,3 0 24 15,0 0-72-15,0 0-64 0,0 0 80 16,-4 0 159-16,4 0 257 16,0 12 72-16,-4 7 281 0,4 10 127 15,-5 5 56-15,5 12 128 16,0 14 200-16,0 6 32 16,0 11-80-16,0-1-112 0,13 0-175 15,-2-6-73-15,9-10-128 16,-4-8 24-16,4-9-72 0,-3-11-96 15,2-7-16 1,-3-1-40-16,4-10 0 16,4-5-48-16,0 2 0 15,0-8 8-15,8 0-8 0,-8-3 0 16,3 3-8-16,-11-3-104 0,1 0-128 16,-6 0-40-16,-3 0 8 0,-8 0-144 15,4 0-273-15,1 0-559 16,2-3-992-16,5-7-2265 15,-4 1-4537-15</inkml:trace>
  <inkml:trace contextRef="#ctx0" brushRef="#br0" timeOffset="54090.39">16659 14643 10546 0,'0'0'2872'0,"0"0"-1127"15,0 0 127-15,0 0-736 0,0 0-848 16,0 0-88 0,0 0 97-16,4 149-129 15,1-86-40-15,-5 1-8 0,0-7-40 16,0-3-16-16,0-6-24 15,0-10-40-15,0-10-192 16,0-2-352-16,0-10-617 0,0-7-1151 16,4-9-2273-1,-1 0-1793-15</inkml:trace>
  <inkml:trace contextRef="#ctx0" brushRef="#br0" timeOffset="54304.75">16635 14884 1304 0,'0'0'10266'16,"0"0"-7761"-16,0 0-1089 0,0 0-208 15,0 0-72 1,0 0-464-16,0 0-279 0,140 32-145 16,-96-26-120-16,0-3-64 0,-5-3-64 15,-7 4-232-15,-4-4-377 16,-13 0-375-1,6 0-608-15,-5 0-1137 16,-8-4-2528-16</inkml:trace>
  <inkml:trace contextRef="#ctx0" brushRef="#br0" timeOffset="54523.49">17017 14640 4961 0,'0'0'4913'0,"0"0"-2129"16,0 0-351-16,0 0-993 0,0 0-1008 15,0 0 408-15,0 0-216 32,-11 152-135-32,11-91-161 0,0-1-72 15,0-3-104-15,0-2-96 16,8-11-56-16,0-6 0 0,-1-13-104 16,1-6-232-16,1-7-393 15,2-9-767 1,-2 1-1184-16,2-4-3858 15</inkml:trace>
  <inkml:trace contextRef="#ctx0" brushRef="#br0" timeOffset="54835.98">17341 14480 11466 0,'0'0'1488'16,"0"0"-624"-16,0 0 217 15,0 0-265-15,148 10-392 0,-113-10-320 16,5 0-104-16,-8 0-344 31,4 0-816-31,-9 0-1617 31,-6 0-2232-31</inkml:trace>
  <inkml:trace contextRef="#ctx0" brushRef="#br0" timeOffset="55085.97">17493 14255 11746 0,'0'0'2272'15,"0"0"-1567"1,0 0 551-16,0 0-240 15,0 104-488-15,0-65-288 16,0 5-120-16,0-3-64 0,0 1-56 16,0-4-232-16,0 0-472 15,0 6-520-15,-4-7-1433 0,-5-10-3488 16</inkml:trace>
  <inkml:trace contextRef="#ctx0" brushRef="#br0" timeOffset="55632.82">17815 14275 12826 0,'0'0'2817'0,"0"0"-1993"15,0 0 72-15,0 0 104 16,0 0-495-16,112 19-249 31,-80-16-112-31,0-3-136 16,-5 3 8-16,-6-3 40 16,-2 0-48-16,-6 0-8 15,-6 4 0-15,5 5-96 0,-3 10 16 31,-2 13 8-31,1 15 56 16,-4 17 8-16,8 28 0 0,-4 28 0 16,4-9 0-16,-4-9 0 15,0-23-40-15,0-21 0 0,-4 2-128 16,8-3 7-16,-8-12-79 16,0-14-176-16,-4-2-112 0,0-4-112 15,0-6-344-15,0-2-344 16,-4-3-489-16,-12 0-679 15,0-5-217-15,-8 0 777 0,-4-5 535 16,-8-4 1409-16,-8 0 1009 16,-7-4 1839-16,-9-11 1089 0,4-2-1640 15,0-1-489-15,13 2-400 16,11 0-568 0,12 7-496-16,16 2-344 15,15 4-264-15,25 3-1232 0,1 0-3289 16</inkml:trace>
  <inkml:trace contextRef="#ctx0" brushRef="#br0" timeOffset="55945.3">18565 14963 10426 0,'0'0'4233'0,"0"0"-3705"0,0 0 184 15,0 0 264-15,136-16-456 16,-101 16-336-16,1-2-120 0,0 2-64 15,-4 0-496-15,2 0-864 32,-5 0-1785-32,-12 0-4256 0</inkml:trace>
  <inkml:trace contextRef="#ctx0" brushRef="#br0" timeOffset="56148.41">18621 15090 12482 0,'0'0'3089'0,"0"0"-1425"0,0 0-592 16,0 0-607-16,115-21-361 16,-83 14-104-16,-8 0-369 15,3 7-687-15,-10 0-1584 16,-10 0-4914-16</inkml:trace>
  <inkml:trace contextRef="#ctx0" brushRef="#br0" timeOffset="56585.9">19255 15033 1744 0,'0'0'10754'0,"0"0"-8785"16,28-117-129-16,-13 63-264 0,-8 0-808 15,6 0-423-15,-5 0-201 16,0 4-128-16,-5 4 32 15,2 9-40 1,-1 14 72 0,-4 8 48-16,0 15-32 15,0 0-96-15,0 22-128 0,0 22 128 16,0 33 152-16,0 34 112 16,0-4-32-16,0-9-40 15,0-20-80-15,0-25-104 0,0-6-8 31,0 0-32-31,0-15-112 0,0-12-168 16,0-10-112-16,8-10-160 16,20 0-609-16,-4-16-1967 15,0-6-9515-15</inkml:trace>
  <inkml:trace contextRef="#ctx0" brushRef="#br0" timeOffset="56976.5">19665 14872 5705 0,'0'0'6817'0,"0"0"-4624"16,0 0-185-16,-4 107-640 0,4-66-495 0,0-2-289 16,20-8-192 15,7-5-104-16,2-10-40-15,7-10-72 16,-1-3-40-16,5-3-40 0,-3-3-16 16,-6-16-32-16,-4-3-40 15,-6-9 56-15,-9-8-16 0,-9-5-40 16,-3-7-8 0,-3-3 8-16,-21 0 0 15,-8 3 0-15,-8 12 56 16,-4 18 64-16,-5 11-104 0,-1 10-24 15,2 29-56-15,8 18-16 16,4 11-136-16,12 5-256 0,17-2-256 31,7 3-376-31,15-14-1193 16,9-16-4336-16</inkml:trace>
  <inkml:trace contextRef="#ctx0" brushRef="#br0" timeOffset="57242.77">19916 14236 3392 0,'0'0'12611'15,"0"0"-11019"-15,0 0-896 0,0 0 329 16,0 0-465-16,0 0-408 0,136 0-104 31,-97 0-40-31,-2 0-8 16,6 4-584-16,-11 9-1465 0,-12-8-4984 16</inkml:trace>
  <inkml:trace contextRef="#ctx0" brushRef="#br0" timeOffset="57663.89">20478 14062 11778 0,'0'0'2969'0,"0"0"-1233"16,0 0-664-16,8-115-432 15,-4 80-344-15,0 6-192 16,0 4-56-16,0 4 8 0,-4 7-56 0,4 5-8 15,-4 6 8-15,0 3-72 47,0 3-56-47,0 25 128 0,0 10 8 16,0 17 168-16,0 2-7 16,0 6 7-1,0-2-80-15,0-7-80 0,0-10-16 0,0-5 0 16,0-8-272-16,8-8-409 15,4-8-1191-15,0-8-3433 16</inkml:trace>
  <inkml:trace contextRef="#ctx0" brushRef="#br0" timeOffset="58218.37">20749 13766 8305 0,'0'0'4897'0,"0"0"-3936"16,0 0 71-16,0 0 688 16,0 0-832-16,0 0-360 15,0 0-208-15,135 4-7 0,-107 5-73 0,-8 1-80 16,1 2-112-16,-14 4-32 15,1 1-16-15,-8 1 0 16,0 1 0-16,-15-3 0 16,-17 0 72-1,0-3 0-15,4-3-56 32,-4-5 0-32,12 2 40 0,4-4-56 15,8-3 0-15,4 3-104 16,4-3-72-16,0 0-88 15,0 0-128-15,8 3 71 0,8 4 225 16,3-3 16-16,2 5-24 0,-1 6 88 16,-1 4-32-16,5 3 48 15,0 10 0-15,-3 1 0 16,-6-2 8-16,-2-3 96 0,-6-2 64 16,-7-7-16-1,0-6 64 1,-7-4 177-16,-17-2-89 15,-8-4-160-15,4-3 8 0,-8 0-64 16,4 0-88 0,0 0 0-1,1 0-320-15,-2 0-465 0,10 5-983 0,2 2-3001 0</inkml:trace>
  <inkml:trace contextRef="#ctx0" brushRef="#br0" timeOffset="59430.61">21291 14195 208 0,'0'0'2008'15,"0"0"72"-15,0 0-455 16,0 0 7-16,0 0 160 31,0 0-7-31,-3-12-177 0,3 12-79 16,0 0-305-16,0 0-368 15,0 0 136-15,-4 0-536 0,4 12-272 0,-5 7 168 16,1 7-96-16,0 2-136 16,0 4-103-1,-3-7-9 1,7-3-8-16,-4-5-145 0,4-5-303 15,0-2-632-15,0-10-1200 16,0 0-3274-16,0 0-3087 0</inkml:trace>
  <inkml:trace contextRef="#ctx0" brushRef="#br0" timeOffset="59868.08">21454 13677 10362 0,'0'0'2312'0,"0"0"-1056"16,0 0 257-16,0 0-105 16,0 0-712-16,0 0 16 0,0 0-239 15,105 0-217 1,-66 4-144-16,-3-4-104 16,0 3 72-16,-8-3-80 15,-8 10 0-15,-5 5 0 0,-3 11-72 16,-7 5-24-16,-5 11 96 15,0 5 0-15,0 1 8 0,-5 3 0 16,-7-6 56-16,4-4-64 16,1-4 8-1,3-5-8-15,-4 0-40 16,3-7-192-16,2-6-409 0,-1 1-519 16,4-8-856-16,0-5-2329 15,0-7-2769-15</inkml:trace>
  <inkml:trace contextRef="#ctx0" brushRef="#br0" timeOffset="60133.68">21531 13958 10474 0,'0'0'4209'0,"0"0"-3209"0,0 0 168 15,0 0 40-15,0 0-608 16,0 0-311-16,139-23-169 0,-95 19-120 16,3 4-40-16,-2-2-120 15,-2-1-377-15,-2 3-551 32,5 0-872-17,-9 0-3121-15,-6-4-4409 0</inkml:trace>
  <inkml:trace contextRef="#ctx0" brushRef="#br0" timeOffset="60696.16">22418 13766 2840 0,'0'0'8442'0,"0"0"-6442"0,0 0-359 15,0 0-337-15,0 0-216 16,-142-60-360-16,102 60-288 31,0 0-167-31,0 0 47 0,4 12-32 16,8 11-168-16,9 0-120 15,14 2 0-15,5-3 0 0,0 1 0 16,5-5-48-16,18-5-16 16,1 0 16-16,12-13-56 15,-5 0-72-15,6 0-144 0,-1-10-89 16,-4-9 25 0,-4 0 72-16,-4-6 56 15,-5 2 168-15,-2 5 88 0,-6-1 0 16,1 3 0-16,0 5 8 15,-9 6 56 1,-3 5 120-16,5 0-88 16,-5 0-32-16,0 16 160 15,4 14 256-15,-4 19 1 0,0 5-1 16,0 10-72-16,0-1-104 16,0 0-72-1,0-6-32-15,0-6-56 16,0-10-72-16,0-6-72 15,0-9 0-15,4-4-144 0,-4-6-184 16,5-3-272-16,2 3-312 16,1-10-921-16,-1 1-3048 0</inkml:trace>
  <inkml:trace contextRef="#ctx0" brushRef="#br0" timeOffset="68608.48">16483 16370 6009 0,'0'0'1840'0,"0"0"-1320"31,0 0 408-31,-114-29 161 0,89 17-217 16,9-1-304-16,1 0-160 0,11 1-24 15,-1 2 0-15,1 0 56 0,0 5-112 16,4 1-104-16,-4 4-63 16,4 0-17-16,0 0 32 15,-4 0 128-15,0 0-40 16,1 0-24-16,-1 0 24 15,-5 0-72 1,5 0-120-16,-3 0 112 0,3 0 96 0,-5 0-32 16,-3 4-48-16,-3 1-16 15,-5 2 56-15,0 2-56 16,0 2-40-16,-4-6 8 0,4 8 40 16,1-7-72-16,6 1 40 15,-2-4-64 1,11 0-48-16,-5 1 8 15,5-4-48-15,0 0 8 16,4 0-8-16,-4 0 40 0,-4 0 24 16,5 0-72-16,-10 0-16 15,9 0 8-15,-3 0 0 0,3 0 8 32,-1 0-8-32,1 0 0 15,0 0 0-15,4 0-40 16,0 0-32-16,0 0-16 0,0 0 0 15,0 0 0-15,0 0 24 16,0 0 72-16,0 0-72 0,0 0 56 16,0 0 8-1,0 0 0-15,0 0 8 16,0 0-8-16,0 0-8 16,0 0 16-16,0 0-88 0,8 0 24 15,-3 2 64-15,3 15 0 16,-1 8 96-1,6 16 48-15,-2 9 88 16,-3 14 32-16,5 13-8 16,-9 5 17-16,3 0 7 0,-3-2 48 15,0-4-152-15,-4-6 8 0,0-10-32 16,0-9-8-16,0-13-24 31,0-6-64-31,0-10-8 0,4-6-48 31,-4-6 0-31,4-3-48 16,1-4 48-16,-2-1 80 0,1 5-24 16,4-4-48-16,0-3 0 15,8 6 40-15,4-6 48 16,4 0-48-16,0 0-40 0,7 0-8 16,-3 0 0-16,0 0 0 31,0 0 0-31,4 0 0 0,-4 0-8 15,4 0 0-15,-5 0 0 16,2 0-96-16,-5 0-24 16,-8 0 56-16,-6 0-64 0,-4 0-96 15,-2 0-184-15,-4 0-360 0,0 7-841 16,0 2-2392-16,-13-2-2248 0</inkml:trace>
  <inkml:trace contextRef="#ctx0" brushRef="#br0" timeOffset="69030.33">16703 16694 13778 0,'0'0'1873'16,"0"0"-1505"-16,0 0 464 0,0 0 112 15,36 121-392-15,-24-80-135 16,3 1-33-16,-2-5-184 15,-10 1-48 1,6-3-48-16,-9-3-64 16,0 0-40-16,0-7 0 15,0-2-96-15,0-2-96 0,0-1-176 0,0-12-153 16,0 3-271-16,0-11-456 16,0 0-1249 15,-9 0-3056-31</inkml:trace>
  <inkml:trace contextRef="#ctx0" brushRef="#br0" timeOffset="69311.56">16675 16941 10810 0,'0'0'2088'15,"0"0"-1024"-15,0 0 305 0,0 0-433 16,0 0-232-16,124-18-208 16,-85 14-72-16,1 4-80 0,1-3-104 15,-2 3-88-15,-7-4-96 47,0 4-40-47,-8 0-16 0,-4 0-96 16,-9 0-304-16,1 0-432 15,-4 0-216-15,-3 0-496 16,3 0-625-16,-5-2-1792 0,1-5-1048 0</inkml:trace>
  <inkml:trace contextRef="#ctx0" brushRef="#br0" timeOffset="69592.8">17062 16554 5753 0,'0'0'2304'0,"0"0"169"16,0 0 367-16,0 0-807 15,0 0-857-15,0 0-688 16,0 0 0-16,-16 67 80 0,16-13-112 16,0 9-63-16,0 1-105 15,4-4-136-15,3-3-56 0,-2-3-32 31,-1-6-48-31,4-7-8 16,-8-6-8-16,3-7-72 0,-3-5-200 16,0-10-176-16,5-1-257 15,-5-5-439-15,0-1-1184 0,0 1-3314 16</inkml:trace>
  <inkml:trace contextRef="#ctx0" brushRef="#br0" timeOffset="69969.82">17285 16662 11162 0,'0'0'4433'0,"0"0"-4369"16,0 0 160-1,0 0 632-15,0 0-88 16,0 0-376-16,144 23-240 0,-108-18-48 15,-2-5-40-15,-1 0-64 0,-6 0-192 0,-7 0-464 16,0 0-672-16,-7 0-1665 31,-9 0-3544-31</inkml:trace>
  <inkml:trace contextRef="#ctx0" brushRef="#br0" timeOffset="70235.42">17424 16408 3168 0,'0'0'7714'0,"0"0"-5442"31,0 0-1239-31,0 0 95 15,0 0 16-15,-4 130-456 0,4-92-344 16,4-6-208-16,5 4-16 16,-1-8-120-16,-5-1 0 0,1 0-128 15,-4-5-344-15,0 4-648 16,0-5-1241-16,0-11-3104 0</inkml:trace>
  <inkml:trace contextRef="#ctx0" brushRef="#br0" timeOffset="70922.89">17719 16266 2968 0,'0'0'9770'15,"0"0"-7625"-15,0 0-1793 0,0 0-136 16,0 0 472-16,0 0 0 16,120 5-328-16,-80 2-200 0,4-4 32 15,-4 0 56-15,0 0 80 0,-4 4-240 31,-8-1-80-31,0 4-8 16,-9-4 0 0,-3-3-96-16,-5 7 24 15,-2 2 8-15,-4 8-208 16,-5 6 272-16,0 5 144 0,0 16 24 16,0 4-24-16,0 9-8 15,0 1-72-15,0-1 8 0,0-3-24 16,-5 0-40-16,5-9 64 31,0 3-48-31,0-7 24 16,0 1-48-16,0-4 8 0,0 3-8 15,0-5 0-15,0 2 0 16,5 3-48-16,-2-6 40 0,1 1-56 16,-4-8-72-16,4-9-16 31,-4-6 104-31,4-9-80 0,-4-7-16 15,4 0 144-15,-4 0 88 0,0-7-40 16,0-6 0-16,0-2 24 16,-12-5 80-16,-9 4 112 0,-2 1-15 15,-5-4-33-15,-4 9-64 16,0 1-96-16,-3 2 8 16,7 1-64-16,-5 6-8 0,13 0-128 15,5 0-200 1,3 0-201-16,8 0-567 15,0 6-1248-15,4 5-3842 0</inkml:trace>
  <inkml:trace contextRef="#ctx0" brushRef="#br0" timeOffset="71297.88">18744 16827 56 0,'0'0'9594'16,"0"0"-4169"-16,0 0-4345 16,0 0-440-16,0 0 160 0,0 0-160 15,88 0-264-15,-60 3-215 16,4 1-25-16,-4-4-80 0,0 0-48 16,-1 0-16-16,-3 0-176 0,-4 0-241 31,0 0-567-31,-8 0-1096 15,-4 0-3553-15</inkml:trace>
  <inkml:trace contextRef="#ctx0" brushRef="#br0" timeOffset="71563.48">18720 16958 4320 0,'0'0'3305'0,"0"0"3537"15,0 0-5658-15,0 0-344 0,0 0 128 32,0 0-200-32,0 0-432 15,144 0-159-15,-105 0-105 0,-3 0-32 16,-8 0-40-16,-4-4-153 0,-4 4-183 15,-8 0-320-15,-8 0-552 16,4 0-1481-16,-8 0-3384 0</inkml:trace>
  <inkml:trace contextRef="#ctx0" brushRef="#br0" timeOffset="76188.2">19708 16939 72 0,'0'0'96'0,"0"0"-96"0,0 0-72 16,0 9 72-16,0-6 2864 0,0 0-639 0,0-3-1353 0,0 0-136 16,0 0 584-16,0 0-23 15,0 0-393-15,0 0 128 16,0 0-48 0,0 0 112-16,0 0 17 15,0 0-169-15,5 0-48 0,-5 0-136 16,4-3 128-16,3-7-248 15,2-8-295-15,3-7-225 32,-1-4 8-32,6-6-48 0,-3-4-64 15,0-2-8-15,1 3-8 16,-3 3 8-16,0 3 40 0,-4 4-40 16,1 5-8-16,2 1 0 15,-7 7 0-15,0 2 0 16,0 3 0-1,1 7 0-15,-5 0-8 0,0 3-40 16,3 0-8-16,1 22-176 16,0 17 232-16,4 12 168 15,4 4 8 1,-4 7-160-16,4-3 56 16,-5-1 0-16,2-10-64 15,-5-7 32-15,4-9-40 0,-1-10-8 16,-2-3-240-16,-2-10-168 0,2-2-409 15,-1-7-807-15,0 0-1249 0,-4 0-1784 16,0 0-3600-16</inkml:trace>
  <inkml:trace contextRef="#ctx0" brushRef="#br0" timeOffset="76485.05">20128 16964 5089 0,'0'0'6249'0,"0"0"-4801"16,0 0-296-16,0 0 89 15,0 0-433-15,0 0-304 16,4 69-152-16,-4-55-104 0,0 1-120 15,0-3-48-15,0 1-16 0,0 0-64 16,0 3-8-16,0-7-152 0,0 4-176 16,-4-3-240-16,-1-1-424 15,5-5-1105 1,-4-4-2568-16,4 0-2928 16</inkml:trace>
  <inkml:trace contextRef="#ctx0" brushRef="#br0" timeOffset="78858.42">20498 16520 120 0,'0'0'8'16,"0"0"-8"-16,0 0 0 15,0 0 4657-15,0 0-2529 16,0 0-1008-16,0 0 16 16,0 0 257-16,0 5-249 0,0 5-128 15,0 9 280-15,-4 7-295 16,-12 9-177-16,4 3-232 0,0 6-56 31,4-3-88-31,0 3-112 16,8 1-144-16,0-1-40 0,0-5-80 15,0-5-8-15,4 2-8 16,4-8-56-16,8 0 0 0,-4-2-16 16,4-4-80-16,-4-6-168 31,2-3-40-31,8-6-144 15,-3-4 152-15,6-3 128 0,3-3 96 16,-1-17-160-16,1-8-144 16,-8-1 40-16,-3-6 184 0,-6 0 144 15,-11-3 8-15,0 1 64 16,0 5 112 0,-7 3 184-16,-18 7 224 15,1 6 56-15,-4 6-120 0,4 10-88 16,-8 0-264-16,4 10-24 15,5 15-136-15,-1 7 0 0,8 3-8 16,4 6 0-16,8 0-400 16,4-3-384-1,0 7-720-15,8-14-3209 16,8-2-4625-16</inkml:trace>
  <inkml:trace contextRef="#ctx0" brushRef="#br0" timeOffset="79217.78">21243 16891 6009 0,'0'0'8714'16,"0"0"-6650"-16,0 0-1376 0,0 0-40 15,0 0 97-15,0 0-225 16,0 0-248-16,-8-10-64 15,8 10-120 1,0 0-88-16,0 0-184 0,0 0-208 16,0 0-393-16,0 10-431 15,0 2-1344-15,-7-3-3834 0</inkml:trace>
  <inkml:trace contextRef="#ctx0" brushRef="#br0" timeOffset="79702.13">21750 16827 13042 0,'0'0'2185'0,"0"0"-1057"31,0 0 0-15,32-123-336-16,-25 81-520 16,2 1-176-16,-1 3-88 0,-4 0 40 15,-1 4 17 1,1 4-57-1,-4 11 0-15,0 2-8 0,4 8 0 16,-4 9 0 0,0 0 0-16,0 0-137 15,0 0-71-15,0 26 16 16,0 9 192-16,0 9 16 0,0 10 88 16,0 4-48-16,0-5-48 15,0 2 0-15,0-8-8 0,0-6 0 16,0-3-32-16,0-6-256 31,0-3-536-31,0-1-680 0,-4-5-1697 16,-7-7-5193-16</inkml:trace>
  <inkml:trace contextRef="#ctx0" brushRef="#br0" timeOffset="80141.7">22227 16704 11450 0,'0'0'1832'15,"0"0"-1007"-15,-11 101 359 0,11-66-144 31,0-4-464-31,11-4-280 16,9-9-32-16,-3-2 40 0,3-7-88 16,3-6-56-16,2-3-40 15,3 0-24-15,3 0-96 16,-4-15 0-16,2-7 0 0,-8-4-8 16,-6-6 8-16,-2-2 8 15,-10-2 0-15,1-5 0 0,-4 2 0 16,0 2 64-16,-7 2-64 15,-14 6 144-15,-7 4 137 16,-4 9-89-16,-7 13-8 0,2 3-112 16,-6 16-72-16,7 16-8 31,3 6-80-31,6 3-192 0,7-3-377 16,7 10-663-16,6-13-1224 15,3-13-4018-15</inkml:trace>
  <inkml:trace contextRef="#ctx0" brushRef="#br0" timeOffset="80485.43">22451 16136 15283 0,'0'0'1888'0,"0"0"-1504"0,0 0-16 32,0 0 120-32,0 0-304 15,136 9-184-15,-109-6-176 0,-6 6-640 16,-9-3-2360-16,-8-2-9219 0</inkml:trace>
  <inkml:trace contextRef="#ctx0" brushRef="#br0" timeOffset="80906.4">22910 16033 11202 0,'0'0'2256'0,"0"0"-1119"16,0 0-217-16,0 0-32 16,7-124-416-16,-2 99-280 0,3 0-72 15,-8 6-32-15,4 3-40 16,-4 10 48-16,0 3 72 0,0 3-168 31,0 5-64-15,0 27 64-16,0 13 312 15,-8 15-64-15,4 4-80 0,-1 0-64 16,1-4-32-16,4-10-64 16,0-2 40-16,0-10-48 15,0-7-224-15,4-4-480 0,5-12-864 16,-5-6-3409-16</inkml:trace>
  <inkml:trace contextRef="#ctx0" brushRef="#br0" timeOffset="81233.92">23141 15941 8961 0,'0'0'4633'0,"0"0"-3824"16,0 0 31-16,0 0 624 0,0 0-496 16,0 0-432-16,0 0-216 15,60 96-87-15,-41-77-41 16,5-3-88-16,0-3-16 0,1-1-40 15,-1-3-40-15,-5-2-8 16,5-1 0 0,-7 1-136-16,-2-4-120 15,1-3-113-15,0 0-175 0,-5 0-312 16,-6 0-840-16,-5 0-3753 16</inkml:trace>
  <inkml:trace contextRef="#ctx0" brushRef="#br0" timeOffset="81509.61">23396 15852 8041 0,'0'0'6442'0,"0"0"-4810"16,0 0-392-16,0 0-224 31,0 0-327-31,0 0-153 0,0 0-168 16,-25 143-104-16,18-92-88 15,7 0-80-15,-4 6-48 16,-4-3-48-16,0-3-232 0,-5-3-280 16,3-1-200-16,-11 1-473 15,6-7-1135-15,-2-12-4130 0</inkml:trace>
  <inkml:trace contextRef="#ctx0" brushRef="#br0" timeOffset="82257.2">23687 16570 11322 0,'0'0'2072'0,"0"0"-1175"0,0 0 559 16,-4 111-64-16,1-73-776 0,-2 1-320 31,1-8-40-31,4-2-72 16,-4-4-24-16,4-9-39 15,0-4-113-15,0-5 112 0,0-4-48 16,0-3 24-16,0 0 56 16,0-15-8-16,0-8-144 0,0-5-48 15,0-8-56 1,0-5 8-16,4 0-48 15,0-3-24 1,1-7-1 0,-2 1 9-16,5 2-56 0,0 6 112 15,-4 13-16-15,-1 11 48 16,2 7 72-16,-5 11-8 0,0 0 8 16,0 24 24-16,0 4 216 0,0 10-64 15,-5-4-72-15,5-8 48 16,0-4-39-1,0-5-33-15,0-8-24 16,13-6 80-16,-1-3-56 16,4 0 64-16,12-12-64 0,0-11-80 15,3-2-96-15,6-4-8 16,-2 4 8-16,5-4 48 0,-5 7 32 16,-7 6 8-16,4 10-8 31,-11 6 8-31,-5 0 8 0,-12 25 120 15,0 16 168-15,-4 13 32 16,0 3-96-16,0 1-32 31,-8-5-48-31,-1-1-48 0,2-8-88 16,7-9-8-16,-4-1-144 16,4-7-248-16,0-6-144 0,0 1-593 15,0-9-1695-15,0-6-7106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6-17T21:38:59.2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2699 11105 11922 0,'0'0'1864'0,"0"0"-1207"0,0 0 415 15,0 0 176 1,0 0-440 0,0 0-264-16,0 5-224 0,0-5-72 0,0 0-55 15,0 0-41-15,0 0 64 16,0 0-64-16,0-10-8 15,12-19 8-15,0-10-40 0,8-4-104 32,1-8-8-32,-2-4 8 0,1 2 0 15,-2-1-8-15,4 3-64 16,-3 10 56-16,-3 9-40 16,-3 16 0-16,-9 9 32 0,0 7-112 31,3 19-112-31,1 45 104 15,0 57 128-15,4 41 8 0,-8 25 0 32,-4-9 64-32,0-26-64 15,0-28 0-15,0-6 0 16,0-26 0-16,-4-20-72 0,1-17-56 16,-1-9-96-16,-1 3-121 15,2 2-47-15,3-3-224 0,-5-17-216 16,5-6-248-16,0-18-849 0,13-4-2143 15,1-3 751-15</inkml:trace>
  <inkml:trace contextRef="#ctx0" brushRef="#br0" timeOffset="746.02">2819 11300 8905 0,'0'0'3233'0,"0"0"-2129"0,0 0-528 15,0 0 233-15,0 0-417 16,0 0-272-16,76-83 0 0,-33 73-112 16,1 10 48-16,4 0-40 31,-8 13-8-31,-4 15 0 15,-9 8 0 1,-10-2-8-16,-10-2 8 0,-7 0-16 16,0-7 16-16,-19 1 72 15,-13-4 48-15,-4-3 0 0,0-8-64 16,0 1 0 0,8-9 24-16,9-3-80 15,9 0 0-15,10 0-8 16,0 0-328-16,25-3-40 0,16-9 264 15,2 1-64-15,9-5-40 16,3 4-256-16,-6-4 31 0,3-7 137 31,-9 1 96-31,0-9-88 16,-6 2-224-16,-9-3-56 0,-4 0 248 16,-13 7 184-16,-2 3 136 15,-9 5 40-15,0 5 192 0,0 9 376 16,0 3 408-16,-9 0-472 47,6 15-183-47,3 11-169 15,0 9-16-15,0 3 8 0,8 1 48 16,12-7 80-16,8-10-200 16,4-4-64-16,0-6 8 0,3-5-48 15,1-7 0-15,0 0 0 0,4-16 56 16,-4-9-56-16,0-6 0 15,-5-5-8-15,-10-5-16 0,-10 3-32 16,-11-4 48-16,0 5 0 16,-24-1 56-16,-20 6 120 0,-11 6 64 15,-13 10 320 1,1 14-32-16,-2 2 0 16,6 22-96-16,10 15-208 15,14 11-216-15,15 3-8 0,16 3-216 16,8-3-416-16,36 4-1056 15,8-18-1249-15,3-12-5088 0</inkml:trace>
  <inkml:trace contextRef="#ctx0" brushRef="#br0" timeOffset="1011.63">4006 10982 11946 0,'0'0'1496'0,"0"0"-1032"0,0 133 129 16,0-72 303 0,13 6-264-16,2-7-376 15,13-3-256-15,-4-3-112 16,1-3-216-16,-1-10-296 0,-9-4-777 15,5-1-1279-15,-4-11-1369 16,-7-11-616-16</inkml:trace>
  <inkml:trace contextRef="#ctx0" brushRef="#br0" timeOffset="1449.11">4062 11217 7841 0,'0'0'3177'31,"0"0"-1409"-31,0 0-431 16,0 0-577-16,0 0-392 0,0 0 136 15,0 0-96-15,84 60-128 16,-44-48-72-16,8-1 32 0,4-8-112 16,-1-3-72-16,5 0-56 15,-4 0-40 1,1 0-232-16,-6-7-160 15,-8-3-296-15,-6-1-176 0,-14-6 288 16,-6-2 111-16,-9-6-55 16,-4-7 152-16,0-3 72 0,-17-2 200 15,2-5 136 1,-9 6 0-16,4 5 216 16,8 9 288-16,-5 9 416 15,6 13 65-15,2 6-457 0,2 29-216 16,3 17 144-16,0 11 248 15,4 4-112-15,0 2-240 0,4-5-32 32,12-10-216-32,-1-4-64 15,5-5-40-15,5-10-72 0,-6-6-240 16,-3-4-560-16,17-6-368 16,-9-3-1041-16,-5-10-2760 0</inkml:trace>
  <inkml:trace contextRef="#ctx0" brushRef="#br0" timeOffset="1699.1">5199 11211 10578 0,'0'0'1776'0,"0"0"-1208"16,0 0 705-16,0 0-393 0,131 22-224 16,-67-22-120-1,3 0-360-15,-3 0-176 16,-8-7-400-16,-12 4-1248 16,-19 0-1473-16,-18 3-3649 0</inkml:trace>
  <inkml:trace contextRef="#ctx0" brushRef="#br0" timeOffset="1902.21">5223 11335 9898 0,'0'0'2904'16,"0"0"-1856"-16,0 0 209 15,0 0-65-15,0 0-360 0,118 15-408 16,-81-15-424-16,6-3-256 16,-10-3-1568-16,-9 0-5706 0</inkml:trace>
  <inkml:trace contextRef="#ctx0" brushRef="#br0" timeOffset="2297.99">6323 11277 12242 0,'0'0'3825'0,"0"0"-3441"31,0 0 216-31,0 0 368 16,0 0-376-16,120 0-311 0,-81 0-193 31,1-2-88-31,-3-5-72 16,2 4-577-16,-7 3-815 15,0 0-2625-15,-18 0-4617 0</inkml:trace>
  <inkml:trace contextRef="#ctx0" brushRef="#br0" timeOffset="2996.88">7176 11137 4304 0,'0'0'5354'0,"0"0"-5354"0,4-110 144 16,-4 59-144-16,4 0 552 0,-4 0-344 16,4 7-128-16,-4 8-64 15,0 9 456-15,0 10-8 16,0 14 104-16,0 3-144 16,0 3-144-16,0 29 136 15,-8 19 425-15,0 18 23 16,-1 14-208-16,9 10-208 0,0-8-24 15,9-5-112-15,15-10-120 16,3-14-64-16,9-8-120 16,1-17-8-1,-2-8 0-15,9-14-168 16,-4-9-240-16,0 0-400 0,-4-19-96 16,-1-6-57-16,-7-6 41 15,-12-2 112-15,0 2 152 16,-7 3 360-16,-1 1 296 0,-5 9 176 31,-3 8 304-31,4 10 240 0,-4 0-152 16,4 7 136-16,0 14 193 0,5 6-145 15,2 1-200-15,6-2-232 0,6-11-56 16,1 1-192-16,8-9-16 16,3-7 16-1,2 0-24-15,-2-13-40 31,-2-12-8-31,-1-5 40 0,-8-7-40 16,-9-2 0-16,-2-2 0 16,-13-3 8-16,0-1 80 15,-17 1-24-15,-15 5 32 0,-7 12 88 16,-13 10 56-16,3 14-16 16,-6 3-128-16,-1 31-32 0,12 15-48 15,12 7-16-15,28 36-264 16,4-16-1040-16,4-16-3561 0</inkml:trace>
  <inkml:trace contextRef="#ctx0" brushRef="#br0" timeOffset="3545.93">8472 11119 11466 0,'0'0'1704'15,"0"0"-1168"-15,0 0 313 0,0 0 407 16,-116-55-440 0,92 55-568-16,-5 14-80 15,2 18 64-15,-1 5 64 16,4 1-160-16,5 0-136 15,10-3 0-15,9-7-40 0,0-5-32 16,0-10-64-16,9-7-32 0,15-6-112 31,3 0-80-31,1-3-288 16,4-16-200-16,-1-3 296 16,-6-4 120-16,-1 4 159 15,-4 6 169-15,-1 3 104 0,-6 13 48 16,-2 0-40-16,2 19 104 0,-2 23 233 15,1 18 63 1,1 13 8-16,-7 11 200 16,-1 0-128-16,-5 2-168 15,-5 1-40-15,-22-9 192 0,-8-5 32 16,-21-6 80-16,-4-13 33 16,-8-10-1-16,-12-9-152 31,4-13 48-31,5-8-72 15,3-12-152-15,8-2-136 16,13 0-152-16,6-5-32 16,13-15-480-16,17-1-576 0,3 4-369 15,8 0-3888-15</inkml:trace>
  <inkml:trace contextRef="#ctx0" brushRef="#br0" timeOffset="4170.89">9288 10505 13314 0,'0'0'2257'15,"0"0"-1105"-15,0 0-184 16,-118-46-312-16,81 33-368 15,0 2-191-15,6-1-41 0,7 3-48 0,5-1-8 16,6 4 8-16,6 2-8 16,3 4-89-1,0 0-167-15,0 0-160 16,4 17 64-16,0 4-96 16,0 8-40-16,0 13 240 15,0 8 192-15,0 11 8 0,4 6 48 16,0 9 8-16,0 6-8 0,-1 7 64 31,1 1 72-31,0-5 208 16,1-3 48-16,3-9-16 15,-1-13-48-15,10-11-80 0,-2-11-136 16,6-13-56-16,9-9-40 47,3-11 40-47,14-5-48 0,-2 0-8 15,7-8-216-15,-1-9-152 16,-6-2-112-16,-10 8-160 0,-7-6-16 16,-4 7-328-16,-8-5-841 0,0 8-2552 15,-8-3-4496-15</inkml:trace>
  <inkml:trace contextRef="#ctx0" brushRef="#br0" timeOffset="4567.95">9628 10912 11746 0,'0'0'1936'16,"0"0"-1023"-16,-13 120 247 0,13-69-288 31,17-3-160-31,15-3-392 0,7-14-208 15,9-5-24-15,3-13-88 16,9-13 0-16,-4 0 0 16,-7-7-72-16,-7-18 56 0,-9-4-48 15,-13-3-32-15,-5-6-32 16,-10-3 80-16,-5-3 40 0,0-1-40 31,-20-5 0-31,-8 2 40 16,-4 3-72-16,-7 4 72 15,-6 13-88-15,-2 12 96 0,-5 16 272 16,-4 16-72 0,4 30-120-1,8 18-8-15,9 10-72 16,18 1-80-16,17-2-376 0,13 4-944 16,23-16-3329-16,3-27-2865 0</inkml:trace>
  <inkml:trace contextRef="#ctx0" brushRef="#br0" timeOffset="4853.92">10257 10737 5921 0,'0'0'4625'0,"0"0"-3881"0,0 0 24 0,0 0 840 15,0 0-87-15,9 153-473 16,-9-83-208-16,0 2-216 0,0 1-272 16,3-9-240-16,5-10-112 15,4-5 0-15,4-12-32 16,-8-11-280 0,4-7-560-16,-4-6-688 15,-4-13-1057-15,-4 0-1880 16,0-3-48-16</inkml:trace>
  <inkml:trace contextRef="#ctx0" brushRef="#br0" timeOffset="5400.26">10214 10992 4320 0,'0'0'5418'0,"0"0"-4218"0,0 0 832 0,0 0-127 16,0 0-801-16,0 0-344 0,95 111-232 15,-59-95-248 1,8-4-160-16,0-8-72 0,0-4-32 16,-1 0-16-1,-3-7-88-15,-3-6-232 0,-6-2-104 0,-7-7-144 0,-4 5-120 16,-4-5 104-16,-4 4 80 31,-8-2-129-31,-4-2 201 16,0 6 224-16,0-4 16 15,0 5-24-15,-12-1-40 0,0 1 32 0,0-2 120 16,4 8 88-16,0-4-24 16,4 10 40-16,0 3 144 31,0 0-40-31,0 0 128 16,0 0 72-16,0 6 8 0,0 7 48 15,4-4 97 1,-4 1-57-16,4-4-112 15,0 1 16-15,0-1-8 16,0 4 0-16,-4-1-24 16,4 10 48-16,0 7 120 15,0 5-40-15,0 14-16 0,0 8-16 16,0 5-24-16,0-1-144 0,0-2 40 31,0-8-87-31,8-2-73 16,-4-14-40-16,0-6-40 15,4-5 0-15,-4-8-96 0,0-6-32 16,0-2-361-16,-4-4-479 16,8 0-696-16,-4 0-1321 0,0-14-3432 0</inkml:trace>
  <inkml:trace contextRef="#ctx0" brushRef="#br0" timeOffset="5736.24">11042 10712 10986 0,'0'0'1504'15,"0"0"-328"-15,0 0 1 16,120 16-129-16,-76-16-344 0,4 0-472 31,-4 0-232-31,-4-3-200 16,-5 0-936-16,-14-1-2113 0,-10-2-5057 15</inkml:trace>
  <inkml:trace contextRef="#ctx0" brushRef="#br0" timeOffset="6278.9">11325 10331 4640 0,'0'0'8378'16,"0"0"-7201"-16,0 0-705 0,0 0 584 15,0 0-200-15,125 0-432 0,-82-3-288 31,5-3-40-31,-1-1-96 16,1-2 56-16,-8 2-48 0,-8 5-8 16,-4 2 0-16,-8 0 0 15,-12 25-80-15,-4 19 80 16,-4 20 64-16,0 11-56 0,0 12 112 31,-4 5-16-31,0 0-96 0,-3 0 40 16,2-6-48-16,-3-1 16 15,4-9-16-15,0 1 0 16,4-8-8-16,0 0 0 0,0-1 0 16,0-8-72-16,0-6 8 31,0-9-24-31,0-13 80 0,0-3-64 16,0-17 72-16,0-6 8 15,0-6 0-15,-7 0 152 0,-14 0 72 16,1-13-136-16,-12-9 24 15,-4 0 48-15,-4 3 48 16,-1 2-40-16,-1 5-168 0,-10 12-280 16,8 0-832-16,0 9-3017 0</inkml:trace>
  <inkml:trace contextRef="#ctx0" brushRef="#br0" timeOffset="7089.14">5123 12513 1256 0,'0'0'10954'0,"0"0"-9218"15,0 0-799-15,0 0 479 0,0 0-384 16,0 0-424-16,144 12-360 16,-110-12-144-16,6 0-104 15,-3 0-64 1,-9 0-280-16,4 0-328 16,-9 0-368-16,5 3-768 15,-7 4-2337-15,-6-1-1401 0</inkml:trace>
  <inkml:trace contextRef="#ctx0" brushRef="#br0" timeOffset="7307.87">5295 12630 11866 0,'0'0'2016'0,"0"0"-1071"0,0 0 263 0,0 0-360 16,0 0-504-16,138 16-240 15,-93-16-104-15,19 3-376 16,-12-1-1712-16,-9 2-4802 0</inkml:trace>
  <inkml:trace contextRef="#ctx0" brushRef="#br0" timeOffset="7635.98">6425 12726 1488 0,'0'0'12995'0,"0"0"-11307"16,0 0-1224-16,0 0 48 0,145-33-40 15,-93 24-312-15,-1 3-160 16,9 6-360-16,-8 0-960 0,-24 6-2601 16</inkml:trace>
  <inkml:trace contextRef="#ctx0" brushRef="#br0" timeOffset="8305.18">7120 12596 10882 0,'0'0'2688'0,"0"0"-2175"15,12-131-441-15,-4 80 160 0,-4 3 48 16,0 7-144-16,0 7-120 31,-4 10-8-31,0 9 88 16,0 15 80-16,0 0 0 0,0 21 56 15,-20 45 16-15,4 28 216 16,8 8 104-16,0-7-72 0,8-13-200 16,12-22-152-16,16 4-40 15,8-4-48 1,6-15 0-16,12-13-56 15,-2-17-56-15,4-8-264 0,-1-7-176 16,-7-7-48-16,-12-12 8 16,-8-6 160-16,-5-3 40 0,-11 3-56 15,-5-2 16 1,-7 9 192-16,0 8 184 16,0 4 152-1,0 6 264-15,-7 6-40 0,3 22 48 0,1 8 184 16,3 3 48-16,0 2-136 15,14-10-72-15,11-2-152 0,3-11-192 32,4-4-88-32,0-14 64 15,2 0-72-15,4-7 0 16,-6-15 8 0,-1-10-16-16,-6-3-40 15,-10-7 40-15,-11 1 8 0,-4-6 40 16,-4-1-40-16,-20-3 40 15,-12 7 24-15,1 3 0 16,-11 12 73-16,4 13-9 16,6 16-24-16,1 20-112 0,7 27-72 15,7 13-225-15,21 39-823 0,0-20-1864 16,17-13-6146-16</inkml:trace>
  <inkml:trace contextRef="#ctx0" brushRef="#br0" timeOffset="9090.17">8407 12770 12346 0,'0'0'2089'0,"0"0"-1049"0,0 0 320 15,0 0-320-15,-127-3-552 16,108 15-384 0,-2 1 40-16,5-1-88 15,8 5 33-15,0-5-81 0,5 1 0 16,-1 0 0-16,4-4-8 0,0 1-241 16,0-4-79-16,11 1 64 0,1-2-8 31,4-5-152-31,5 0 8 15,-6 0-96-15,5-5-56 16,0-11 320-16,-4 0 144 0,-4 0 96 16,-4-4 0-16,-4 5 200 15,-4-1 152-15,0-1 24 0,0 9 128 32,0-5 16-32,-4 6 120 15,-4 4-248-15,0 0-144 0,4 0-151 16,0 3 15-16,4 0-24 15,0 0-80-15,0 0 8 0,0 0-16 16,0 0 0-16,0 0 0 16,0 0 0-16,0 0-8 31,0 0 0-31,0 0 0 16,0 0-8-16,0 0-24 0,0 9 32 15,4 1 16-15,0 3-8 16,0-1 8-16,3 4 0 15,-2 0 0-15,3 3 0 0,0 7 0 16,4-1-8-16,-4 13 48 16,7 6 24-16,-6 7 0 0,2 9 56 15,-3 4-64-15,-8 0 32 16,0 2-88-16,0 4 80 0,-3-3-80 31,-18-7 8-31,-3-6 32 16,-3-10-40-16,-6-12 48 0,-6-4-8 15,3-11 56-15,0-7 16 16,-3-10 24-16,7-4-24 31,8-24 72-31,7-10 32 0,9-8-96 16,8-10-88-16,5-7-40 16,26-1-168-16,14-3-336 0,6 7-352 15,37-17-729-15,-12 17-2584 0,-16 6-7361 16</inkml:trace>
  <inkml:trace contextRef="#ctx0" brushRef="#br0" timeOffset="10279.43">9520 12315 56 0,'0'0'232'16,"0"0"-56"-16,0 0-120 0,0 0 24 0,0 0 1952 16,11 0 969-16,-11 0-1209 47,0 0 56-47,0 0-119 15,0 0-545-15,0 0-496 0,0 0-72 16,0 0-63-16,0 0-89 15,0 0-8-15,0 0 32 0,0 0 16 16,0 7-88-16,0 3-192 31,-7 9-104-31,-1 13 40 0,-4 15 56 16,7 10 16-16,-2 13-8 16,7 0-56-16,0 0-48 15,0-7-16-15,24-9 72 0,0-16-96 16,12-10-80-16,7-15-8 15,9-13 8-15,4-6-16 0,4-26 8 16,-4-12 8 0,-5-4 0-1,-10 0 16-15,-13-2 32 0,-13 2 208 0,-11 0 105 16,-4 4-41-16,0-1-64 16,-28 4-32-16,-4 3-80 15,-11 10 48-15,-6 11 72 0,-7 12-88 16,-7 5-56-16,-1 18-112 15,0 21-8-15,8 8-8 0,9 7-144 16,15 6-240-16,11 1-368 16,21 12-689-16,5-16-3040 0,19-13-7977 15</inkml:trace>
  <inkml:trace contextRef="#ctx0" brushRef="#br0" timeOffset="10529.42">10193 12651 14899 0,'0'0'1632'0,"0"0"-1408"15,0 0-72-15,0 157 8 0,0-101-104 31,0-1-56-31,7-1-296 16,10-1-816-16,-5-11-1065 16,1-13-3720-16</inkml:trace>
  <inkml:trace contextRef="#ctx0" brushRef="#br0" timeOffset="11474.98">10588 12250 7433 0,'0'0'9050'0,"0"0"-7730"0,0 0-520 16,-12-7 49-16,24 7-329 15,16 0-328-15,20 0-112 16,3 7-64-16,1 5-16 0,0 4 0 31,-9 3-120-31,-5 6-128 0,-23 0-72 16,-11 4 40-16,-4-1 56 15,-24 1 16-15,-16-4 208 16,-13-3 40-16,7-5 8 0,-2-5 96 16,12-5-24-16,8-5 80 15,12 1-152-15,16-3-48 0,0 4-64 16,20-4-288-16,20 7-137 15,8 8 25-15,7 4-312 16,1 11 304-16,-8 4 328 0,4 7 96 16,-13 7 48-16,-2 0 0 0,-18-7 136 15,-19-6 0-15,0-7 232 16,-35-6 424 0,-14-6-248-16,-14-6-175 15,-1-7 23-15,-5-3 24 16,7 0 48-16,6-3-24 0,12-11-272 15,13 5-128-15,10-3-40 16,14 6-136-16,7-1-264 16,0 4-224-16,15 3-96 31,17 0 263-31,4 0-95 16,4 0-40-16,7 0 112 15,2 0-80-15,3-9-408 0,-2-4-352 16,3-10-1-16,-1-2 161 15,-1-3 544-15,-6-8 408 0,-2-1 208 16,-2-2 288-16,-14-5 416 31,5-4-144-31,-12 0-56 0,0 2-32 16,-8 4 72-16,0 7 25 16,-8 6-89-16,0 14 200 0,-4 11 328 15,0 4-280-15,0 13-432 16,-13 24 104-16,-6 18 88 15,-1 11 105-15,0 7-153 0,4 4-48 16,8-7 40 0,8-4-104-16,0-8-64 15,4-8-72-15,16-8-136 0,4-8-48 16,7-5 40-16,6-10-48 16,3-6 0-16,-1-7-96 15,2-6-48-15,-6-6-16 0,1-17 0 16,-12-5 112-16,-4-4 0 15,-12-6 48-15,-4-3 64 16,-4 4-64-16,-12 1 72 31,-12 11-16-31,-16 11 40 0,-4 14 120 0,-8 11-24 16,0 26-112-16,-4 20-80 16,9 14 0-16,7 30-616 15,16-15-1024-15,8-16-6122 0</inkml:trace>
  <inkml:trace contextRef="#ctx0" brushRef="#br0" timeOffset="14355.02">3696 14693 8777 0,'0'0'2849'16,"0"0"-1041"0,0 0 81-16,7 0-33 15,-7-9-672-15,0-10-559 0,5-16-281 16,2-9-176-16,-2-7-104 0,3-9-56 16,-2-1-8-16,4 6 0 15,-6 9-88-15,0 8-16 0,-1 9-16 16,1 12 16-16,0 17 32 15,5 4-112-15,2 57-193 16,10 53 297-16,10 54 80 0,1 20 136 16,-7-7-120-16,-10-29 80 15,-11-48-96-15,-4-23 49 0,0-29-49 16,0-10 8-16,0-3-8 16,0-5-145-16,0-11-279 0,0-23-712 15,0-10-824-15,0-26-3353 0</inkml:trace>
  <inkml:trace contextRef="#ctx0" brushRef="#br0" timeOffset="14987.95">3668 14478 13138 0,'0'0'2425'15,"0"0"-1393"-15,0 0-352 0,0 0-288 16,0 0-160-16,0 0-112 16,132 19 0-1,-72-4-48 1,0 11-64-16,-1 3 0 16,-12-1-8-16,-11 4 0 15,-15 0-72-15,-21-4-104 0,0 1 48 16,-25-4 128-16,-10 0 48 15,-9 1-40-15,4-6 88 0,4-2-48 16,8-5 0-16,13-3-48 16,10-5-8-16,5-1-264 15,9-4-192-15,19 0 232 0,3-7-16 16,9-8-304-16,3-8 80 0,-6-5-64 16,-1-4 56-16,-4 4-104 31,-8 2 239-31,-5 7 257 31,-6 7 88-31,-2 12 88 0,2 0 209 16,-7 12 183-16,11 17-24 0,-1 9-104 0,8 0-176 0,4-3-16 15,8-10 32-15,0-6-136 16,3-15-48-16,-3-4 40 16,-4-4 40-16,0-21-16 0,-4-10-56 15,-12-3 40-15,-5-3-40 16,-11-1 72-1,0 5 104-15,-20-2 256 16,-10 0-80-16,-11 5 64 16,-6 3 104-16,2 4-191 15,-2 13 23 1,3 7 80-16,7 7-296 0,6 12-152 16,3 24-96-16,13 11-128 15,6 10-136-15,9 4-329 0,13 18-775 16,11-18-1320-16,3-18-4026 15</inkml:trace>
  <inkml:trace contextRef="#ctx0" brushRef="#br0" timeOffset="15612.92">4719 14376 13394 0,'0'0'1505'32,"0"0"-1025"-32,37 114 320 15,-17-46 24-15,5 7-392 16,-2 1-216-16,1-2-80 0,-4-8-72 16,-12-11-56-16,-1-12 40 15,-3-11-48-15,-4-9-64 0,0-11-88 16,0-8-152-16,-8-4-72 31,1-7-232-15,-1-18-280-16,-4-11 248 15,8-5-96-15,4 4-1 0,0-2 281 16,0 7 328-16,16 10 128 16,-4 13 280-16,12 9 648 0,0 0-63 15,4 0-257 1,4 9-136-16,4 4-200 15,-6-4-80 1,10-2-48-16,-7-7-80 0,7 0-16 0,-8 0-48 16,0-16-128-16,-9-6-376 15,-6-7 184-15,-10-3 88 0,-7-5 40 16,0-5 80-16,-7-2 40 16,-14-4 72-16,2 4 0 15,-5 2 0-15,4 15 8 0,4 7 128 16,-1 13 280-16,10 7 256 0,3 27-384 15,4 23 32-15,0 13 232 32,0 13 112-32,8 3-95 15,8-2-113-15,4-7-208 0,0-6-152 16,4-14-96-16,-5-9-8 16,2-11-192-16,-6-12-232 0,4-12-481 15,-5-3-1063-15,-6-3-3697 0</inkml:trace>
  <inkml:trace contextRef="#ctx0" brushRef="#br0" timeOffset="15831.66">5817 14659 560 0,'0'0'3152'0,"0"0"3034"0,115-4-3474 0,-47-8-759 31,8-1-609-31,2 1-592 16,3 2-528-16,-13 3-224 16,-8 7-632-16,-21 0-1232 0,-22 0-4138 15</inkml:trace>
  <inkml:trace contextRef="#ctx0" brushRef="#br0" timeOffset="16066.03">5996 14872 11930 0,'0'0'2929'0,"0"0"-1001"0,120 6-560 16,-64-6-351-16,7-16-361 16,1 0-464-16,-8-4-192 0,-13 6-552 15,-7 7-505-15,-16 3-1679 16,-12 4-5250 0</inkml:trace>
  <inkml:trace contextRef="#ctx0" brushRef="#br0" timeOffset="23393.17">7124 14398 592 0,'0'0'7505'15,"0"0"-4864"-15,0 0-1433 16,0 0 40 0,0 0-127-16,0 0-433 0,0 0-216 0,0 0-88 15,0 0 168 1,0 0-32-16,0 3-72 0,0 10-120 15,0 10-80-15,0 11 48 0,-4 11-72 16,4 6-120 0,0 0-32-16,0-1-56 0,8-5 41 15,8-7-57 1,3-10 0-16,6-9-17 16,3-9 17-16,3-10-16 0,5 0 8 15,0-19-40-15,4-13 0 16,0-6-32-16,0-4 72 15,-9-2 8-15,-7 0 0 16,-8-1 0 0,-11 4 16-16,-5 0 72 15,0-1 0-15,-17 5 113 0,-18 4-57 16,-5 1-48-16,-12 4 136 16,-4 8 16-16,0 12-152 15,1 8-48-15,3 0-40 0,5 25-8 16,10 17-56-1,5 5-120-15,8 14-184 16,24 11-505-16,0-9-1399 16,20-15-4610-16</inkml:trace>
  <inkml:trace contextRef="#ctx0" brushRef="#br0" timeOffset="23743.15">7825 14548 1008 0,'0'0'11642'16,"0"0"-9449"-16,0 0-1241 16,0 0 344-16,-59 134-440 0,47-97-480 31,8 1-208-31,-6-3-120 16,8 3-48-16,2-6 48 0,0-4-48 15,0-2 0-15,0-1-176 16,0-5-360-16,0-8-688 0,2-12-912 15,16 0-3218-15,-7-10-2767 0</inkml:trace>
  <inkml:trace contextRef="#ctx0" brushRef="#br0" timeOffset="24115.46">8052 14185 1144 0,'0'0'4313'0,"0"0"3128"15,0 0-6080 1,0 0-513-16,0 0 656 0,0 0-400 0,0 105-504 16,5-66-175-16,-1-2-137 15,4-2 16-15,4-2-120 16,-4-1 0-16,3-11-96 0,-2 1-40 15,7-2 0-15,0-8-40 16,3-2 0-16,9-3 40 0,4-4-48 16,4-3-8-16,4 0-48 31,-4 0-56-31,4 0-32 0,-5 0-80 16,2 0-32-16,-9-3-32 15,-1 3-177-15,-7-4-39 0,0 4-384 16,-12-3-1408-16,-8 3-2305 15,0 0-3609-15</inkml:trace>
  <inkml:trace contextRef="#ctx0" brushRef="#br0" timeOffset="24459.2">8431 14151 1256 0,'0'0'8954'0,"0"0"-4729"0,0 0-3393 16,0 0 40-16,0 0 264 16,0 0-312-16,-15 149-288 15,15-83-207-15,0 5-97 31,0 1-144-31,0-2-40 16,0-4 0-16,0-4-48 16,0-9 0-1,4-8-112-15,-4-7-120 16,0-9-265-16,0-7-431 0,8-12-776 16,3-7-2313-16,2-3-2784 0</inkml:trace>
  <inkml:trace contextRef="#ctx0" brushRef="#br0" timeOffset="24892.46">8814 14265 10866 0,'0'0'3937'0,"0"0"-3089"16,0 0 456-16,0 0-208 31,0 0-472-31,0 0-239 16,31 130-33-16,-18-98-56 15,-1 0-64-15,0-1-8 0,-4-2-8 16,0 0 8-16,-1-5-48 15,2 3-64-15,-1-6-112 16,0 2 8 0,0-7 8-16,-4 0-8 15,7-4-8 1,-2-6-40-16,3 1-64 0,-1-4-64 0,6-3-72 16,3 0 72-16,8 0 64 15,0 0-48-15,8-7-56 16,-1-2 136-16,1 4-200 0,0-5-128 15,-1 0-121-15,-7 3-559 16,0-5-760-16,-7 2-2433 0,-6 1-2705 16</inkml:trace>
  <inkml:trace contextRef="#ctx0" brushRef="#br0" timeOffset="25204.95">9205 14233 2344 0,'0'0'1672'0,"0"0"8018"0,0 0-7369 16,0 0-1017-16,0 0-96 0,-4 114-271 15,8-41-321 1,4 7-240 0,3 3-208-16,-2-4-96 0,-5-7-72 15,0-5-56-15,-4-13-192 16,0-2-272-16,0-5-376 0,-8-3-897 16,-9-5-3024-16,6-17-7201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6-17T21:40:17.4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3413 10826 4240 0,'0'0'2209'0,"0"0"2728"0,0 0-4393 0,0 0-64 16,0 0 536 0,-20-44-367-16,20 35-297 15,0 0-152 1,0 2-96-16,0 0 152 16,0 4-56-16,0-3 0 15,0 6 96-15,0-4 80 16,0 4 64-16,0 0-40 0,-8 0 24 15,-8 0-264-15,-9 0-96 16,-5 10 8-16,-7 7-64 0,-10 8 0 16,-5 5 88-16,-4 9 8 15,-4 2 16-15,5 3 24 0,7 2 0 16,11-3-8-16,14-1-64 31,19-1-64-31,4-3 0 0,11-6 0 16,21 3-16-16,9-9 0 15,2-4-144-15,1-6-144 32,-4-4-168-32,0-2-312 0,-1-3-392 15,-7-7-1281-15,-8 0-3272 0</inkml:trace>
  <inkml:trace contextRef="#ctx0" brushRef="#br0" timeOffset="218.73">3592 11032 264 0,'0'0'4473'15,"0"0"-4473"-15,0 0-841 0,0 0-871 16</inkml:trace>
  <inkml:trace contextRef="#ctx0" brushRef="#br0" timeOffset="683.76">3592 11032 16 0,'-63'29'6465'0,"50"-29"-5217"15,1 0 312-15,-4 17 153 16,5 5-249-16,-10 9-312 16,6 3-223-16,-1 8-241 0,0 3-8 15,4-1-248-15,4 1-160 31,4-4-176-31,4-4-40 0,0 2-48 16,0-7 0-16,4-7 48 16,7-2-56-16,6-11-112 15,3-2-128-15,-1-7-96 0,6-3 16 16,-2 0 168-16,2-13 16 16,-2-6 8-1,-3-3-40-15,0-2 112 16,-4 0 40-16,-12 2 16 0,1 0 0 15,-5 3 16-15,0 3 64 16,-9 1 216-16,-7 8 216 0,-4 4-16 16,0 3-184-1,-3 3-144-15,-2 19-120 16,2 6-48-16,2 5-8 16,10 4-400-16,11 9-720 0,0-12-1353 15,0-12-4272-15</inkml:trace>
  <inkml:trace contextRef="#ctx0" brushRef="#br0" timeOffset="1027.5">4011 10782 11738 0,'0'0'1992'0,"0"0"-1503"16,0 0-289-16,0 0 592 15,0 0-88-15,-5 136-80 0,2-72-288 16,-5 0-40-16,8 0-104 15,-4-5-72-15,4-5-112 0,-5-9-8 16,5-4-8 0,-3-9-112-16,3-13-264 15,0-7-376-15,0-12-536 16,0 0-1281-16,8-12-2720 0</inkml:trace>
  <inkml:trace contextRef="#ctx0" brushRef="#br0" timeOffset="1230.6">3999 11144 6249 0,'0'0'2016'0,"0"0"-1200"0,0 0 577 16,0 0-1-16,0 0-264 31,0 0-440-31,0 0-360 16,143 21-143-16,-111-21-17 0,4-2-160 15,0-8-8-15,0-1-264 16,4-6-641-16,3-3-823 0,-7 2-1089 16,-12 5-1736-16</inkml:trace>
  <inkml:trace contextRef="#ctx0" brushRef="#br0" timeOffset="1511.85">4333 10778 5913 0,'0'0'2144'0,"0"0"-711"0,0 0 687 16,0 0-8-16,0 0-679 16,-39 153-321-16,35-95-296 0,-4 1-336 31,0-2-168-31,4 1-160 15,0-1-96-15,0-9-56 0,-4-3 0 16,8-8-416-16,-4-5-536 31,4 0-680-31,0-13-1121 0,7-6-2800 16</inkml:trace>
  <inkml:trace contextRef="#ctx0" brushRef="#br0" timeOffset="1902.45">4709 11153 968 0,'0'0'10058'15,"0"0"-8762"-15,0 0-592 0,-20 108 545 16,20-73-337-1,3-3-256-15,22 4-152 16,3-4-256 0,3-2-40-16,-3 2-112 0,7 0-88 0,-6-3 56 15,-5-1-64-15,-5-6 40 16,-6-2-40-16,-9-8-8 0,-4-2 0 31,0-7 8-31,-24 1 96 16,-12-4 0-16,-13 0 88 15,-1 0 264-15,-6-10-40 0,0 3-136 16,7-5-64-16,6 5-111 0,11-3-97 16,4 5 0-16,8-5-425 31,12 0-511-31,4-2-1120 16,4-4-3673-16</inkml:trace>
  <inkml:trace contextRef="#ctx0" brushRef="#br0" timeOffset="2129.32">4493 11239 12178 0,'0'0'1600'0,"0"0"-1159"16,0 0-313-16,64-16 24 15,-24 7-80-15,7-4-72 16,1 4-152-16,19-1-1001 16,-10-3-2808-1,-9 7-2536-15</inkml:trace>
  <inkml:trace contextRef="#ctx0" brushRef="#br0" timeOffset="2858.28">5310 10992 10538 0,'0'0'3264'0,"0"0"-1831"15,0 0-241-15,0 0-336 31,0 0-384-31,0 0-304 0,0 0-24 16,0 0 128 0,-124 130-56-16,105-80-7 15,7 1-57-15,7 1-104 0,5-9-40 16,0-4 40-16,13-4-48 16,7-10-8-16,11-6 0 0,5-7-128 15,5-9-73 1,6-3-95-16,1-3-144 15,-1-15-224-15,-6-7-248 16,-1-4 56-16,-9 0 464 0,-6 0-432 16,-10 0 279-16,-6 8 425 15,-6 5 128-15,-3 7 288 16,0 9 577 0,0 0 7-16,0 0-408 15,0 9-288-15,-3 14-32 0,3-2 56 16,0 5-40-16,3-1-16 15,12-3-72-15,5-6 8 16,5-5 0-16,3-6 32 0,8-5-104 31,0 0 0-31,3-5 72 16,2-15-80-16,-6-6 0 0,-4-2 0 16,-10-5-8-16,-9-1 0 15,-12-4 8-15,0 0 0 16,-12 3 88-16,-15-4 80 0,-5 8 32 15,-10 9 80 1,0 9 56 0,-7 13-136-1,2 0-80-15,7 22-112 0,4 17 41 16,8-2-41-16,13 8 32 16,11-4-40-16,4-6-73 15,0-4-111-15,19-7-136 0,5-7-64 16,3-3-48-16,6-11-360 0,3-3-392 15,-5 0-128-15,5 0-473 0,1-12-919 16,10-8-385-16,-11 5-848 16,-3-1 2033-16</inkml:trace>
  <inkml:trace contextRef="#ctx0" brushRef="#br0" timeOffset="3164.87">5948 11252 1456 0,'0'0'3993'0,"0"0"-2297"0,0 0 785 15,0 0-137-15,0 0-680 16,12 105-599-16,12-77-481 15,0-6-208-15,7-10-48 0,10-1 0 32,-2-8-16-32,10-3-200 15,-6 0-104-15,-7-14-8 0,0-7-104 16,-12-1 96-16,-8-10 0 16,-8 1 8-16,-8-5 48 15,0 2 0-15,-4-2 48 0,-20-2 80 16,0 0 200-1,-12 7 88-15,-4-5-72 16,1 18-32-16,-9 4-23 0,3 14-169 16,2 0-80-16,7 32-88 0,-3 14 0 15,10 4-88-15,8 4-289 0,11 0-487 32,10 8-728-32,4-10-1249 15,11-15-3376-15</inkml:trace>
  <inkml:trace contextRef="#ctx0" brushRef="#br0" timeOffset="3555.07">6641 10989 5697 0,'0'0'7241'0,"0"0"-6096"15,-15 111 191-15,5-55 88 0,8 2-592 16,2 0-336-16,0-8-264 16,0-3-120-16,0-9-48 0,12-9-64 31,-8-4-32-31,4-8-184 16,-8-10-432-16,3-2-552 15,-3-5-688-15,0-10-2593 0,0-5-5577 0</inkml:trace>
  <inkml:trace contextRef="#ctx0" brushRef="#br0" timeOffset="3773.8">6662 11217 1016 0,'0'0'9626'16,"0"0"-8098"-16,0 0 328 15,0 0-231-15,0 0-425 16,0 0-448-16,119 51-456 15,-87-51-144-15,8 0-152 16,0 0-256-16,-8-3-240 16,4-4-304-16,-9 1-536 0,2 0-1089 15,-6-4-663-15,1-3 287 16,-11 4-8-16</inkml:trace>
  <inkml:trace contextRef="#ctx0" brushRef="#br0" timeOffset="4008.17">7072 10935 1856 0,'0'0'2576'15,"0"0"-751"-15,0 0 695 16,0 0 377-16,0 0-496 16,-44-38-1073-16,37 59-592 0,3 18-32 15,-6 15-8-15,3 9-272 16,7 5-152-16,0-3-56 0,0-4-208 15,0-7 40 1,0-4-48-16,0-5-264 16,7-11-536-16,-2 8-896 15,4-9-2337-15,-9-12-4657 0</inkml:trace>
  <inkml:trace contextRef="#ctx0" brushRef="#br0" timeOffset="4575.43">7738 10915 904 0,'0'0'10386'0,"0"0"-9170"15,0 0-816-15,0 0 400 16,0 0 497-16,168 25-329 31,-93-18-352-31,15-7-16 0,12 0-384 16,-3 0-88-16,-8 0-72 16,1 0-48-16,-11 0-8 0,-6 0 0 15,-15 0-88-15,-12 0-112 16,-12 0 24-16,-21 0 16 15,-10 0-56-15,-5 0 216 0,0 0 96 32,-17 0 8-32,-7-7-40 15,0-2 72-15,-4-7-48 0,-4 0-88 16,1-3 16-16,-1 4-8 16,4-8 80-16,-4 7-40 15,4-3 24-15,5 6 40 0,6 1-112 16,10 3-56-16,7 0-632 15,0 5-1760-15,7 1-4378 0</inkml:trace>
  <inkml:trace contextRef="#ctx0" brushRef="#br0" timeOffset="5085.12">8495 11335 2528 0,'0'0'4825'0,"0"0"-1848"15,0 0-1409-15,-127 6 456 16,79-6-271-16,-11 0-593 16,-1-4-400-1,-9-8-288-15,2 2-128 16,-1 1-136-16,4-1-23 16,9 3-185-16,11 7 8 0,10 0 48 0,15 0-56 15,7 0-8-15,9 0 0 0,3 0-40 31,0 11-16-31,0 2 15 0,20 2 49 16,4 1-8 0,7 4 0-16,9-5 0 0,-4 2 8 0,5-3 0 15,-2-1 0 1,-4 0 0-16,2-6 0 0,-6 1 0 31,-3-4-200-31,-7-1-96 0,-1 0-272 16,-1-3-656-16,-2 0-1889 15,-2 0-5328-15</inkml:trace>
  <inkml:trace contextRef="#ctx0" brushRef="#br0" timeOffset="5617.42">9580 10899 16 0,'0'0'7921'0,"0"0"-3816"0,0 0-2977 16,0 0 489-16,0 0-161 15,-49-28-592-15,22 28-408 0,-6 12-40 16,-11 17-48-16,2 16 81 31,-3 9-105-31,2 6-80 0,15 6-112 16,15-2-96-16,13-7-48 16,0-2-8-16,24-14-8 0,12-10-56 0,9-9-104 15,1-10-168 1,7-8-193-16,18-4-527 31,-11-6-976-15,-13-6-3105-16</inkml:trace>
  <inkml:trace contextRef="#ctx0" brushRef="#br0" timeOffset="6103.41">10038 11055 672 0,'0'0'688'16,"0"0"5353"-16,0 0-3608 0,0 0-673 15,0 0 336-15,0 0-455 32,-127 127-569-32,105-89-376 15,8 3-176-15,1 11-248 0,6-5 0 16,-1 3-144-16,8-2-40 0,0-9-80 0,0-7 56 16,19-7-64-1,1-10-72 1,5-5-104-1,6-10-144-15,1 0-8 0,3-16-40 0,-2-7-104 16,-1-2-88 0,-12-3 160-16,-4-1 248 0,-8-3 152 0,-8 4 0 15,0 2 208 1,0 4 216-16,-24 9 144 16,-4 6-96-16,-12 7 24 0,-8 5-128 15,1 27-168 1,-9 8-104-16,11 18-96 0,10-1-56 15,19 0-464-15,16-3-720 16,19-16-2801-16,17-16-7257 16</inkml:trace>
  <inkml:trace contextRef="#ctx0" brushRef="#br0" timeOffset="6418.92">10548 10764 912 0,'0'0'11962'0,"0"0"-10529"0,0 0-529 0,0 0 816 15,-28 135-536 1,13-74-567-16,-1 9-89 0,4-4-240 16,-1-2-168-16,2-7-112 15,3-6-8-15,-1-6-160 16,6-8-232-16,-5-8-393 0,4-3-959 16,4-12-2505-1,0-7-2712-15</inkml:trace>
  <inkml:trace contextRef="#ctx0" brushRef="#br0" timeOffset="6658.9">10401 11112 9826 0,'0'0'2560'15,"0"0"-1448"-15,0 0 433 31,0 0-417-31,0 0-424 0,150 16-400 16,-97-16-176-16,3 0-64 16,-1 0-64-16,-8 0-312 15,-2-3-416-15,-1-3-168 0,-4-3-953 16,-4 2-2440-16,-12-3 1041 0</inkml:trace>
  <inkml:trace contextRef="#ctx0" brushRef="#br0" timeOffset="6848.89">10903 10887 4913 0,'0'0'3936'16,"0"0"-1663"-16,0 0-97 0,-63 134-343 0,46-72-625 16,1 8-256-16,4 0-528 0,5-7-160 15,-1-2-200 1,3-10-64-16,5-3-192 15,-4-9-336 1,4-2-672-16,0-12-1537 0,0-9-3848 16</inkml:trace>
  <inkml:trace contextRef="#ctx0" brushRef="#br0" timeOffset="7220.03">11063 11258 3304 0,'0'0'8522'0,"0"0"-6714"15,0 0-311-15,0 0-161 32,-17 121-616-32,17-83-320 0,13-7-168 15,6 6-72-15,9-3 72 16,-4-6-136-16,0-6-48 15,-4-2-48-15,-4-8-8 0,-12-5-184 16,0-4 8-16,-4 0-32 16,-4-3-64-1,-16 0 112-15,-16 0-24 16,-8-3 112-16,-8-13 8 0,1 0 72 16,-5-3 0-16,8 6 8 15,8-5 56-15,9 4-56 0,6 1-8 16,9 1-240-1,16-7-680 1,0-1-1433-16,16 5-4344 0</inkml:trace>
  <inkml:trace contextRef="#ctx0" brushRef="#br0" timeOffset="7423.14">11066 11192 12802 0,'0'0'2489'0,"0"0"-873"0,0 0-408 16,108-55-656-16,-68 37-463 16,11-1-89-16,18 2-793 0,-13 8-2103 15,-13-1-7354-15</inkml:trace>
  <inkml:trace contextRef="#ctx0" brushRef="#br0" timeOffset="8157.48">11872 10950 888 0,'0'0'904'0,"0"0"4153"0,0 0-2697 32,0 0-1327-32,-124 39 711 15,88 4 296-15,4 8-719 16,7 13-201-16,14 3-208 0,11-4-256 15,0-5-200-15,17-11-87 16,18-10-161-16,13-13-88 0,4-12-40 31,8-12-72-31,3-4-8 16,-3-17-368-16,-8-11-145 0,-4-6-55 16,-12 0 168-16,-14 0 176 15,-4 6-8-15,-10 0-40 0,-5 9 96 16,-3 2 64-16,0 10 112 31,0 9-16-31,0 2 16 16,-11 9 0-16,3 16 264 0,-2 14 64 15,8 0 88-15,2-1-64 16,0-1-24-16,7-5-80 0,17-4-128 0,4-8 24 16,8-7-136-1,5-8 48 1,-2-5-56-1,9 0-112 1,-8-18-72-16,0-7 8 0,0-8 32 16,-13-9 32-16,-3 1 96 15,-7-5 8-15,-17-3-40 0,0-1 48 0,0-1 0 16,-21 6 0-16,-15 11 64 16,-4 9 64-16,-11 18 56 15,-5 7-48 1,-4 16 32-16,0 25 25 15,13 13-33-15,9 4-96 16,24 2 16-16,14-3-80 0,0-12-8 16,19-8 0-16,14-8-168 15,10-12-289-15,1-15-351 0,4-2-328 16,0-2-704-16,12-27-1257 16,-9-1-1424-16,-10 2 608 0</inkml:trace>
  <inkml:trace contextRef="#ctx0" brushRef="#br0" timeOffset="8450.03">12546 11207 3528 0,'0'0'3097'16,"0"0"872"-16,0 0-1689 15,-17 128-591-15,17-87-529 0,4 0-384 16,24-12 8-16,4-4-488 16,5-11-128-1,-2-12 32 1,9-2-96-16,-5-2-96 0,6-18 64 0,-6-9-16 0,-3-9-40 15,1 0 32-15,-14-4 32 0,-3-1 136 16,-12-9 113-16,-8-2 7 16,0-5-88-1,-8 4 0-15,-16 1-8 16,-12 10 16-16,-12 18 16 0,-12 13-160 16,-4 13-104-16,-12 25-8 15,6 27-56-15,-3 46-536 0,21-9-1001 16,20-13-4168-16</inkml:trace>
  <inkml:trace contextRef="#ctx0" brushRef="#br0" timeOffset="8731.26">13208 10773 7057 0,'0'0'11066'0,"0"0"-9953"16,0 0-721-16,0 0 272 0,142 0-248 15,-82 0-280-15,0 0-136 16,-4 0-104-16,-8 0-272 0,-12 0-1168 15,-17 0-2449-15,-10 0-8674 0</inkml:trace>
  <inkml:trace contextRef="#ctx0" brushRef="#br0" timeOffset="9246.85">14140 11284 10682 0,'0'0'4049'16,"0"0"-3137"-16,119 0 272 15,-55 0-232 1,4-7-224-16,4-2-303 15,-8-1-297-15,-8 4-88 0,-13 0-40 16,-12-1-368-16,-14 4-473 0,-9 3-671 16,-8 0-2409-16,0 3-2872 15</inkml:trace>
  <inkml:trace contextRef="#ctx0" brushRef="#br0" timeOffset="9481.23">14451 11046 11090 0,'0'0'2856'16,"0"0"-1943"-16,0 0 655 15,0 0-464-15,-12 139-560 0,12-81-360 31,0-1-184-31,0 25-432 16,0-16-1848-16,0-8-6282 0</inkml:trace>
  <inkml:trace contextRef="#ctx0" brushRef="#br0" timeOffset="10012.44">15862 10874 6705 0,'0'0'3041'0,"0"0"-1745"0,0 0 136 15,0 0-104-15,0 64-159 16,0-1-41-16,0 16-320 0,0 10-352 15,-8 0-232-15,0-12-152 16,4-11-64-16,4-16-8 0,-4-11-56 16,4-20-312-16,0-19-608 0,0 0-968 15,-4-12-3810-15</inkml:trace>
  <inkml:trace contextRef="#ctx0" brushRef="#br0" timeOffset="10234.65">15671 11172 5641 0,'0'0'4721'16,"0"0"-3313"-16,0 0 104 16,0 0 17-16,155 42-153 0,-99-36-528 15,-1-6-456-15,5 0-248 16,-8 0-144-1,0 0-24-15,-8 0-416 0,-9 0-496 16,2-6-632-16,-10 3-2361 16,-7-1-1688-16</inkml:trace>
  <inkml:trace contextRef="#ctx0" brushRef="#br0" timeOffset="10488.15">16313 10976 6481 0,'0'0'2504'15,"0"0"-367"-15,0 0 271 16,-56 102-799-16,43-45-585 0,-2 2-112 31,7 5-448-31,0-4-296 31,-2-2-112-31,8-4-56 0,-2-10 0 16,0-3-232-16,0-9-264 16,4 0-416-16,0-10-752 0,0-5-2753 15</inkml:trace>
  <inkml:trace contextRef="#ctx0" brushRef="#br0" timeOffset="10841.93">16806 10810 8729 0,'0'0'4041'0,"0"0"-3449"16,0 0 649-16,0 0 119 0,0 0-320 16,8 125-448-16,-8-62-240 15,0 3-224-15,-8 1-16 16,-3-6-104-16,1-7 0 0,4-7-8 16,-2-12-176-16,0-6-192 0,-1-10-376 31,9-6-968-31,0-6-3217 31,0-7-3513-31</inkml:trace>
  <inkml:trace contextRef="#ctx0" brushRef="#br0" timeOffset="11046.59">16687 10954 12586 0,'0'0'2337'0,"0"0"-1137"0,0 0 384 15,0 0-503-15,0 0-553 16,172 31-336-16,-109-31-192 16,5 0-176-16,12-6-905 0,-16-1-1311 0,-17-2-5482 15</inkml:trace>
  <inkml:trace contextRef="#ctx0" brushRef="#br0" timeOffset="12918.55">984 12347 4424 0,'0'0'6698'15,"0"0"-5226"-15,0 0 137 32,0 0 55-32,0 0-384 0,0 0-712 15,0 0-248-15,-6-22-128 16,9 19-40-16,13 3-8 0,8-3-88 15,8 3-48-15,4 0 8 16,0 0-8-16,0 0 0 16,0-4-8-1,-5 1-272-15,5 3-504 0,0 0-752 16,-8 0-1337-16,-12 0-3008 16</inkml:trace>
  <inkml:trace contextRef="#ctx0" brushRef="#br0" timeOffset="13465.39">1184 12347 392 0,'0'0'8025'0,"0"0"-7048"0,0 0 7 16,0 0 440-16,-11 128-208 0,11-87-728 16,0 3-224-16,7-3-48 15,6-3-87-15,-6 1-81 16,1-11-40-16,1-8-8 0,-1-5-80 16,-5-5-153-16,1-7-95 15,-4-3-104-15,0 0 96 0,0 0 224 16,0 0 112-16,0 0 8 15,-11-7-8-15,-13-2 0 16,-4-3 0 0,-8 1 0-16,0 2 16 15,0 0 80-15,4 2 384 16,0 4-72 0,9 3 73-16,6 0-97 0,1 0-56 15,8 0-48-15,4 0-72 16,4 0-88-16,0 3 80 15,0 0 256-15,12 4-80 0,11-4-120 0,10 0-80 16,11-3-56-16,4 0-112 31,0 0 56-31,-1-6-64 16,-10-1-56-16,-5 1-120 0,-13 3-56 16,-7-1-184-16,-1 2-232 15,-11 2-224-15,0 0-25 0,0 0-367 16,0 6-648-16,0 3-753 15,-3 1-3392-15</inkml:trace>
  <inkml:trace contextRef="#ctx0" brushRef="#br0" timeOffset="15544.76">3780 12397 3472 0,'0'0'5922'0,"0"0"-5226"0,0 0-352 0,0 0 552 15,0 0-40-15,0 0-280 16,0 0-64-16,0 0 96 0,0 0 57 16,-8 103-209-1,16-82-176-15,-1-1-104 16,10-1-104-1,2-6 8-15,1-4-80 0,1-5 0 0,7-4 0 16,-5 0 48-16,1-20-48 16,3-5 8-16,-7-3 0 0,-3-8-8 31,-1 2 0-31,-12-5 0 16,-4 1 8-16,0-3 0 15,-4 7 88-15,-12-5-88 0,-12 8 72 16,4 5-8-16,-12 1 160 15,4 9 8-15,-4 9 104 0,0 7 128 32,0 0-248-32,1 16-128 15,3 12-96-15,8 7-8 0,4 10-312 16,8-1-328 0,12 4-384-16,0 22-1041 0,8-10-751 0,7-15-1977 0</inkml:trace>
  <inkml:trace contextRef="#ctx0" brushRef="#br0" timeOffset="15935.35">4382 12573 6305 0,'0'0'2232'16,"0"0"169"-16,0 0 175 15,0 0-759 1,4 105-833-16,-4-86-384 16,0-1-224-16,0-2-208 0,0 4-168 15,0-4-24-15,0-1-440 16,0 1-600-16,-4 7-905 0,-4-1-2215 16,-1-13-1762-16</inkml:trace>
  <inkml:trace contextRef="#ctx0" brushRef="#br0" timeOffset="16267.39">4879 12525 10386 0,'0'0'2176'0,"0"0"-439"0,0-104 47 32,0 56-256-32,0 7-752 15,0 2-343-15,0 10-249 16,8 4-112 0,-3 12-8-16,-5 8-64 15,0 5-16-15,0 0-184 16,0 29-121-16,0 12 313 0,0 9 8 15,-5 6 8-15,-3 2-8 16,8-4-112-16,0-6-248 16,0-9-208-1,8-5-616-15,9-9-800 16,-1-12-3754-16</inkml:trace>
  <inkml:trace contextRef="#ctx0" brushRef="#br0" timeOffset="16941.47">5637 12414 4320 0,'0'0'9867'0,"0"0"-8883"32,0 0-760-32,0 0 328 15,0 0-64-15,0 0-264 0,-32 104-152 16,32-81-64-16,0 0 40 0,0-5-48 0,0-9-40 16,0-2-56-16,0-4-128 0,0-3 16 31,0 0 72-31,0 0 56 15,0-10 32-15,0-12-168 0,0-6 88 16,-4-4-24-16,4 0 96 16,0-6 56-16,0 0 0 31,0 0 120-31,0 0 104 0,0 4 88 16,8 7 64-16,-5 9-48 15,3 8-104-15,-2 10-112 0,-4 0-104 16,3 16 128-16,4 5 112 15,-2 9-40-15,-1-5-136 16,5-2 16-16,-6-5-80 0,5-4-8 31,-4-9 40-31,0-1-40 32,8-4-64-32,4 0 16 0,4-9 40 0,4-11-80 0,8-4 40 15,0-5-272-15,0-1-32 16,-4 5 128-16,0 6 64 15,-13 6 88-15,1 11 24 16,-12 2 48 0,0 29 528-16,0 14 320 15,-4 15-40-15,4 2-87 16,-1 1-121-16,2-12-152 0,0-4-160 16,6-10-184-16,1-13-104 15,0 1-368-15,4-7-784 0,0-7-1865 16,-4-6-10106-16</inkml:trace>
  <inkml:trace contextRef="#ctx0" brushRef="#br0" timeOffset="17691.43">11174 12586 11530 0,'0'0'2272'0,"0"0"-783"15,0 0-41-15,0 0-584 0,0 0-656 16,0 0 32-16,84 0 88 16,11 0-112-16,45 0-112 15,32 0 9 1,-13-13-113-16,-32 6-193 16,-39 1-207-16,-28 6-496 15,16 0-560-15,-8 0-1217 16,-21 0-2848-16</inkml:trace>
  <inkml:trace contextRef="#ctx0" brushRef="#br0" timeOffset="18281.71">15228 12518 72 0,'0'0'0'0</inkml:trace>
  <inkml:trace contextRef="#ctx0" brushRef="#br0" timeOffset="19090.88">15902 12363 832 0,'0'0'8738'0,"0"0"-6354"15,0 0-824-15,0 0 185 16,0 0-281-16,44-24-664 0,-5 17-264 15,9 0-168-15,20 1-160 16,4 2-111-16,8 1-33 16,4 1-64-16,4 2 8 15,-6 0-8-15,2 0 0 16,-16 0-8-16,-8 0-89 16,-20 0-87-16,-8 0-256 0,-20 0-368 15,-12 0-464-15,-12 5-745 31,-20 5-383-31,-2-3-4321 0</inkml:trace>
  <inkml:trace contextRef="#ctx0" brushRef="#br0" timeOffset="20296.52">1133 13516 280 0,'0'0'400'0,"0"0"1440"0,0 0 4745 16,0 0-4848-16,0 0-305 0,0 0 16 16,0 0-303-16,8-64-313 15,-8 52-120 16,0 2-8-31,0-2-96 16,-8-2-184-16,0 2-32 0,-8 2-39 16,-1 0-65-16,-6 8-112 15,-5-5-128-15,-4 7-48 0,-13 0-48 16,7 7 48-16,-6 12 0 31,4 6-8-31,0 8 0 0,11-3 0 16,9 2 0-16,13-4-40 15,7 1-8-15,0-7-16 0,24-2 56 16,8-4-56-16,11-7 0 0,2 1 72 16,2-10 0-1,-3 0-144-15,4 0-225 16,-12 0-231-16,0 3-512 0,0 4-824 31,-8-2-2257-31,-13 5-1136 0</inkml:trace>
  <inkml:trace contextRef="#ctx0" brushRef="#br0" timeOffset="20937.1">4178 13375 4032 0,'0'0'7314'0,"0"0"-3281"0,0 0-2825 15,0 0-152-15,0 0-216 16,0 0-471-16,40-5-169 16,-4-5-112-16,0 4-16 0,4-1-72 31,-5 1 0-31,1 6-96 0,-8 0-224 16,-4 0-225-16,-7 0-327 15,-6 0-336-15,1 6-552 16,-4 5-1385-16,-4-6-1768 0</inkml:trace>
  <inkml:trace contextRef="#ctx0" brushRef="#br0" timeOffset="21275.89">4872 13217 1088 0,'0'0'9946'0,"0"0"-8906"0,0 0-536 16,0 0 336-16,0 0-63 15,112 70-233-15,-69-35 112 16,9 3-224-16,-1 1-328 0,-6-2-88 31,-2-5-16-31,-6 0-216 0,-5-3-616 16,-13-1-1073-16,-2-5-2264 0,-6-11-1744 16</inkml:trace>
  <inkml:trace contextRef="#ctx0" brushRef="#br0" timeOffset="21525.88">5301 13176 11994 0,'0'0'2249'15,"0"0"-1065"-15,0 0 400 16,-115 66-536-16,79-25-584 0,-4 7-296 16,9-4-111-16,2 4-57 15,2-3-329 1,-4 12-615-16,6-11-1312 16,1-12-4306-16</inkml:trace>
  <inkml:trace contextRef="#ctx0" brushRef="#br0" timeOffset="22433.65">10182 13477 336 0,'0'0'8017'0,"0"0"-5664"0,0 0-1193 31,0 0 376-31,0 0 73 0,0 0-433 0,0 0-464 16,119-37-240-1,-75 33-160-15,0 4-184 16,3 0-56-16,-2 0-72 0,2 0 72 0,-6 0-72 16,-2 4-144-1,-7 3-144-15,-4-2-160 0,-4 2-664 0,-8-2-536 32,0 2-873-32,-4-1-2048 15,-9-2-2480-15</inkml:trace>
  <inkml:trace contextRef="#ctx0" brushRef="#br0" timeOffset="22714.89">10505 13223 4136 0,'0'0'1465'0,"0"0"4976"0,0 0-5641 15,0 0-16-15,0 0 161 0,0 0-161 16,0 0-336-16,-5 106-120 0,5-63-176 16,0 3-96-1,0-2-56 1,0-3-224-16,-4-3-272 15,-3-3-432-15,-18 6-993 0,10-9-1207 16,-1-9-1906-16</inkml:trace>
  <inkml:trace contextRef="#ctx0" brushRef="#br0" timeOffset="23126.76">11669 13210 7737 0,'0'0'6610'16,"0"0"-6602"0,0 0-8-16,0 0 488 15,0 0 16-15,0 0-264 16,107 121-152-1,-71-89 8-15,-4 0-88 0,0 0-8 16,-4-7-112-16,-5 0-496 16,1-2-1097-16,-8-11-2880 0,-4-2-3592 15</inkml:trace>
  <inkml:trace contextRef="#ctx0" brushRef="#br0" timeOffset="23376.75">11866 13210 7257 0,'0'0'6970'0,"0"0"-5930"16,0 0 440-1,0 0-152-15,-150 87-760 16,110-53-407-16,0 5-161 16,5-1-185-16,3 6-599 0,4 0-1424 0,4-6-3025 15,12-12-3937-15</inkml:trace>
  <inkml:trace contextRef="#ctx0" brushRef="#br0" timeOffset="24157.77">16062 13084 784 0,'0'0'328'16,"0"0"6393"-16,0 0-4056 0,0 0-969 16,0 0 225-1,0 0-665-15,0 0-752 16,0 0-208-16,19 29 320 0,-15-1-120 15,0 4-104-15,1 5-160 16,-2 2-112-16,-3-1-72 16,0-6-48-16,0 3-64 15,0-7-216-15,0-9-168 16,0 1-504-16,0-5-360 16,0-4-689-16,0-3-2264 0,-8-4-2056 15</inkml:trace>
  <inkml:trace contextRef="#ctx0" brushRef="#br0" timeOffset="24404.91">15930 13258 1744 0,'0'0'4985'15,"0"0"760"-15,0 0-4849 0,0 0-280 16,0 0 377-16,0 0-297 16,111 0-416-16,-67 0-184 15,4 0-96-15,-8 0-256 0,0 7-968 32,-9 6-1617-32,-18-8-3280 0</inkml:trace>
  <inkml:trace contextRef="#ctx0" brushRef="#br0" timeOffset="24717.39">16731 13150 10234 0,'0'0'5169'15,"0"0"-4841"-15,0 0-136 16,0 0 464-16,0 0 80 16,0 0-344-1,132 112-192-15,-93-84-104 16,2-2-96-16,-2 2 0 0,-4-2-296 15,-6-4-624-15,-9 0-800 16,-9-3-2209-16,-3-9-3417 0</inkml:trace>
  <inkml:trace contextRef="#ctx0" brushRef="#br0" timeOffset="24967.38">17134 13154 992 0,'0'0'11962'0,"0"0"-10409"0,0 0-265 16,0 0 288-16,0 0-624 15,-140 136-495-15,108-88-273 16,-8-4-88-16,5 4-96 15,-1-1-200-15,-24 13-713 16,12-9-1247-16,5-13-4538 16</inkml:trace>
  <inkml:trace contextRef="#ctx0" brushRef="#br0" timeOffset="26087.37">866 14275 720 0,'0'0'7961'15,"0"0"-6368"-15,0 0-1137 16,0 0 8-16,0 0 408 0,139-10-232 16,-87 3-176-16,-4 2 88 0,-1-2 9 31,1 1-297-31,-16 2-144 16,0 1-112-16,-8 3 8 15,-8 0-16-15,-4 0-456 0,-4 0-553 16,-8 0-1079-16,0 10-1217 15,-8 0-2312-15</inkml:trace>
  <inkml:trace contextRef="#ctx0" brushRef="#br0" timeOffset="26465.17">941 14198 9514 0,'0'0'2304'0,"0"0"-1672"0,0 0 440 15,0 0 169-15,0 0-457 31,-19 140-160-31,15-95-8 0,4-1-136 0,0 4-184 0,0-4-136 16,0-2-32-16,0-2-120 16,4-8 0-16,11-6-8 0,5-3-64 15,4-9 56 1,4-7-72-16,4-1 32 16,8-6-88-16,-8 0-72 0,3 0 32 15,-3 0-40-15,-4-2-136 16,-8-5-480-1,5 3-913-15,-14 1-1359 16,-3 3-1913-16</inkml:trace>
  <inkml:trace contextRef="#ctx0" brushRef="#br0" timeOffset="26732.56">890 14487 9394 0,'0'0'6201'0,"0"0"-5209"0,0 0-376 0,0 0-120 0,0 0-288 15,0 0-104-15,163-19-104 0,-115 10-200 16,-1 2-272-16,-2 4-416 15,-6 3-808-15,-11 0-1369 32,-7 0-3304-32</inkml:trace>
  <inkml:trace contextRef="#ctx0" brushRef="#br0" timeOffset="27633.42">4111 14350 592 0,'0'0'6657'16,"0"0"-3416"-1,0 0-1673-15,0 0 256 0,0 0-471 16,0 0-401 0,-56 0-296-16,44 7-232 0,0 6-72 0,0 6 48 0,-1 0-40 15,6 7-160-15,3 2-104 32,4-3-96-32,0 0 0 0,11-2-8 0,9-4 8 0,9-6 8 15,2-8 65-15,5-5-73 31,5 0-8-15,-2-5 0-16,-4-14-57 0,2-4 57 0,-9-5-120 16,-4 2 80-16,-13-3 40 15,-2 1 8 1,-9 0 0-16,0-4 80 16,-20 7 16-16,-12-4 49 0,0 4-65 15,-7 3-8-15,-6 9 8 16,6 9 8-16,-2 4-80 15,1 0-8-15,5 26-112 0,3 6-241 16,12 6-319-16,4 6-520 16,12 10-992-16,4-4-2081 15,0-14-3577 1</inkml:trace>
  <inkml:trace contextRef="#ctx0" brushRef="#br0" timeOffset="27909.3">4537 14439 12010 0,'0'0'2289'16,"0"0"-1593"-16,0 0 536 15,0 0-280-15,0 0-408 0,0 0-320 16,24 105-152 0,-20-77-64-16,-4 1-8 0,0-3-232 0,0 2-520 15,0 10-536-15,-12-6-953 32,4-9-2928-32</inkml:trace>
  <inkml:trace contextRef="#ctx0" brushRef="#br0" timeOffset="28263.36">4932 14425 520 0,'0'0'11690'16,"0"0"-9617"-1,0 0-313-15,0 0-528 16,20-121-688 0,-8 92-248-1,-1 7-144-15,2-2 16 0,-6 12 8 0,-3 3-120 16,0 6-56-16,-4 3-8 0,0 7-128 0,0 21 88 15,0 13 48-15,-8 10 56 16,1 8 32-16,3 2-88 16,-5-1-56-16,9-9-184 15,-4-3-216-15,4-14-536 16,0 3-392-16,4-16-1489 0,5-11-3496 0</inkml:trace>
  <inkml:trace contextRef="#ctx0" brushRef="#br0" timeOffset="28544.07">5366 14357 2720 0,'0'0'2561'0,"0"0"4960"0,0 0-6761 16,0 0 161-16,0 0 39 0,0 0-216 0,123 38-432 16,-87-38-16-16,9 3-192 15,-10-3-104 1,-3 0-616 0,-4 0-384-1,-8 0-1913-15,-8 0-4056 0</inkml:trace>
  <inkml:trace contextRef="#ctx0" brushRef="#br0" timeOffset="28896.09">5992 14275 4296 0,'0'0'7602'15,"0"0"-5642"-15,0 0-1447 16,0 0 471-16,0 0 8 0,100 63-272 0,-61-44-304 15,5 3-40-15,9 0 56 16,-2 2-264-16,-3-7-152 16,-10 7-16-16,-5-10-112 0,-9 3-448 15,-12-2-536 1,-7 2-448-16,-5-2-1401 16,0-5-2816-16</inkml:trace>
  <inkml:trace contextRef="#ctx0" brushRef="#br0" timeOffset="29130.45">6425 14240 120 0,'0'0'480'0,"0"0"9970"31,0 0-7786-31,0 0-775 15,0 0-73-15,-126 41-728 16,90-9-543-16,-4 2-329 0,0 5-216 16,4 5-80-16,-17 26-449 15,11-9-1207-15,6-14-3793 0</inkml:trace>
  <inkml:trace contextRef="#ctx0" brushRef="#br0" timeOffset="30340.88">10664 14379 264 0,'0'0'6009'0,"0"0"-768"16,0 0-3969-16,0 0 265 15,0 0-153-15,0 0-496 0,0 26-288 16,0-13 88-16,0 6-240 31,0-1-200-31,0 5-120 16,0-1-55-16,0 0-57 0,0 4-8 16,0-4-8-16,-4 3-129 0,-4 0-199 15,4-2-296-15,-4 2-360 16,0-2-624-16,4-1-737 15,-4-6-2376-15,0-4-1672 0</inkml:trace>
  <inkml:trace contextRef="#ctx0" brushRef="#br0" timeOffset="30622.1">10524 14503 520 0,'0'0'7713'0,"0"0"-3352"0,0 0-3113 16,0 0 97-16,0 0-281 0,0 0-672 15,27-3-208-15,2 3-88 16,7 0-56-16,3 0-40 15,6 3-128-15,3-3-504 16,3 4-600-16,-3-2-1257 16,-16-2-2896-16</inkml:trace>
  <inkml:trace contextRef="#ctx0" brushRef="#br0" timeOffset="30981.47">11489 14420 6793 0,'0'0'8866'0,"0"0"-7986"16,0 0-672-1,0 0 432-15,0 0 64 16,0 0-296-16,163 109-175 0,-107-80-57 16,12-1-64-16,-9-3-40 15,1 0-72-15,-8-6-120 16,-7 3-593-16,-22-6-895 15,-10-2-2793-15,-13-8-3945 16</inkml:trace>
  <inkml:trace contextRef="#ctx0" brushRef="#br0" timeOffset="31233.92">11852 14408 824 0,'0'0'12290'0,"0"0"-10153"16,0 0-649-16,0 0-56 15,0 0-447-15,-136 54-361 0,96-22-288 16,0 3-208-16,-4-1-56 0,5 4-72 15,-1-3-272-15,5 6-440 16,-14 7-681-16,14-9-2984 16,-1-8-6817-1</inkml:trace>
  <inkml:trace contextRef="#ctx0" brushRef="#br0" timeOffset="32509.9">16177 14525 704 0,'0'0'8'0,"0"0"8617"16,0 0-5528-16,0 0-1288 16,0 0-649-16,16 0-272 0,4 0-312 0,11 0-280 15,2 0-48-15,3 0-32 16,7 0-64-16,-7 0-72 15,0 0-32-15,-4 0-48 0,-9 0-40 16,-2 0-280-16,-11 4-504 16,-10 5-664-1,0 4-2729-15,-10-3-1472 0</inkml:trace>
  <inkml:trace contextRef="#ctx0" brushRef="#br0" timeOffset="32792.51">16313 14420 464 0,'0'0'10762'0,"0"0"-8482"15,0 0-1399 1,0 0 615-1,0 0-240-15,0 0-616 0,-29 112-120 16,26-77-200-16,-1-1-103 0,4-2-137 16,0-3-80-16,0 0-48 15,-4-4-185-15,4-4-319 16,-5-1-368 0,-3 2-600-16,5-3-1513 15,-1-9-3656-15</inkml:trace>
  <inkml:trace contextRef="#ctx0" brushRef="#br0" timeOffset="33161.96">16887 14350 440 0,'0'0'10218'0,"0"0"-6970"16,0 0-2135-16,0 0-153 0,0 0 440 31,0 0-424-31,0 0-311 16,47 89-177-16,-23-57-120 15,4-3-144-15,3 3-88 0,6-3-56 16,3 2-8-16,-4-5-64 0,-4-1-8 16,0-3-160-16,-4-5-192 0,-9-3-256 15,-3 3-345 1,-12-5-863 0,-4-3-2881-16,0-2-4377 15</inkml:trace>
  <inkml:trace contextRef="#ctx0" brushRef="#br0" timeOffset="33411.95">17293 14401 368 0,'0'0'9010'16,"0"0"-4874"-16,0 0-2671 15,0 0-25 1,0 0-448 0,0 0-608-16,-92 41-88 0,45-3-32 15,-5 11-144-15,-4 1-112 16,8-2-8-16,0 0-304 0,0 11-488 16,5-10-1136-16,15-15-3473 0</inkml:trace>
  <inkml:trace contextRef="#ctx0" brushRef="#br0" timeOffset="35296.08">1335 16116 80 0,'0'0'0'0,"0"0"144"15,0 0 5121 1,0 0-2633-16,0 0-1103 16,0 0 343-16,0 0 112 15,0-51-471-15,0 44-377 0,0 7-136 16,0 0-272-16,0 0-256 16,0 0-432-16,5 17 40 0,-1 12-40 15,0 8 88-15,0 11 65 31,-1 3-65-31,-3 0-72 0,0-3 8 16,0-7-64-16,0 0 0 16,0-10-192-16,-7-2-177 15,-1-4-247-15,3-8-472 0,2-2-736 16,-1 1-1281-16,4-9-1856 31,0-4-1688-31</inkml:trace>
  <inkml:trace contextRef="#ctx0" brushRef="#br0" timeOffset="35667.07">1711 16163 1032 0,'0'0'784'0,"0"0"7946"0,0 0-6938 0,0 0-128 16,0 0 129-1,-148 124-513 1,113-99-608-16,-1 2-224 0,-1-8-200 16,9-4-136-16,5 2-104 15,7-5-8-15,4-6-104 0,8 1-136 16,0-7-112-16,4 0-184 0,0 0-72 31,0 0 56-31,0 3 192 16,0 0 208-16,4 7 152 0,12 2 72 15,0 7 56-15,7 3 0 16,1 0 0-16,0 0-56 16,-3-2 40-16,-2-2-64 0,-3-1 8 31,-1-5-56-31,-2-2-88 0,3 2-432 16,-4-2-2001-16,0-7-2752 0</inkml:trace>
  <inkml:trace contextRef="#ctx0" brushRef="#br0" timeOffset="36198.3">1918 16516 336 0,'0'0'6017'0,"0"0"-744"16,0 0-3417-16,0 0-63 16,0 0-433-16,-3-54-464 15,-6 41-328-15,1 7-216 0,-3-1-55 16,1 7-49 0,-5 0-160-16,-1 0-88 15,-3 13-8-15,-2 10 0 0,1 9 8 16,5 2-8-16,7 1-8 15,8-3-32-15,0-3 40 16,0-10-48-16,8-3-48 0,7-7-9 31,5-6-7-31,-3-3 8 0,2 0 96 16,-3-16 16-16,0-3-72 16,0 0-48-16,-4-6 48 15,-4 3 16-15,0 3-8 0,-4-1 56 16,-4 7 0-16,0 8 0 31,0 5-8-31,0 0-64 0,0 5 80 16,0 19 64-16,4 7 120 15,4 1-56-15,0-1-56 16,4 1-24-16,0-4-40 0,0-5-8 16,0-1-72-16,-5 1-456 15,6-8-1200 1,-5-2-2177-16,-4-10-3833 0</inkml:trace>
  <inkml:trace contextRef="#ctx0" brushRef="#br0" timeOffset="36481.75">2297 16298 1688 0,'0'0'7313'0,"0"0"-1751"16,0 0-5058-16,0 0-120 16,0 0 320-16,0 0-128 0,0 0-320 15,119-4-136-15,-95 4-120 16,-5 0-416-16,-2 4-592 15,-5 1-1257 1,-8 2-3280-16</inkml:trace>
  <inkml:trace contextRef="#ctx0" brushRef="#br0" timeOffset="36684.87">2276 16525 744 0,'0'0'7721'0,"0"0"-5696"16,0 0-225-16,0 0-520 16,0 0-639-16,120-5-641 0,-83-2-136 15,-5 0-1369-15,-13 1-3816 16</inkml:trace>
  <inkml:trace contextRef="#ctx0" brushRef="#br0" timeOffset="37387.96">3477 15815 3872 0,'0'0'1977'0,"0"0"5880"16,0 0-6616-16,0 0 47 15,0 0-512-15,0 0-328 0,0 0-248 31,-116 0 0-31,76 9 120 16,5-2-96-16,-1-1-80 0,3 0-64 16,1-4-64-16,13-2-8 15,-1 0-8-15,7 0-56 0,5 0-96 16,5 0-48-16,3 0-88 31,0 0-88-31,0 0-136 16,0 0-16-16,0 0 256 0,0 0 136 15,0 0 40-15,-4 7 8 16,4 6-112-16,0 6 200 0,0 10 104 16,0 15 216-16,0 4 200 15,12 9-24 1,4 3-24-16,4-3-96 16,-1-3-56-16,5-6-8 0,4-10 33 15,0-6-89-15,12-13 8 16,-3-6-64-16,2-9-56 0,5-4-24 15,-9 0-72 1,2-7-48-16,-14-3-240 16,-7 3-248-16,-8 7-281 15,-8 0-623-15,0 7-1696 0,-15 3-5042 16</inkml:trace>
  <inkml:trace contextRef="#ctx0" brushRef="#br0" timeOffset="37872.31">4011 15928 336 0,'0'0'1088'0,"0"0"8842"16,0 0-7746-16,0 0-535 15,0 0-193-15,0 0-688 16,-52-28-520-16,28 28-160 15,-4 20 32-15,0 1 240 16,0 11 137-16,5 3-81 16,10 6-72-16,9-3-88 0,4 4-72 15,0-8-56-15,17-2-72 16,2-7-48-16,5-5-8 16,-3-4 0-1,-2-6-144-15,1-2-48 16,0-4-248-16,0-4-160 0,0 0-161 15,0 0-263-15,0 0-640 16,4 0-1177-16,-4 0-2136 16,-5 0-2160-16</inkml:trace>
  <inkml:trace contextRef="#ctx0" brushRef="#br0" timeOffset="38374.57">4318 16161 576 0,'0'0'10946'0,"0"0"-9090"0,0 0-815 0,0 0-89 15,0 0-144-15,0 0-232 16,0 0 56-16,-127 79-96 16,114-50-104-1,9 0-184-15,4-1-79 16,0-3-81-16,0-6-80 0,17-2 0 15,-2-5 8-15,2-7-16 16,-3-1-72-16,11-4-49 16,-10 0 73-16,10-4-88 0,-9-8-136 31,-4-4 0-31,-1 1 80 16,-2-5-8-16,-9 1 0 0,0 0 128 15,0 3 64-15,0 0 0 16,-17 4 8-16,6 5 72 15,-9 7 8-15,-5 0-72 0,2 14-8 16,3 7-136 0,-4 11-512-16,9 10-616 15,-2-8-1481-15,13-1-3544 0</inkml:trace>
  <inkml:trace contextRef="#ctx0" brushRef="#br0" timeOffset="38729.57">4741 15845 512 0,'0'0'11954'16,"0"0"-10209"-16,0 0-441 0,0 0-24 31,0 0-752-31,0 0-104 16,0 0-24-16,0 131-112 0,0-77-88 16,0-3-103-16,0-6-89 15,0-4 0 1,0 0-8-16,0-12-241 15,0-4-247-15,0-9-512 0,0 0-904 16,0-12-1961-16,0-4-1968 16</inkml:trace>
  <inkml:trace contextRef="#ctx0" brushRef="#br0" timeOffset="38955.57">4741 16049 1096 0,'0'0'544'0,"0"0"8698"0,0 0-6762 16,0 0-1111-16,0 0 135 15,0 0-456 1,0 0-360-16,75 23-152 16,-43-23-279-16,-4 0-89 15,7 0-168-15,-7 0-72 0,-3-4-225 16,-5 1-391-16,-5 3-680 15,-7 0-1265-15,-3 10-3432 0</inkml:trace>
  <inkml:trace contextRef="#ctx0" brushRef="#br0" timeOffset="39234.94">5035 15820 208 0,'0'0'8257'0,"0"0"-3984"0,0 0-3217 0,-8-2 137 16,8 4-369-16,0 21-448 15,0 2 448-15,0 10-152 0,0 6-296 16,0-2-128-16,0 2-120 15,0-3-112-15,0-3-16 16,0 1-72-16,0-6-560 0,0 2-672 16,0-2-1217-16,0-12-3248 15</inkml:trace>
  <inkml:trace contextRef="#ctx0" brushRef="#br0" timeOffset="39688.04">5267 16068 208 0,'0'0'6281'0,"0"0"800"0,0 0-5960 15,0 0-161 1,0 0-72-16,0 0-240 15,0 0-200-15,0 0-184 16,0 0-56-16,52 111 88 0,-33-88-160 16,-3 0-56-16,0 2-72 15,4-4 40-15,-9 2-40 16,6-1 0-16,-2 1-8 16,-2-1-128-16,-1-10 112 15,-9 5-304-15,6-12 96 16,-9 2 32-16,0-7 8 0,0 0 96 15,-9 0 88-15,-10 0 80 16,-5-10 88 0,-12-6 128-16,1 3-64 15,-6-2-112-15,5-1 24 16,5 3-96-16,3 4-48 0,12 2-80 16,4 2-208-16,4 1-304 15,4-3-752-15,4 1-2545 0,0-4-4249 16</inkml:trace>
  <inkml:trace contextRef="#ctx0" brushRef="#br0" timeOffset="39922.41">5270 16091 11242 0,'0'0'3145'16,"0"0"-1561"-16,0 0-336 16,0 0-496-16,136-29-408 15,-92 20-344-15,-8 0-96 32,-5-2-896-32,-6 5-1608 15,-9 3-5786-15</inkml:trace>
  <inkml:trace contextRef="#ctx0" brushRef="#br0" timeOffset="41088.61">6076 15923 40 0,'0'0'16'0,"0"0"6857"15,0 0-4096-15,0 0-721 16,0 0 313-16,0 0-849 15,-24-23-632 1,0 23-320-16,0 0-88 0,-8 20-64 16,3 4 0-16,-2 15-47 15,12 2-121-15,6 7-96 0,5-4-96 16,8 1-48-16,4-4-8 16,20-10-56-1,4-2 8 1,12-10-80-16,-4-9 56 0,8-10-144 15,0 0-209-15,-5-4 25 16,2-17-240-16,-2-2-160 0,-7-2-176 16,-4-4 184-16,-8 1 111 15,-4 0 281 1,-9 4 288-16,2 2 112 16,-5 7 144-16,-4 8 401 0,0 0 135 15,0 7-32-15,0 0-144 16,0 0-176-16,0 17-176 0,4 5 376 15,7 7 16-15,2-5-120 32,6 3-160-32,5-6-80 0,0-4-56 15,4-2-120-15,0-12 56 16,4-3 17-16,4 0-33 0,-4-3 0 16,0-19-48-16,-1 0-8 15,-3-7-72-15,-11-2-33 31,-9-4 33-31,-8 2 72 0,0 2-104 16,-18 2 112-16,-8 4 8 16,-10 3 0-16,-8 9 40 0,-4 13-32 0,1 0 40 15,-6 13-32-15,10 19-24 16,3 6 0 0,12 6-24-1,12 0-240-15,8 1-544 0,8-4-568 16,0 1-889-1,8-13-2031-15,0-8-1682 16</inkml:trace>
  <inkml:trace contextRef="#ctx0" brushRef="#br0" timeOffset="41518.47">6725 16150 960 0,'0'0'2064'0,"0"0"2841"0,0 0-3040 16,0 0-57-16,0 0-472 15,64 112-63-15,-40-103-553 16,8-9-136-1,4 0-208-15,-1 0-144 16,6-9-96-16,-1-10-136 0,-5 1-8 16,-7-2-104-16,-4-3 56 0,-8 2 48 15,-8-4 8-15,-8-2 8 16,0-1 88 0,-8 0 224-16,-15-4 48 15,-9 6 128-15,-6-3-224 16,-4 7-16-16,-7 6-40 0,-2 13 8 0,-5 3-104 15,0 16-112-15,4 19 0 16,13 10-8-16,7 6-136 31,12 3-288-31,20 15-704 0,0-12-1368 16,0-11-3578-16</inkml:trace>
  <inkml:trace contextRef="#ctx0" brushRef="#br0" timeOffset="41799.71">7352 15865 416 0,'0'0'13875'0,"0"0"-12403"0,0 0-864 31,0 0 208-31,0 0-272 16,0 0-368-16,131-3-96 16,-99 3-80-16,-4 0 0 0,4 0-504 15,-8 0-920-15,-9 0-3401 16</inkml:trace>
  <inkml:trace contextRef="#ctx0" brushRef="#br0" timeOffset="42450.96">7838 15574 704 0,'0'0'12162'0,"0"0"-11066"0,0 0-439 16,0 0 463-16,0 0-240 15,0 0-488-15,0 0-40 16,131 44-8-16,-99-44-168 0,4 0-136 0,-8 0-40 31,-4-3-64-31,-1-4-64 16,-10 1 128-16,-1 6-16 0,-4 0-40 16,-4 0-40-16,3 23-144 15,-3 4 240-15,0 15 40 16,5 5-40-16,-2 4 16 0,1 0-8 31,5-3 0-31,-6-1 8 0,1 1-8 16,0-4-8-16,-3 1-8 31,-5-1-88-31,0 4 96 16,0 3-160-16,-5-3-32 0,-7-4-64 15,-4-3-16-15,0-12 104 16,5-5 120-16,2-10-24 0,5-4-16 0,0-7 80 0,1-3 8 15,-1 0 0-15,0 0 16 32,-5-13 32-32,-6-3 120 0,-10 1 184 15,-2-2 32-15,-9 1 40 16,-4 1-72-16,-4-2-72 0,5 7-120 16,-1 5-120-16,8 1-40 15,4 4-240-15,-4 9-656 16,12 11-1216-16,4-4-4530 0</inkml:trace>
  <inkml:trace contextRef="#ctx0" brushRef="#br0" timeOffset="43517.62">8603 15554 144 0,'0'0'7689'0,"0"0"-4768"0,0 0-793 31,0 0 65-31,0 0-585 16,0 0-632-16,0 0-288 0,11-28-215 15,-22 21-209-15,2 4-104 16,-11-4-96-16,1 2-64 0,-9-5-8 15,0 7 8-15,-4-1-48 47,4-2-40-47,1 6-32 0,3 0 32 16,8 0-72-16,4 0-161 16,8 0-135-16,4 0-216 15,0 0-104-15,0 6 360 0,0 1 96 16,4 3 152-16,8-5 80 15,-9 5 80 1,5 9 0-16,-3 0-96 16,-5 12 104-16,4 11 160 0,-4 12 216 15,0 10 184-15,0 8-144 16,0-1-32-16,0 1-72 0,0-2-64 16,0-9-64-16,0-7-48 15,0-7-48-15,4-5 8 16,3-13-88-16,-3-4-8 15,1-6 0 1,-5-10 40-16,4 4-32 0,0-4 0 16,-1-2 64-16,2-1-64 0,-2 1 56 31,5-5-56-31,1 5 0 0,2-4 64 16,-3 4-15-16,5-4-49 15,-2 4 8-15,6-5-8 16,-6 1 0-16,-3-3-8 0,4 4-8 15,-4-4-129-15,4 0-47 32,0 3-152-32,-4-3-120 0,7 0-128 15,5 0-248-15,5 0-832 0,-5 0-2753 0,-8-7-3353 16</inkml:trace>
  <inkml:trace contextRef="#ctx0" brushRef="#br0" timeOffset="43887.59">8974 15887 11874 0,'0'0'2993'0,"0"0"-1761"0,0 0-48 16,0 0-464-16,0 0-512 15,0 0 120-15,20 105-152 0,-16-53-63 16,0-5-105-16,-1 3 48 31,-3-12-56-31,4-6 0 0,-4-6-80 16,4-11-193-16,-4-5-327 0,5-10-888 0,-1 0-2961 15,-4-12-5257 1</inkml:trace>
  <inkml:trace contextRef="#ctx0" brushRef="#br0" timeOffset="44107.58">8894 16049 10250 0,'0'0'3833'0,"0"0"-2969"16,0 0 496-16,0 0-288 0,119 0-496 15,-67-5-336-15,4-2-136 16,-4-3-104-16,-1 4-328 0,-6 2-576 15,-13 4-1336-15,-8 0-3250 32,-16 0-1647-32</inkml:trace>
  <inkml:trace contextRef="#ctx0" brushRef="#br0" timeOffset="44425.67">9293 15767 440 0,'0'0'648'0,"0"0"8962"15,0 0-8074-15,-5 101 313 0,5-63-209 0,0 7-528 16,0-4-480-16,0-3-320 0,5 0-168 31,7-2-80-31,-5-7-64 16,2-5-168-16,-1-4-312 16,-8-2-488-16,0 5-936 0,0-8-2385 15,0-2-2657-15</inkml:trace>
  <inkml:trace contextRef="#ctx0" brushRef="#br0" timeOffset="44775.66">9678 15741 14563 0,'0'0'1920'0,"0"0"-1328"15,0 0 104-15,0 0-48 16,0 0-384-16,124 3-167 16,-83 1-9-16,-1-4-88 15,-5 3-361-15,1 0-207 16,-12-3-1504-16,-8 7-3785 0,-12-7-3937 0</inkml:trace>
  <inkml:trace contextRef="#ctx0" brushRef="#br0" timeOffset="45082.61">9798 15602 592 0,'0'0'11002'0,"0"0"-9386"0,0 0-223 15,0 0 47 1,-11 110-488-16,11-71-488 16,0 0-264-16,0-2-112 15,0-2-88-15,4 0-112 0,-4-9-384 0,0 2-512 16,0 1-984-1,0-7-2353-15,-4-3-2993 0</inkml:trace>
  <inkml:trace contextRef="#ctx0" brushRef="#br0" timeOffset="45699.68">10058 15548 4256 0,'0'0'6842'15,"0"0"-2617"-15,0 0-3777 0,0 0 40 16,0 0 288-16,36 0-456 15,-8 0-72-15,8 0-48 0,-5 0-56 32,0 0-64-32,2 0-80 15,-9 0 8-15,-4 0 8 0,-4 0-16 16,-4 0 0-16,-4 0-96 16,-4 0-56-16,-4 2-24 15,4 11-64-15,0 12 24 0,-4 14 216 31,0 12 72-31,0 9 24 16,0 6 32-16,0 5 88 0,0-2-40 16,0-1-56-16,0-8 32 15,8 1-8-15,4-15-80 16,0 0-56-16,0-5 0 0,0-9 40 16,4-4-40-1,-8-6-8-15,0 0-48 16,-8-5-16-16,0-2 56 0,0-2-16 15,0 0-24-15,0-5 40 16,-12-4-112-16,-1-1 104 16,6-3 8-16,-9 0 8 15,0 0 8-15,-4 0 0 16,-4-7 0-16,4 2 64 16,-5 5-56-16,5 0-8 0,5 0-8 15,-1 0-208-15,-3 2-976 16,2 10-1160-16,10-1-4602 15</inkml:trace>
  <inkml:trace contextRef="#ctx0" brushRef="#br0" timeOffset="48233.52">3193 16710 232 0,'0'0'448'0,"0"0"-320"15,0 0 3921 1,0 0-2241-16,0 0-512 16,0 0 32-16,0 0 89 15,0 0-233-15,5 6-216 16,3-6 8-16,-1 0-135 0,6-3-209 16,-2 3-80-16,2 0-80 0,2-3-112 15,-3 3-96-15,4 0-136 31,5 0 0-31,-6 0 0 16,5 0-16-16,4 0 16 0,0 3 0 16,4 3-48-16,3 1-64 15,1 0 32-15,9-4-40 0,6-1 0 32,5 1 0-32,12-3 40 15,-1 0-48-15,10 0 16 16,-6 0-8-16,1 0 0 0,-5 0 0 15,-6 0 48-15,-5 0-56 16,-5 4 0 0,-6 2 0-16,-2-3 8 0,-4 4-8 15,1-5 8-15,5 5-8 16,-5-3 0-16,2 1 0 16,7 2 0-16,-1 0 0 0,3-1 8 15,5-3-8-15,1 0 0 16,3-3 8-16,0 3-8 15,-5 0 8-15,1-3-8 16,-4 0 8-16,-1 4-8 16,-2-1 0-16,-2-1 8 15,-3 2-8-15,4-1 8 0,-4-3 8 16,-1 3-16-16,6-3 8 16,1 0-8-1,-5 0 16-15,3 0-16 16,0 0 0-16,-4 0 8 15,-1 0-8-15,2 0 8 0,-2 0 56 16,1 0-16-16,0 0-40 16,4 0 8-16,-1 0 48 0,-2 0-56 31,2 0-8-31,1 0 0 16,-4 0 8-16,4 0 0 15,0 0 40-15,-2 0-40 0,-1 0 40 16,7 0-48-16,-8 0 0 15,4 0 0-15,0 0 8 0,4 0 0 16,-2 0-8 0,3 0 8-16,0 0-8 15,-6 0 0-15,5 0 0 16,-1 0 0-16,-2 0 0 0,5 0 0 16,3 0 0-16,-1 0 0 15,0-3 8-15,-1-4-8 16,5 7 8-16,0-5-8 15,-4 5 8-15,3-4 0 32,-2 4 0-32,3-3-8 15,-4 0 8-15,4 0 0 0,-5 3-8 16,1-3 8-16,-5-1 0 16,5 4-8-16,0-6 0 0,-3 6 16 15,-2-7-16-15,1 4 0 16,-5 1 8-16,2-1-8 0,2-1 0 31,-7-3 0-31,4 5 0 16,-4-1 8-16,4-4-8 0,-8 1 0 15,3 2 0-15,-3 1 0 16,1 1 8-16,2-1-16 16,1-1 8-16,-1 1 0 0,6-1 0 15,-6 1 0-15,10 0-8 16,-2 0 0-16,5-4-8 15,0 5 8 1,-1-5 0-16,5 4 0 0,4-1 0 16,-4-1-40-16,4 1 40 15,0 1 0-15,-1 0-40 0,-3 0 40 16,4 0-40-16,-8 3 0 16,3 0-16-1,1-4 48-15,-4 1-32 16,4-1 40-16,0 2-64 0,-1-1 24 15,1-1 40-15,0 1-40 16,-1 3 24-16,-2 0-32 0,7 0 48 31,0 0-8-31,-5-2 8 16,5 2-96-16,0-4-40 16,-1 1 16-1,-4 0 8-15,5-1 40 16,5 4 8-16,-1-3 0 0,-5-3-8 15,10 2 0-15,-2 2 8 16,1-1 8-16,2-1 56 16,-4 1-40-16,2 3 32 0,-5 0 8 15,-3-3 0-15,0 3 0 16,0-4 8-16,-5 4-8 0,1 0 8 16,0 0-8-16,0 0 8 15,3 0-8-15,-3-3 8 16,4 1-8-1,-4 2 0-15,0-4 8 16,-1 4-8 0,1-3 8-16,0 0-8 15,-4 0 0-15,-1-4 0 0,1 4 0 16,-3-3 8-16,-10-1 0 16,1 2 0-16,-1-2 0 15,-10 0 0-15,-6 4-8 0,-2 0 8 16,-15-1 0-16,-1-1 8 0,-5 2-8 15,0-1-56-15,-7-1-96 0,-29 0-640 16,0 3-2121-16,1-2-2504 16</inkml:trace>
  <inkml:trace contextRef="#ctx0" brushRef="#br0" timeOffset="49454.54">5012 17183 16 0,'0'0'8'0,"0"0"8"15,0 0 0-15,32-7 5289 0,-28 0-3553 0,-2 4 577 16,-2 1 151-16,0 2-335 31,0 0-633-31,0-3-272 16,0 3-240-16,0 0-216 0,0 0-167 15,0 0-81-15,0 0-112 16,-6 0-56-16,-11 0-80 0,-7 0-216 16,-4 0-64-16,-11 0 0 31,-1 0 0-31,-1-7 0 0,5 5-8 15,9-5 0-15,4 3-120 16,2 1-16-16,14 0 64 16,-2 0-24-16,9 3-80 0,0 0 24 15,0 0-8-15,0 0 32 32,0 0 24-32,0 0 32 0,0 0 0 15,0 0 24-15,0 0-24 16,0 0 64-16,0 0-104 15,0 16 104-15,0 2 8 0,0 11 72 16,0 6 8-16,5 4 88 16,3 5-48-1,-1 1 160-15,0-1-168 0,3-3 8 16,-3-3 8 0,-4-7-8-16,6-2-64 0,4-3-48 15,-2-3 56-15,1-1-56 0,0-6 0 16,0-4 8-1,0-3 32 1,0-2 0-16,3-3-48 0,2-4 8 0,7 0 72 16,0 0-24-16,4 0-8 15,-1 0-48-15,-4-7-8 16,-3 3-96-16,-7 2-8 0,-1-2-8 31,-8 4-8-31,0 0-72 0,-4 0-160 16,0 0-248-16,0 0-329 15,0 0-999-15,0 13-2761 16,0-7-1312-16</inkml:trace>
  <inkml:trace contextRef="#ctx0" brushRef="#br0" timeOffset="50048.25">5506 17230 144 0,'0'0'5681'16,"0"0"-552"-16,0 0-3537 16,0 0 385-1,0 0-369-15,0 0-496 16,0 0-376-16,-45-18-208 0,34 18-87 16,-6 0-169-16,-10 5-72 15,-1 15-24-15,0 8 88 16,1 4 32-1,5 2-64-15,8 9-72 16,9-11-104-16,5-1-56 0,0-2-48 16,24-11-8-16,4 1 8 15,4-10-32-15,3-2-80 16,2 0 40-16,-1-7-112 0,0 0-248 0,-4 0-313 31,3 0-735-31,-11 0-2977 16,-3 0-4889-16</inkml:trace>
  <inkml:trace contextRef="#ctx0" brushRef="#br0" timeOffset="50578.59">5732 17420 5521 0,'0'0'6601'0,"0"0"-5017"16,0 0-207-16,0 0-137 16,0 0-496-16,0 0-264 0,0 0 112 15,-51 29-24-15,31-9-127 16,4-1-73-16,0 5-72 0,-1 3-48 15,10 1-136 1,3-3-104-16,4 2-8 16,0-10-8-16,0 3 0 15,11-4-112-15,6-7-88 0,4-2-32 16,-2-7-152 0,9 0 216-16,-4 0-48 15,0-7-209-15,-1-2 129 16,-6-3-72-16,-1-1 176 0,-4-1 104 15,-8 2 80-15,-1 3 16 16,-3-1 16-16,0 3 112 0,0 2 104 31,-7 1 136-31,-10 4 40 16,2 0-199-16,-5 0-161 0,0 19-48 16,-4 4-48-16,8 5-249 31,4 4-567-31,8 0-1144 0,4-4-2945 15,0-15-4809-15</inkml:trace>
  <inkml:trace contextRef="#ctx0" brushRef="#br0" timeOffset="50893.78">6131 17265 11402 0,'0'0'3209'0,"0"0"-2337"0,0 0 24 16,0 0-96-16,0 0-472 0,0 0-224 15,-32 124-32-15,27-93 0 16,3-2-72 0,2 0-160-16,-8-4-656 15,4 1-648-15,-5-1-1001 16,2-6-2656-16,-5-9-2312 0</inkml:trace>
  <inkml:trace contextRef="#ctx0" brushRef="#br0" timeOffset="51073.95">6076 17382 328 0,'0'0'808'0,"0"0"6545"0,0 0-4712 16,0 0-1249-16,0 0-344 16,0 0-319-16,115-15-417 31,-92 15-256-31,6 0-56 0,-9 0-673 15,0 0-799-15,-4 0-2801 0,-4 0-3096 0</inkml:trace>
  <inkml:trace contextRef="#ctx0" brushRef="#br0" timeOffset="51339.56">6394 17164 288 0,'0'0'11474'16,"0"0"-9226"-16,0 0-1215 16,0 0-1-16,0 0-176 0,-29 80-408 15,27-52-64-15,2 4-16 0,0 0-192 16,0 2-128-16,0 2-8 0,0 1-40 31,-4 1-224-31,-4-3-416 16,-1 0-536-16,2 0-1112 15,3-9-2954-15,-4-10-2775 0</inkml:trace>
  <inkml:trace contextRef="#ctx0" brushRef="#br0" timeOffset="51745.8">6574 17406 1176 0,'0'0'1480'16,"0"0"9154"-16,0 0-8337 16,0 0-1081-16,0 0-176 0,0 0-536 0,0 0-288 15,4 85-72 16,12-64-71-15,-4 3-73-16,4-2 48 16,0-7-32-16,-4 2-16 0,-4-5 0 15,0-2-16-15,-1-1-88 16,-7 3-65-16,0-5-7 0,0 2-72 0,0-2 56 31,-4-1 184-31,-11 4 8 16,-9-5 8-16,4-1 80 15,-4-4 120-15,4 0-48 0,0 0-96 16,5 0-64-16,2-9-184 16,1-7-776-16,5-4-2200 0,2 5-6971 0</inkml:trace>
  <inkml:trace contextRef="#ctx0" brushRef="#br0" timeOffset="51933.28">6514 17331 176 0,'0'0'7745'0,"0"0"-2392"15,0 0-3736 1,0 0-401-16,0 0-584 16,127-41-632-16,-82 26-224 0,-9 5-2000 15,-8 1-6826-15</inkml:trace>
  <inkml:trace contextRef="#ctx0" brushRef="#br0" timeOffset="52609.97">7088 17198 13146 0,'0'0'3857'16,"0"0"-2265"0,0 0-167-16,0 0-401 15,0 0-448-15,0 0-304 0,0 0-160 16,0 0-104-16,-116 19-8 16,97 13 0-16,3 4-8 15,4 2 8-15,3 0-8 0,9 0 0 16,0-7 0-16,0-2-112 31,4-7-88-31,13-5-88 0,3-8 32 16,3-4-64-16,4-5-16 15,2 0-112-15,3-5 56 16,-4-11-8-16,0-4-41 0,-4-2-47 16,-4 0 8 15,0 1 208-31,-9-3 192 15,2 3 40-15,-9-2 48 0,3 8 72 0,-7 5 128 16,0 3 184-16,0 7 88 16,0 0 33-16,0 0-145 15,0 7-208 1,0 16-80-16,0 2 24 16,13 0 8-16,2-3-88 0,2 0 56 15,3-12-24-15,7-3 0 16,1-7-40-16,4 0 0 15,3-10-8-15,2-12-136 0,-1 2 8 16,-9-5-112-16,2 0 64 31,-14-1 48-31,-11 4 32 0,-4 0 96 16,0 0 0-16,-11 6 88 16,-14-4 8-16,-6 5-88 15,-9 6 64-15,-4 5-72 0,0 4 64 16,-4 9-64-1,5 17-8-15,7 8 8 16,4 7-96-16,12 1-224 0,8-1-593 16,12 11-991-16,0-11-2657 15,0-13-3209-15</inkml:trace>
  <inkml:trace contextRef="#ctx0" brushRef="#br0" timeOffset="53031.83">7610 17275 472 0,'0'0'856'0,"0"0"6649"16,0 0-4928-16,0 0-1009 15,0 0 185-15,0 0-585 16,8 90-592-16,8-69-128 0,8-1-152 31,8-8 32-31,4-3 200 16,0-6-360-16,8-3-112 0,-4 0-48 15,-1-10-8-15,2-4-80 16,-14-10-32-16,-3 3 104 16,-9-9 0-1,-10 3 8-15,-1-2 0 0,-4 0 56 16,-4-2 112-16,-16-1 32 15,-12 1 17-15,-4 2-9 0,-12 3-88 16,-3 10 0-16,-5 7 24 16,0 9-136-16,13 12 8 15,-2 20-16-15,13 13-48 16,12 9-336-16,16 28-593 16,4-9-1191-16,0-16-4482 15</inkml:trace>
  <inkml:trace contextRef="#ctx0" brushRef="#br0" timeOffset="53563.05">8416 17141 96 0,'0'0'232'15,"0"0"7769"-15,0 0-6600 16,0 0-609-16,0 0 672 31,0 0-96-31,0 0-431 16,-44-21-57-16,40 21 120 0,-4 12 32 15,4 1-312-15,0 6-104 16,-1 3-63-16,-2 4-97 0,3 3-88 16,4-1-64-16,0 0-56 15,0 1-112-15,0-4-128 0,0 3-8 32,0-1-24-32,0-6-240 15,0-1-248-15,0-1-296 0,0 6-857 16,0-4-2848-16,0-1-3873 0</inkml:trace>
  <inkml:trace contextRef="#ctx0" brushRef="#br0" timeOffset="53825.93">8303 17265 472 0,'0'0'848'0,"0"0"8530"16,0 0-5201-16,0 0-2601 15,0 0-168-15,0 0-584 0,0 0-551 32,72-12-177-17,-35 12-48-15,-1 0-40 16,7 0-8-16,-2 0-240 16,-6 0-233-16,-3 0-95 0,0 0-272 15,-13 0-272-15,2 0-696 16,-10 0-1009-16,-2 0-2488 0</inkml:trace>
  <inkml:trace contextRef="#ctx0" brushRef="#br0" timeOffset="54135.86">8694 17087 40 0,'0'0'184'0,"0"0"9618"0,0 0-6562 16,0 0-767-16,0 0-617 0,0 0-808 31,0 0-543-31,0-15-281 32,0 40 72-32,0 6 128 15,0 10-160-15,8 5-112 0,-8-5-64 16,4 9-80-16,0-5 0 15,-4-4-8-15,0-3-152 0,0-9-176 16,0-4-208-16,5-6-248 16,-1-3-929-16,0-6-2496 15,0-7-4121 1</inkml:trace>
  <inkml:trace contextRef="#ctx0" brushRef="#br0" timeOffset="54718.87">8942 16995 2896 0,'0'0'2505'31,"0"0"6777"-31,0 0-7330 0,0 0-544 15,0 0-375-15,0 0-561 16,0 0-352-16,28-3-48 0,-8 3-24 31,8 0 0-31,-1 0 0 16,1 0-40-16,0 0 0 16,-4 0 0-16,-4 0 0 0,0 0-8 15,-4 0-64-15,-1 0-16 0,-6 7-56 16,2 15-48-16,-3 6 88 15,1 14 80 1,-5 5 16-16,4 8 0 16,-1 5 0-16,6 6 8 15,-1 1 0-15,-1 6 40 0,6-3-48 16,-1 3-8-16,3-10 0 16,2-8-72-16,-10-11-112 15,6-10 48-15,-10-11-104 16,-3-7 15-16,-4-9 41 15,0-5 88-15,-11-2 104 16,-14 0 128-16,-10-6 104 0,-10-10 25 16,-2 0-9-16,-5-3 0 15,0 3 72 17,-3 4-56-32,7-1-64 15,8 1-8-15,8 5-120 16,8 3-72-16,15-1-72 0,2 5-240 15,7 0-504-15,0 0-753 16,7 12-2232-16,6-3-3904 0</inkml:trace>
  <inkml:trace contextRef="#ctx0" brushRef="#br0" timeOffset="56112.12">12561 16256 4785 0,'0'0'2808'0,"0"0"-1344"0,0 0 241 0,0 0 551 16,0 0-487-16,0 0-761 16,0 0-160-16,52 0-160 0,-28 0-288 15,-1 0-200-15,5 3-104 31,0 4-96-31,0 1-96 0,-3 2-312 16,-5-3-344-16,-1 5-416 16,-6-5-1233-16,-6-1-2752 0</inkml:trace>
  <inkml:trace contextRef="#ctx0" brushRef="#br0" timeOffset="56404.49">12653 16418 1776 0,'0'0'2704'0,"0"0"4978"15,0 0-6434 1,0 0-359-16,0 0 31 0,0 0 8 0,0 0-352 0,80 0-320 15,-56 0-128 1,-1 0-128-16,1 0-120 0,-3 0-464 16,-1 0-384-1,-9 3-649 1,1 0-463-16,0 4-633 16,-4-2 209-16,-4-1-2937 0</inkml:trace>
  <inkml:trace contextRef="#ctx0" brushRef="#br0" timeOffset="58363.88">12836 16100 6185 0,'0'0'5985'16,"0"0"-4705"-16,0 0-191 0,0 0-177 31,0 0-512-31,0 0-96 15,0 0 96-15,100 22-152 0,-65-8-144 16,2-5-24-16,-9 0-16 16,4 0-56-16,-8-5 0 0,-5 3 0 15,-6-2 0-15,-6-2 0 32,1 1 0-32,-4-4-8 15,1 3 0-15,-5-3 0 0,0 2-104 16,0 9 16-16,0-2 8 0,0 10 80 15,0 1 112-15,0 8 0 16,-9 1 48-16,-6 5-8 16,-6-2 48-1,-3 3 32-15,-4-3 40 16,0-3-88-16,1 2 16 0,-5-6-72 16,8-2-72-16,4 2-8 15,0-5-48-15,8-1-8 0,8-4-232 16,0-5-152-1,4 2-192-15,0-3-200 16,0 2-488-16,4-5-1049 16,0 4-2216-16,0-10-2880 0</inkml:trace>
  <inkml:trace contextRef="#ctx0" brushRef="#br0" timeOffset="59584.7">14128 15837 4672 0,'0'0'1897'0,"0"0"-1249"16,0 0 112-16,0 0 528 0,12-17-359 16,-12 17-281-16,0 0 176 15,0 0 224-15,0 0-144 0,0 4-375 16,-8 15 207-16,-4 6 136 16,-4 13-104-16,4 4-152 15,-5 5-120-15,10 2-200 0,0-6-88 16,1 3-40-1,6-12-64-15,0 1-96 16,0-10-8-16,0-6-8 16,6-3 0-1,5-4-88-15,1-2-56 16,0-7-40-16,0-3 24 16,4 0-32-16,0 0 88 0,0-6 24 15,-4-6-136-15,4-5 104 16,-4 5 32-16,-5-8 40 0,-2 8 48 15,-1-7 8-15,-4 7-8 0,0-2 16 16,0 5 120-16,-13 0 24 16,-2 0 48-1,-5 9-40-15,-1 0-64 16,2 0-8-16,3 0-96 16,-3 9 0-16,2 7-104 0,6 2-336 15,2 1-520-15,-3 8-976 31,5-6-2761-31,3-5-2009 0</inkml:trace>
  <inkml:trace contextRef="#ctx0" brushRef="#br0" timeOffset="59887.88">14519 16097 7049 0,'0'0'6633'15,"0"0"-5488"-15,0 0-457 0,0 0 248 16,0 0-376-16,0 0-360 0,-20 114-72 15,12-82-120-15,0-4 32 16,-1 4-40 0,2-3-296-16,3-7-384 15,-4 4-856-15,-1-4-1417 16,2-9-2080-16</inkml:trace>
  <inkml:trace contextRef="#ctx0" brushRef="#br0" timeOffset="60376.11">14734 15995 1040 0,'0'0'10314'0,"0"0"-7658"0,0 0-839 15,0 0-257 1,0 0-752-16,0 0-680 16,0 0-80-16,0 0 120 0,4 49-40 15,-4-21-55-15,8 4-73 16,-1-3 0-16,10-5 48 15,-1-2-40-15,3 1 32 16,-2-5-40-16,-6 2-72 16,2-8-9-16,-5-2 33 15,-1-3-104-15,-3-5 32 0,-4 1-24 16,0 1 88-16,0-4-32 16,0 0-184-16,-7 0 176 15,-14 0 96-15,2 0 120 0,-9 0 0 31,0 0 56-31,4 0-32 0,0 0-40 16,8 0-96-16,8-7-8 16,4 5-376-16,4-11-792 15,0 0-1817-15,0-3-7129 0</inkml:trace>
  <inkml:trace contextRef="#ctx0" brushRef="#br0" timeOffset="60604.93">14770 15976 12546 0,'0'0'2289'15,"0"0"-1529"-15,0 0-256 16,0 0-176-16,0 0-328 0,135-25-224 15,-107 18-1064 1,-4 4-2841-16,-12 0-4929 16</inkml:trace>
  <inkml:trace contextRef="#ctx0" brushRef="#br0" timeOffset="60887.93">15136 16157 13866 0,'0'0'2785'16,"0"0"-1505"0,0 0-576-16,0 0-704 15,0 0-280-15,0 0-1424 16,0 0-3177-16</inkml:trace>
  <inkml:trace contextRef="#ctx0" brushRef="#br0" timeOffset="61250.93">15484 16021 12370 0,'0'0'1801'0,"0"0"-713"0,0 0 152 15,0 0-408-15,55-118-536 32,-43 106-168-32,-4 2-40 0,-4 8-40 15,-4 2-48-15,0 0-200 16,0 15 200-16,0 14 120 16,0 9 48-16,0 6-64 0,0 4-16 15,0-1 16-15,0-2 24 16,0-4-64-16,0-9-8 0,0-4-48 15,0-5-8 1,0-5-96-16,0-5-184 16,0-1-760-16,0-2-1456 15,0-6-4210-15</inkml:trace>
  <inkml:trace contextRef="#ctx0" brushRef="#br0" timeOffset="61651.75">15782 16053 9337 0,'0'0'2169'15,"0"0"-1417"-15,0 0 472 16,0 0-47-16,24 114-497 0,-8-95-288 15,8-10 32-15,4-2 144 0,-4-7-104 32,4 0-64-32,-1 0-104 15,2-13-72-15,-5 1-56 16,-5-4-56-16,-6-4 24 0,-6 5 24 16,-3-7-23-16,-4 3-25 15,0-8 96-15,-4 6 72 0,-11-1-64 16,-9 2-40-1,0 8-8 1,-5 2-104-16,-6 10-64 0,-1 0-160 16,-4 13-200-16,0 13-152 0,4 8-137 15,8 1-487-15,8 10-1008 16,9-14-2217-16,6-9-3497 0</inkml:trace>
  <inkml:trace contextRef="#ctx0" brushRef="#br0" timeOffset="61925.93">16077 15698 6489 0,'0'0'8994'0,"0"0"-7578"15,0 0-408-15,0 0-216 16,0 0-463-16,0 0-209 0,32-7-56 16,-17 7-64-16,6 0-176 15,-1 0-537-15,-5 9-1079 0,-2-2-3585 0</inkml:trace>
  <inkml:trace contextRef="#ctx0" brushRef="#br0" timeOffset="62386.94">16483 15574 10202 0,'0'0'4497'0,"0"0"-3441"0,0 0 80 16,0 0-240-16,0 0-504 16,0 0-256-16,0 0 104 0,0 0-71 15,0 76-25-15,0-55-64 31,12 6-72-31,-3-3 64 0,1-2-72 16,8-3 48-16,-7 1-40 16,1-4 40-16,0-4-48 0,-3-3-96 15,-5 2 0-15,0-9-16 16,-4 2-25-16,0-4 1 31,0 0 0-31,-8 0 136 0,-13 0 48 16,-2 0 32-16,-9 0-24 15,0-10-48 1,4 1 48-16,4-1-40 0,8 1-16 16,4 2-48-16,4-2-104 15,8 2-512-15,0 4-1488 16,0-3-4057-16</inkml:trace>
  <inkml:trace contextRef="#ctx0" brushRef="#br0" timeOffset="62593.94">16476 15541 10018 0,'0'0'4833'0,"0"0"-3881"16,0 0-288-16,0 0-144 31,0 0-488-31,0 0-32 0,132-44-624 15,-113 44-840-15,-11 0-2993 16,1 0-4577-16</inkml:trace>
  <inkml:trace contextRef="#ctx0" brushRef="#br0" timeOffset="63057.53">16810 15957 9962 0,'0'0'4449'0,"0"0"-3249"31,0 0-128-31,0 0-136 0,0 0-488 47,0 0-224-47,137-3-144 16,-102 0-16-16,-3 3-64 15,-4 0 0-15,-8 0-160 0,-5 0-160 32,-7 0-592-32,1 3-1064 31,-9 0-3930-31</inkml:trace>
  <inkml:trace contextRef="#ctx0" brushRef="#br0" timeOffset="63261.6">16846 16081 3648 0,'9'4'1697'0,"2"-4"6560"16,6 2-6552-16,2-2-1 15,1 0-616-15,12 0-584 16,-4 0-215-16,0 0-217 0,-4 0-72 16,-4 0-104-16,0 0-425 15,-12 0-759-15,-5 0-1312 0,-3 0-4306 0</inkml:trace>
  <inkml:trace contextRef="#ctx0" brushRef="#br0" timeOffset="64105.31">18206 15754 8225 0,'0'0'2873'0,"0"0"-897"16,0 0 65-16,0 0-577 15,0 0-568-15,155 89-296 16,-104-60-280-16,2-4-112 16,3 1-96-16,-9-1-103 15,-7-3-9 1,-3-3-33-16,-14-3-255 15,1-4-192-15,-12 1-680 16,-12-3-880-16,0-1-2945 0,0-9-2353 16</inkml:trace>
  <inkml:trace contextRef="#ctx0" brushRef="#br0" timeOffset="64390.04">18649 15700 2968 0,'0'0'1849'0,"0"0"6256"0,0 0-6400 16,0 0-729-16,0 0-128 0,0 0-208 31,0 0-184-31,-88 92-96 15,43-51-112-15,2 1-112 0,0-4-88 0,2 0-48 32,4-6-96-32,10-3-176 0,7-8-664 15,1 2-1184-15,2-11-2897 16,10-5-1713-16</inkml:trace>
  <inkml:trace contextRef="#ctx0" brushRef="#br0" timeOffset="64936.89">18808 15195 11306 0,'0'0'3041'15,"0"0"-1937"1,0 0 136-16,0 0-336 15,0 0-360-15,0 0-272 0,136-5-200 16,-105 10-24-16,-3 1-40 16,4 1-8-16,-12 5-64 0,0-5-192 15,-8 9-136-15,-9-4-328 16,-3 8 48-16,0 5 288 16,-7 0 360-16,-9 4 24 0,-12-4 80 31,0 4-64-31,0-4 120 0,4-3 136 15,9-5 16-15,2-2-16 16,9-2-80-16,4-4-96 16,7 1 56-16,18 0 192 0,7-3-24 15,4-5-192-15,8-2-128 32,0 0 0-32,-5 0-112 15,-2 0-176-15,-1 0-336 0,-12 0-552 16,-10 0-1153-16,-9 0-4064 0</inkml:trace>
  <inkml:trace contextRef="#ctx0" brushRef="#br0" timeOffset="65819.2">17644 16291 6993 0,'0'0'2240'16,"0"0"-711"-16,0 0-297 0,0 0-88 15,0 0-320-15,0 0-151 16,40 0-89 0,-20 0-56-16,8 0-40 15,0 0 120-15,11 0-88 0,17 0-128 16,19 0 32-16,30 0-128 15,38 0-31-15,44 0-105 0,16 0-40 16,1 3-32 0,-9-3-16-16,-17 0-64 15,3 0 88-15,2 0-40 16,4 0 16-16,-3-3-8 0,-1-4 32 16,-7-6-8-16,-8 8-16 15,-14-2-24-15,-34 0-48 0,-29 5 8 31,-26 2-8-31,-22-4 0 16,6 4 8-16,-10-3-8 0,-3 3-8 16,-16 0-72-16,-16 0 32 15,-4 0-16-15,0 0-40 0,0 0-72 16,0 0-136-16,-15-3-433 31,-17 3-647-31,4 0-2401 16,-4 0-3040-16</inkml:trace>
  <inkml:trace contextRef="#ctx0" brushRef="#br0" timeOffset="69160.14">18018 16634 40 0,'0'0'6873'0,"0"0"-3576"0,0 0-1617 16,0 0-144-16,0 0-119 15,0 0-609-15,-3-10-464 0,-5 10-48 32,-1 13 176-32,-6 6 120 31,-2 6-136-31,6 7-48 31,3-4-176-31,-1 5 16 0,6-5-103 16,3-3-89-16,0-9-48 15,8 0 0-15,8-9 88 0,4-4-40 16,8-3-40-16,0 0-16 16,4-3-8-1,0-11-40-15,-4-1-48 16,-5-2 8-16,-7 2 80 0,-4-1 0 16,-9-3 8-16,-3 0 8 15,0 1 64-15,0-2 0 0,-7 1 24 16,-12 0 0-16,-2 2-8 15,1 8 0-15,-4 4 8 16,-8 5-40-16,4 0-48 16,-8 9-8-16,5 10-88 15,-2 6-232-15,10 4-201 16,3-4-463-16,3 10-824 0,10-10-2185 16,7-2-2072-16</inkml:trace>
  <inkml:trace contextRef="#ctx0" brushRef="#br0" timeOffset="69472.62">18449 16779 8561 0,'0'0'4961'16,"0"0"-3872"-16,0 0 207 0,0 0-72 15,0 0-448 1,0 0-184 0,-12 73-31-16,0-59-185 0,4-2-176 15,0 1-136-15,-3 3-64 16,-6 3-72-16,6-4-320 0,-7 2-401 0,-1 1-743 15,4-2-2473-15,-2-6-3520 16</inkml:trace>
  <inkml:trace contextRef="#ctx0" brushRef="#br0" timeOffset="69847.61">18677 16837 9121 0,'0'0'5018'0,"0"0"-3906"15,0 0-128-15,0 0-16 0,27-118-344 16,-11 89-320-16,0 8-40 15,0-2-96 1,0 7-40-16,-8 3-79 16,-4 4 7-1,-4 6 72-15,0 3-16 16,0 0-16-16,0 3-96 16,0 19 8-16,0 6 56 0,-8 4 64 15,4 4-48-15,-4-1-80 16,4-1 0-16,0-5-272 0,4-4-144 15,-4-5-249-15,4-2-631 0,0-2-1400 16,0-7-3658-16</inkml:trace>
  <inkml:trace contextRef="#ctx0" brushRef="#br0" timeOffset="70146.03">19265 16811 512 0,'0'0'8825'15,"0"0"-3543"-15,0 0-4418 16,0 0-304-16,0 0 216 0,0 0-248 15,0 0-304-15,117-16-128 16,-93 16-88-16,-5 0-8 31,-6 0-256-31,-5 0-408 0,-8 0-416 16,0 0-1889-16,0 0-3912 0</inkml:trace>
  <inkml:trace contextRef="#ctx0" brushRef="#br0" timeOffset="70452.89">19852 16726 9906 0,'0'0'2288'0,"0"0"-1232"0,0 0 545 16,0 0-353-16,0 0-584 31,146 41-144-31,-96-29-96 0,-3 2-280 16,1-2-144-16,-8-2-272 31,-12-1-648-31,-12 4-936 0,-4-7-2929 15,-12 0-1761-15</inkml:trace>
  <inkml:trace contextRef="#ctx0" brushRef="#br0" timeOffset="70717.03">20175 16589 736 0,'0'0'1880'16,"0"0"7098"-1,0 0-6321 1,0 0-865-16,0 0-176 0,-123 69-616 16,91-42-471-16,8 1-249 15,-1-3-152-15,6 0-128 0,-1 1-96 16,4 0-304-16,0-4-433 15,-12 3-799-15,8-3-2361 0,0-6-2920 16</inkml:trace>
  <inkml:trace contextRef="#ctx0" brushRef="#br0" timeOffset="72372.89">19749 16675 4488 0,'0'0'1961'0,"0"0"-529"15,0 0 377 1,0 0 127-16,0 0-576 15,0 0-287-15,19 0-225 16,-19 0-232-16,0 0-120 0,5 0-112 16,-5 0-32-16,0 0-56 15,0 0-72-15,4 0-56 0,-1 0-120 32,9 0 136-32,4 12-40 15,4 0-88-15,0 5-8 0,4 0-32 16,4-5-16-16,-8 4 0 15,-4-3-160-15,0-5-88 0,-8-1-184 16,0-1-416-16,-8 1-1377 31,0-4-3200-31</inkml:trace>
  <inkml:trace contextRef="#ctx0" brushRef="#br0" timeOffset="73293.6">19569 17018 2576 0,'0'0'2265'0,"0"0"-1385"0,0 0 168 16,0 0 448 0,0 0-167-16,0 0-113 15,0 10 40-15,0-10-32 16,0 0-127-16,0 0-233 16,7 0-64-16,-1 0-32 0,5-7-208 15,5-3-304-15,15 1-160 0,6-3-72 16,10-5-24-16,9 2 16 15,4-2-16-15,8-5 0 16,3 1 0-16,5 1-64 0,4-2 0 16,-4 3-64-16,3 0-96 15,0 3 56-15,-6 3 64 0,-1-2-72 16,-6 2-144-16,-5 3-48 31,-9 0-128-31,-12 5-336 16,-7-2 152-16,-10 4 391 0,-7-4 201 15,-8 7 80-15,0 0 8 16,-8 0 8-16,0 0 144 0,0 0 25 16,0 0-1-16,0 0-80 15,0 0-96 1,0-3-264-16,-8 0-265 16,-12 3-695-16,-1-3-1384 0,2-1-2914 15</inkml:trace>
  <inkml:trace contextRef="#ctx0" brushRef="#br0" timeOffset="73840.43">20654 16617 10626 0,'0'0'2960'0,"0"0"-1479"16,0 0-553-16,0 0-120 0,0 0-392 16,35-5-240-16,-23 5 48 15,8 0-72-15,0 3-72 0,-4 3-72 16,-1 3 40-16,2-2-48 31,-5 2 0-31,-8 1-48 16,0-1-56-1,0 7-24-15,-4 0 80 16,0 3-8-16,0 3 56 0,-12 1 56 16,0-5-48-16,-5 2 48 0,11-8-48 15,-7-3 40-15,5 1-40 16,8-6-8-16,-4-1-8 15,4-3-200-15,0 0-104 0,0 0-112 16,0 0 40-16,0 0 56 16,0 0 152-16,0 0 120 0,0-7-8 0,0-3 56 15,0-5 0 1,0-1 8-16,-8 1 40 0,4-1-32 16,4 3 8-1,-4 4-16-15,4-1-168 16,0 3-1392-16,0 7-3418 15</inkml:trace>
  <inkml:trace contextRef="#ctx0" brushRef="#br0" timeOffset="74888.6">13789 17729 64 0,'0'0'7649'16,"0"0"-5152"-1,0 0-321 1,0 0-23-16,0 0-393 0,0 0-568 16,0 0-296-16,0 0-247 15,0-18-217-15,4 18-200 0,7 5-216 16,9 15 64-16,1 5-16 16,6 0-64-1,1 4 0 1,-4-4-56-16,4-3-88 15,-7-6-120-15,-6 0-80 0,-2-6-201 16,-2-1-247-16,-8 1-424 16,-3 3-560-16,5-1-921 15,-5 0-2152-15</inkml:trace>
  <inkml:trace contextRef="#ctx0" brushRef="#br0" timeOffset="75232.33">14020 17539 56 0,'0'0'9265'0,"0"0"-7304"0,0 0-801 16,0 0 705-16,0 0-553 0,-75 133-472 15,54-89-328-15,2 4-64 16,-1-4-112 0,-1-3-176-16,2-3-88 15,-2-2-72-15,6-5-40 16,3-6-248-16,4 2-440 0,0-6-680 15,-4 4-1353 1,7-6-2080-16,-1-6-1240 16</inkml:trace>
  <inkml:trace contextRef="#ctx0" brushRef="#br0" timeOffset="75622.93">14690 17777 3816 0,'0'0'2033'15,"0"0"6513"1,0 0-7258-16,0 0-712 16,0 0-96-16,0 0 16 15,0 0-168-15,128-45-192 0,-100 42-136 16,4-1-8-16,-1 4-200 0,-7 0-224 15,-4 0-192 1,-4 0-880-16,-8 0-1729 16,-8 11-3744-16</inkml:trace>
  <inkml:trace contextRef="#ctx0" brushRef="#br0" timeOffset="75857.3">14726 17916 9818 0,'0'0'3048'32,"0"0"-2120"-32,0 0-375 15,0 0-249-15,123-54-224 16,-90 48-80-16,-6-1-721 0,2 7-1031 15,-6 0-2385-15,-11 0-3112 0</inkml:trace>
  <inkml:trace contextRef="#ctx0" brushRef="#br0" timeOffset="78343.95">15544 17503 13074 0,'0'0'2673'15,"0"0"-2025"-15,0 0-304 0,0 0 232 16,0 0-64-16,43 121-240 31,-23-68-24-31,0 2 0 16,0-1-23-16,4-10-97 0,-5-2 8 15,-2-10-40-15,3 0-32 16,-9-8 24-16,5-5-88 0,-4-3 0 16,0-3 0-16,-3-3-48 15,-2-4-40-15,-3 0-24 16,0-2 16-16,0-1 0 0,-4-3 8 16,4 0 88-1,-4 0-8-15,0 0 16 0,0 0 56 16,0 0-8-16,0 0 8 15,0 0-64-15,0-10 48 16,0 1-48-16,0-7 56 0,-4 3-48 16,0-2 8-16,0-5-8 0,0 2 40 15,1-8-40-15,-1-6-8 16,4-9-16-16,-5-7 8 16,5 0 0-1,-4-9-96-15,4-3 88 31,0 0-104-31,0 3 32 0,0 2-8 16,0 11-41-16,0 10 73 16,4 5 16-16,1 7 48 15,2 5 0-15,-3 8 0 0,0 6 48 16,-4-1 40-16,0 4-24 16,4 0-15-16,-4 0-41 0,0 0 0 31,0 0-8-31,0 0 8 15,0 0-8-15,0 0 0 16,0 0 0-16,0 0 0 0,0 0 0 16,0 0-16-16,0 0-41 0,0 0 49 15,0 0-8-15,0 0-32 0,0 0-8 16,0 0 48-16,4 0-40 16,0 0 48-1,1 0 0 1,-2 0 0-16,1 7-8 0,8-5 8 15,-4 3 0-15,4-3 0 16,4 2 0-16,0-1 0 0,-1 0 0 16,10-3 0-16,6 0 8 0,5 3 64 31,0-3-48-31,8 0-16 16,1 0 0-16,-2 0 0 0,0 0 0 15,2 0 0-15,2 0 0 16,-6 0 0-16,2 0-8 0,-2 0 0 15,-2 0 8-15,1 0 0 47,-1 0-8-47,2 0 0 0,-6 0 8 0,5 0-8 16,-4-3 0 0,0 3 0-16,4-3 8 0,-5 0-8 0,10-1 0 15,-5 4 0-15,-1-7 8 0,5 5-8 16,-1-1 0-1,2-4 8-15,-1 5 0 16,4-5-8 0,-5 4 0-16,-3-3 0 0,0 2 8 15,0 1-8-15,-9 3 0 16,6-4 0-16,-6 2 0 16,1-1 0-1,0 3 0 1,0-7 0-16,5 2 0 15,-2 1 0-15,0 1 0 16,5-1 8-16,-4-2 1 16,1 3-9-16,-5-1 0 0,3 2-9 15,1-1 9-15,4-4 0 16,-5 4 9-16,6-4-18 16,-1 1 9-16,4 0 0 0,-5-1 0 31,1 4 0-31,1-1-8 0,-2-1 0 15,-3 2 8-15,3 3 0 16,2-4 0-16,-5 4 0 16,3-3 0-16,-3 3 0 0,8 0-8 15,-8-2 8-15,3-2 0 16,2 4-8-16,-1-3 8 0,-1-1-8 16,2 4 8-16,-2-3 0 15,-3 0-8-15,7 0 8 16,-6-1-8-1,-1 1 0-15,3-2 0 16,-3 5 0-16,5-4 0 0,-2 4-88 16,-7-3 48-16,7 3 0 0,-7-2 40 15,3 2-64-15,-6-5 64 16,-1 3 8 0,-8 2-16-1,4 0 8-15,-8 0 8 0,4-4-8 16,-5 4 0-16,2-3 0 15,-1 3 0-15,4-3 8 0,4 0-16 16,0-1 8-16,8 1 8 0,-5 3-8 31,2-5 8-31,-1 5-16 16,3-5 16-16,-3 3 0 0,-1 2-8 16,0 0 8-16,2-3 0 15,-1 3 0-15,-3-4 0 0,3 4-8 16,-4 0 0-16,0-3 0 31,-1 3 8-31,-3 0-8 0,4-3 0 16,-4 3 0-16,0 0-8 15,0 0-40-15,-1 0 40 0,2 0 8 16,3-3-40-16,-5 3 48 16,1-4 0-16,1 1-8 31,-2 3 0-16,1-2 8-15,8 2-8 16,-8 0 8-16,4 0 0 0,4 0 0 0,0 0-8 16,3 0 0-1,1 0 8-15,0 0 0 0,12 0 0 0,-4-4-16 16,4 4 16 0,4-3 0-16,-4 3 0 0,-1 0 0 0,-7-4 0 15,1 4 0 1,-10-3 0-16,5 3 0 0,-8 0 0 15,0 0 0-15,-4 0 0 0,0 0 0 32,0 0-8-32,0-2-48 15,-1-1 40-15,5-1-64 0,4 1-40 16,-3 0-8-16,3-4-16 16,3 7 0-16,1-3-56 15,0 3 0-15,0-3 112 0,7 0 24 16,-3 3-40-1,5 0-24-15,-2-3 0 16,6-1 80-16,-3 1-40 0,2 1-72 16,1-1 80-16,-6-1-16 0,1 1 40 15,1-1-40 1,-10 1 88-16,5 0-56 0,-8 0 64 0,-1 0-8 16,2 3 8-1,-1-3-8-15,0 0-144 16,0 3-80-1,-1 0 56-15,1-4 32 0,0 4 40 16,-4-3 16-16,4 0 72 16,-5-1 8-1,2 4 0 1,-5-3 0-16,-4 3 8 0,-4-6-48 0,0 6-24 16,-8 0 64-16,0-3 0 15,3 3-8-15,-7 0 8 16,4 0 0-1,-4 0 8-15,4 0-8 16,-4 0 8-16,0 0-8 0,0 0 8 16,0 0 8-16,0 0 0 15,0 0 80-15,0 0-24 16,0 0-64-16,0 0 0 0,0 0-88 0,0 0-72 16,0 0-208-1,0 0 55 1,-4 0 9-16,0 0-8 15,-3 0-312-15,3 0-1136 0,-9 0-1417 16</inkml:trace>
  <inkml:trace contextRef="#ctx0" brushRef="#br0" timeOffset="79680.43">16229 17558 16 0,'0'0'8'0,"0"0"7025"16,0 0-4929-1,0 0-455-15,15-7 39 0,-15 4-208 0,0-1-487 16,0 4-361-16,0 0 48 16,0 0 16-16,0 0-112 0,0 0-144 31,-8 0-200-31,-4 10 32 16,-4 6-23-16,1 9 31 15,-5 4-8 16,-4 3-112-31,8 3-48 16,0 3 8-16,0-1-104 16,9-1-16-16,2-4 0 0,5-4-8 15,0-3-120-15,8-6-112 16,12-2-40-16,8-9 80 0,7-1 39 31,2-7 65-31,3 0-104 16,-9 0 48-16,1 0 8 0,-4-12-16 15,-11 2 88-15,-2-2-24 16,-7 2 40-16,-4-2 56 16,-4-1 72-16,0 3 8 0,-8 0 48 0,-7 5 16 15,-10-2-24-15,1 7 24 0,-4 0-136 0,9 0 8 16,-5 12 32-16,4 8-48 16,8-2-248-16,-4 14-696 15,12-3-1424-15,0-7-4570 0</inkml:trace>
  <inkml:trace contextRef="#ctx0" brushRef="#br0" timeOffset="79992.92">16627 17869 336 0,'0'0'10698'0,"0"0"-5377"15,0 0-4217-15,0 0-320 16,0 0-167-16,0 0-529 0,0 0-80 31,0 0-8-31,-8 47 72 16,-3-18-56-16,2-4-16 15,-6 4-56-15,2-4-200 0,-3-2-185 16,9-1-471-16,-9-7-576 0,4-1-1289 16,6-5-3712-16</inkml:trace>
  <inkml:trace contextRef="#ctx0" brushRef="#br0" timeOffset="94499.63">16803 17452 24 0,'0'0'0'0,"0"0"120"32,0 0-120-32,0 0-136 46,0 0 136-46,0 0 72 16,0 0 2616-16,-37 4-896 0,34-4-655 16,3 0 71-16,0 0 152 15,0 0-215-15,0 0-201 0,0 0-104 16,0 0 96-16,0 0 40 16,0 0-80-1,0 0-39 1,0 0-257-1,0 0 392-15,0 0-488 0,0 0-328 16,0 0 88-16,12 0 88 16,-5 0-136-16,10 0-128 0,-6 0-24 15,5 0-56-15,-4 0 8 0,5 0-8 32,-6 0-8-32,1-4-40 15,1 4-64-15,-2 0-96 0,-2-3-120 16,-1 3-32-16,-1-2 24 15,1-2-256-15,1 1-360 0,-2 0-449 16,5 3-1287-16,-3-3-1697 16,-3 3-768-16</inkml:trace>
  <inkml:trace contextRef="#ctx0" brushRef="#br0" timeOffset="95153.4">16846 17466 16 0,'0'0'88'0,"0"0"2232"0,0 0 3425 16,0 0-4048-16,0 0-481 15,0 0 544-15,-20 50-335 16,17-30-657-16,-6-2-376 15,5 1-128-15,0 3-152 16,1-5-24 0,-1-5-40-16,4-3-32 0,-4 1-8 0,4 0 48 15,0-3-56-15,0-5 0 16,0 5-16 31,0-4-40-47,0-3-40 15,0 2-104-15,0-2-32 16,0 0 88-16,8 0 72 16,8 0 72-16,0-5 0 0,4-4 0 15,-1 5 0-15,-2-3-8 0,-2 7 8 47,1 0 8-47,-4 0-8 16,4 0 48-16,-4 16-48 15,-3 0 8-15,-3 4 288 0,-1-1-208 16,-5-1-88-16,0 1 120 16,0-3 8-16,-8 4 16 0,-4-5-48 15,0 4 16-15,-4-6-112 16,4 0 48 0,1-4 24-16,-6-2 24 15,10-4 32-15,-10 0 72 0,2-3-80 16,-5 0 32-16,-1 0 24 0,6-10-32 15,-5-2 40-15,4 3-112 16,4-1-72-16,4 3-56 16,4 7-72-1,4 0-240-15,0 0-448 16,0 0-536-16,0 7-1265 0,4 5-2696 16</inkml:trace>
  <inkml:trace contextRef="#ctx0" brushRef="#br0" timeOffset="95555.4">17465 17780 4785 0,'0'0'8113'0,"0"0"-4008"15,0 0-3033-15,-17-10-351 0,17 10 31 16,0-4-128-16,0 4-352 0,0 0-176 16,0-2-88-16,0 2-8 31,0 0-120-31,0 0-192 16,0 0-232-16,0 0-401 0,0 0-591 15,9 0-1569-15,-1 0-4032 16</inkml:trace>
  <inkml:trace contextRef="#ctx0" brushRef="#br0" timeOffset="96132.25">17847 17764 6889 0,'0'0'4385'15,"0"0"-3097"-15,0 0 120 16,0 0 1-16,0 0-417 0,0 0-448 15,40-115-272-15,-28 99-136 0,-1 2 88 32,-2 0-40-32,-5 11-80 15,0-4-24-15,-1 4-8 0,2 1 24 16,-5-2-96-16,0 4 0 16,0-3 64-1,0 3-64-15,0 0 16 16,3 0-8-16,-3 0 56 15,0 0-56-15,0 0-8 0,0 0 8 16,0 0-8-16,0 0-8 16,0 0-64-16,0 9 0 0,0 7 72 15,0 7 80-15,0 6 72 32,0-1-104-32,-3 4 96 15,-5 2-72-15,0-8-64 0,-1-1 64 16,6-6-72-16,-1-3 0 15,4-3-72-15,0-4-168 0,0-2-168 16,0-4-328-16,0 3-352 16,0 6-664-16,0-1-1377 15,0-2-1904 1</inkml:trace>
  <inkml:trace contextRef="#ctx0" brushRef="#br0" timeOffset="96710.43">18301 17615 232 0,'0'0'152'0,"0"0"1000"0,0 0 6017 15,0 0-5072-15,0 0-1001 16,0 0 88-16,-36 105-95 0,33-77-441 15,3-6-232-15,0-6-152 0,0 0 0 16,0-6 24 0,0-1-88-1,3-6-48-15,10-3-72 0,-1 0-32 16,3 0-40 0,5 0-8-1,-3-6-64-15,2-7-72 0,-3-3-96 16,-1 0 80-16,-5 0 56 15,0-3 88-15,-1 1 8 0,-5 2 0 16,-4-7 8-16,5 2 72 0,-5 1 72 16,0 1 24-16,0 3 96 31,-9 3-40-31,-7 1 168 16,0 2-112-16,-8 4-160 0,5 3-128 15,-6 3 0-15,-4 0-192 0,6 16-8 16,0 9-496-16,3 9-744 15,0 2-1769-15,8-7-4761 0</inkml:trace>
  <inkml:trace contextRef="#ctx0" brushRef="#br0" timeOffset="97072.45">18752 17510 608 0,'0'0'2472'0,"0"0"7042"0,0 0-7265 16,0 0-1497-16,0 0-64 15,0 0 48-15,20 0-432 0,-5 0-184 32,6 0-40-32,-5 0-80 0,-4 0 0 15,3-3-440-15,2 3-552 16,-1 0-992-16,-8 0-3498 0</inkml:trace>
  <inkml:trace contextRef="#ctx0" brushRef="#br0" timeOffset="97562.25">19171 17338 104 0,'0'0'9690'15,"0"0"-7162"-15,0 0-1328 16,0 0-47-16,0 0-121 0,0 0-280 15,0 0-272-15,0 16-80 0,0-3-64 32,0 2-80-32,7 2-128 15,0-1-40-15,3-1-40 0,0 4-48 16,4 3 8-16,-6-2 0 16,3 1-8-16,-4 3 0 0,6-9-112 15,-9 1-72-15,-1-3-32 16,-3-3-32-16,0-1 16 0,0-3-32 15,-7-3 32-15,-9 1 144 16,1-4 88-16,-2 0 56 0,-2 0 32 31,-1 0 72-31,-1 0 16 16,6 0 24-16,7 0-80 16,3 0-120-16,1 0-216 0,4 0-512 15,0 0-1440-15,0 0-4154 0</inkml:trace>
  <inkml:trace contextRef="#ctx0" brushRef="#br0" timeOffset="97820.45">19205 17415 7497 0,'0'0'4377'0,"0"0"-3449"47,0 0 192-47,0 0-199 16,0 0-497-16,125-38-368 0,-97 35-56 15,-4-4-736-15,-4 7-969 16,-4 0-2504-16,-9 0-1072 0</inkml:trace>
  <inkml:trace contextRef="#ctx0" brushRef="#br0" timeOffset="98218.45">19848 17649 656 0,'0'0'336'0,"0"0"5825"15,0 0-2208-15,0 0-2425 16,0 0 369-16,116 62-289 0,-77-48-760 16,2 2-440-16,-2 0-240 15,-3-3-168-15,-8-3-72 0,-12-4-368 31,-8 6-752-31,-4-2-1753 16,-4 0-3824-16</inkml:trace>
  <inkml:trace contextRef="#ctx0" brushRef="#br0" timeOffset="98483.45">20128 17608 7521 0,'0'0'6353'16,"0"0"-4784"-16,0 0-417 0,0 0 0 15,0 0-368-15,-136 57-479 16,104-31-265-16,0 3-40 0,4-1-489 15,-8 13-727 1,8-3-2625-16,4-9-5577 16</inkml:trace>
  <inkml:trace contextRef="#ctx0" brushRef="#br0" timeOffset="99837.07">21163 17523 8 0,'0'0'2832'0,"0"0"457"16,0 0-265-16,0 0-1015 0,0 0-217 15,0 0-87 1,0-4-569-16,0 4-176 16,0 0-368-16,0 0-360 15,0 0-120-15,0 10-104 0,0 2 72 16,0 8 64-16,0 2-88 0,0 0 0 15,0-6-56-15,5 3-48 0,3-3-16 32,-1-7-64-32,6-2-96 15,2-7 8-15,-2 0 80 16,6 0-64-16,5-12-24 0,0-5 0 16,1-5-72-16,-2-4-16 15,-3 4 136-15,-5-7 120 0,-2 4 56 16,-2 1 0-16,-11 0 96 31,0-4 104-31,0 5 128 16,0 2-128-16,-4-1 24 0,-7 6 40 15,-5 3 24-15,0 3 16 0,-4 10-88 16,1 0-152-16,-5 7-64 16,3 15 0-16,-3 6-160 15,5 4-424-15,6 12-720 0,2-3-1409 31,7-9-3648-31</inkml:trace>
  <inkml:trace contextRef="#ctx0" brushRef="#br0" timeOffset="100520.5">21658 17660 224 0,'0'0'9642'0,"0"0"-5794"15,0 0-2735-15,0 0-49 16,0 0-112-1,0 0-408-15,-80 104-344 16,72-85-80-16,1-4-56 0,-1-1-56 16,-1-2-8-16,5-2-368 15,4 2-800-15,0-2-1409 16,0 3-2976-16,0-7-2264 0</inkml:trace>
  <inkml:trace contextRef="#ctx0" brushRef="#br0" timeOffset="100878.5">21976 17567 392 0,'0'0'1488'0,"0"0"7570"15,0 0-6490-15,0 0-1575 32,56-120-177-32,-32 93-48 15,-7 6-152-15,-2 1-392 16,-2 8-96-16,-5 10-56 0,-4 2 16 16,-4 0 88-16,0 21 48 15,-17 23 376-15,-2 10-160 16,-2 10-159-16,-3 3-65 0,5-5 24 31,7-3-112-31,0-12-40 0,-1-12-88 16,10-4-152-16,-1-5-536 15,0-7-1817-15,-5-9-8065 0</inkml:trace>
  <inkml:trace contextRef="#ctx0" brushRef="#br0" timeOffset="101981.82">13988 18456 536 0,'0'0'576'0,"0"0"784"0,0 0 5922 16,0 0-5322-16,0 0-856 15,0 0 329-15,0 0-321 16,4-9-456-16,1 9-128 15,6 0 24-15,1 2-112 16,3 8-120 0,11 9-48-16,-3 0-48 15,5 3 96 1,0 1-215-16,0 2-57 0,3-6-32 0,-4 1-16 16,-1-8-104-16,-2-3-281 15,-9 1-343-15,-2-7-320 16,-2 0-200-16,-3 1-753 0,-5-4-2048 31,3 0-992-31</inkml:trace>
  <inkml:trace contextRef="#ctx0" brushRef="#br0" timeOffset="102297.51">14326 18427 208 0,'0'0'72'0,"0"0"8481"0,0 0-4656 16,0 0-2584-16,0 0-225 16,0 0-136-1,0 0-96-15,-63 39-264 16,44-23-120-16,-1 6-48 15,-5 0-39-15,6 0-137 0,-1-3-40 16,-5 4-88-16,5-2-72 0,9-1-40 16,-4 1-8-1,-2 2-240-15,6 0-208 16,-2-5-281-16,0 2-663 16,11-1-784-16,-7-1-1945 15,9 1 832-15,-9-9-1960 0</inkml:trace>
  <inkml:trace contextRef="#ctx0" brushRef="#br0" timeOffset="102827.39">14913 18526 40 0,'0'0'176'0,"0"0"-176"0,0 0 0 15,0 0 6993-15,0 0-4865 31,0 0-807-31,-4 12 207 0,12-12-136 16,13 0-623-16,2 0-105 16,1 0 16-16,4-3-80 0,0-3-72 15,-4 0-136-15,0 2-216 16,-5 1 56-16,2 1-232 31,-2-2-128-31,-7 4-288 0,0 0-392 16,-4 0-648-16,0 0-1169 15,-8 0-3256-15</inkml:trace>
  <inkml:trace contextRef="#ctx0" brushRef="#br0" timeOffset="103100.33">14996 18620 160 0,'0'0'10114'0,"0"0"-7130"0,0 0-1391 15,0 0-865-15,0 0-64 16,0 0-336-16,101-9-152 0,-73 4-104 16,4-2-72-16,-9 0 0 31,-7 7-208-31,1-2-496 0,-6 2-680 31,-3 0-1089-31,-4 0-3312 0</inkml:trace>
  <inkml:trace contextRef="#ctx0" brushRef="#br0" timeOffset="120191.34">16062 18535 4448 0,'0'0'1265'15,"0"0"-489"-15,0 0 520 16,4-16 32-16,-1 13-247 0,-3 3-145 16,0 0-120-16,4-6-64 15,-4 6-48-15,0-3-136 0,4 0 193 32,-4 3-113-32,0 0-216 15,0-3 56-15,4-1-24 16,0 1-88-16,0-4-144 0,8 2-88 15,0 1-88-15,-1-5-48 16,6-1 8-16,-1 7 32 16,0-4-48-16,0 2-8 0,-4 5 0 15,0 0 0 1,-1 0-64 15,-3 0-88-15,4 5-216-16,-7 8 232 0,-5 7-8 15,0 2 152-15,0 5 0 16,-13 2 72-16,-6 3-64 16,-1 0 112-16,-4 0-64 0,-4 0-48 0,7-4 48 15,2-5-8-15,3-4-40 16,4-4 0-16,4-3 0 16,5 2-8-16,3-8 0 0,0-3 0 15,0 4-8-15,0-7 0 16,0 4-72-16,7-1 80 0,5-1 0 15,4-2 72-15,-4 3-64 0,4-3 0 16,0 0 40-16,0 0-40 16,3 0-8-16,-2 0-72 15,-1 0-192-15,0 4 56 0,-1-4-368 32,-2 3-184-32,-2-3-232 31,-2 0-409-31,-2 0-1263 0,-3 0-3170 15</inkml:trace>
  <inkml:trace contextRef="#ctx0" brushRef="#br0" timeOffset="120565.08">16580 18570 3848 0,'0'0'6434'0,"0"0"-4466"15,0 0-1200-15,0 0-16 0,0 0 49 16,0 0-145-16,0 0-48 16,-4 102-216-1,-5-73-176-15,2-7-112 16,2 3-24-16,2-6-72 0,-1-3 40 16,4 0-48-16,-5-7-136 15,5 5-416-15,-8-5-656 0,5 4-1513 16,-9-10-2576-16</inkml:trace>
  <inkml:trace contextRef="#ctx0" brushRef="#br0" timeOffset="123197.08">16962 18535 144 0,'0'0'0'0,"0"0"16"15,0 0-16-15,-4 7-16 16,4-7 0-16,0 3 8 0,0-3-48 0,0 3 32 15,0-3 24-15,0 0 2456 16,0 0-320-16,0 0-887 16,0 0-361-16,4 0 176 0,0 0 224 15,1 0-7-15,-2 0 47 16,-3-3-96-16,0 0-103 0,0 3-129 16,0 0-320-16,3 0 32 0,2 0-32 15,-1 13-280-15,4 5-128 16,0 6-104-1,4 3-64-15,0 1-16 16,-1 4-80-16,2-6 56 16,3 3-64-16,-5-7 8 0,1-3-8 15,1-7-8-15,-5-2-80 32,-1-4-120-32,-7-6 96 15,4 0 48-15,-4 0 64 0,0 0 96 31,-4 0-8-31,-11 0-80 0,-13-9 160 16,-4-5 16-16,-4 9-24 16,1-2 0-16,-2 4 9 31,9 3-97-31,5 0-64 0,6 0-8 16,10 0-176-1,7 0-537-15,4 7-1271 16,11-4-3385-16</inkml:trace>
  <inkml:trace contextRef="#ctx0" brushRef="#br0" timeOffset="123451.81">16986 18599 8777 0,'0'0'2025'0,"0"0"-1225"15,0 0 168-15,0 0-296 32,116-41-392-32,-77 21-176 0,-3 1-96 15,-4 4 0-15,-4 1-8 16,-8 6-792-16,-8 2-1176 0,-4 3-1113 15,-8 3-3424-15</inkml:trace>
  <inkml:trace contextRef="#ctx0" brushRef="#br0" timeOffset="123938.03">17496 18482 8881 0,'0'0'2353'16,"0"0"-1105"-16,0 0 88 0,0 0-455 16,0 0-425-16,56 124-256 47,-44-103-96-47,-4 1-48 0,4-2-48 15,-4-5 0-15,-1-1 0 16,-2-9 0-16,-1 2 0 0,-4-1 0 15,0-6 8-15,0 0-8 0,0 0 96 16,0 0 8-16,0 0 24 16,-4 0 8-16,-12 0 192 0,0 0 72 15,3 0-48-15,-2 0-32 16,-5 0-96-16,13 0-168 0,-6 0-24 16,5 0-40-16,5 4-248 15,-10 2-680 1,5 0-1208-16,-3-2-4146 15</inkml:trace>
  <inkml:trace contextRef="#ctx0" brushRef="#br0" timeOffset="124234.9">17472 18510 104 0,'0'0'1464'0,"0"0"5193"16,0 0-5168-16,0 0-153 15,0 0-48-15,136-70-528 0,-104 57-528 16,-5 1-136-16,-6 5-96 15,-1 1-232 1,-9 6-752-16,-7 0-992 0,0 0-545 16,-4 0-672-16</inkml:trace>
  <inkml:trace contextRef="#ctx0" brushRef="#br0" timeOffset="124656.81">18071 18538 9265 0,'0'0'4049'0,"0"0"-2512"0,0 0-145 15,0 0 88-15,0 0-407 16,0 0-345-1,0 0-64-15,0 0-216 0,0-3-216 16,0 3-176-16,0 0-56 16,0 0-56-16,0 0-248 15,0 0-336-15,0 0-176 0,0 3-209 16,-4 7-855 0,-5 0-2425-16,-3-1-1816 15</inkml:trace>
  <inkml:trace contextRef="#ctx0" brushRef="#br0" timeOffset="125125.54">18641 18580 10786 0,'0'0'2856'0,"0"0"-1815"16,0 0-273-16,0 0 208 0,0 0-488 16,0 0-328-16,32-114-144 15,-22 92 80 1,3 2-48-16,-5 1 24 0,0 7-64 15,0-1 24-15,-5 6-24 16,-3 4-8-16,0-1 0 16,0 4 0-16,0 0-96 15,0 0 8 1,0 4 0-16,0 12 88 16,0 10 104-16,0 9 32 0,0 3 8 15,0 3 0-15,0-2-24 0,0-7-56 16,0-2 8-16,0-8-64 15,0 1 0-15,-3-4-8 0,-1-7 0 16,4-2-400-16,0-3-432 16,0-4-592-1,0 0-1497-15,0-3-2136 16</inkml:trace>
  <inkml:trace contextRef="#ctx0" brushRef="#br0" timeOffset="125609.89">18983 18531 7537 0,'0'0'4689'0,"0"0"-3513"0,0 0-295 15,0 0 7-15,0 106-312 16,0-84-288-16,0 0-104 0,11-2-88 16,3-8-48-16,-3-2 32 15,5-3-8-15,-4-5-56 16,0-2 40-16,0 0-56 16,-4 0-168-1,3 0 96-15,2-9 64 0,-1-7-56 16,0 0-24-16,-4-3 32 0,2-1 56 31,-5 2 0-31,-1-5 0 16,-4 2 0-16,0-2 8 0,0-2 0 31,0 2 112-31,0 5 48 16,-9-1 136-16,-1-4 88 0,-7 8 16 15,-2-2-120-15,-1 8-232 16,-4 6-56-16,-4 3 0 0,4 3-8 15,1 23-8-15,-2 3-216 16,9 8-360-16,1 13-720 16,6-13-985-16,5-10-3216 0</inkml:trace>
  <inkml:trace contextRef="#ctx0" brushRef="#br0" timeOffset="126173.87">19337 18366 224 0,'0'0'7185'16,"0"0"-2896"-16,0 0-2817 0,0 0-599 15,0 0-137-15,17 0-24 16,-1 0-320-16,4 0-184 0,4 7-32 0,-4-7-104 15,-1 0 8 1,-2 0-72 0,-2 0-8-1,-6 4-72 1,-1-4-120-16,-5 3-208 0,-3-3-304 16,0 3-633-16,0 4-703 15,-3-2-2265-15,-5 2-2872 0</inkml:trace>
  <inkml:trace contextRef="#ctx0" brushRef="#br0" timeOffset="128751.92">19741 18262 2688 0,'0'0'4609'0,"0"0"-3129"16,0 0-463-16,0 0 455 16,0 0-296-1,0 0-464-15,0 0-88 16,-4 7 81-16,4-7-49 0,0 0-80 15,0 0-40-15,0 0-40 16,0 0 0-16,4 0-88 16,-4 0-88-16,4 0-80 0,3 0-8 31,1 0-40-31,5-4-39 0,1 1 15 16,7 1-88-16,-4 2-80 15,2-4 8-15,-3 4 0 16,-4 0 24-16,4 0-32 15,-4 0 0-15,-8 0-56 0,4 0 8 0,-4 4 0 0,-4-2 40 32,0 5-112-32,0-2 120 15,0 5-8-15,0 3 8 16,-12-4 80-16,0 4-8 0,-4-7-64 16,4 4-8-1,5-7 0-15,2 1 8 16,1-1-8-16,4-3-96 15,0 0-32-15,0 0-17 32,0 3-71-32,0 1-8 15,0-4 104-15,0 0 40 0,9 2 72 16,2-2 0-16,6 3 0 16,-6-3 0-16,-3 4 0 0,4-1-40 15,-4-1 40-15,4 9 8 16,-5-5 0-16,2 1 0 15,-5 5 0 1,-4-6 0-16,4 4 0 16,-4-4-8-16,0 1 8 0,0 2 0 15,-8-2 56-15,-4 2 48 0,0-6 8 16,0 4 40 0,-4-7-24-16,1 0-16 0,-2 3-32 0,6-3-72 15,-2 0 40 1,5 0-48-16,0 0 0 0,5 4-40 15,-2-4-152 1,5 3-184-16,0-1-544 16,0 7-760-16,0-2-2297 0,0 0-432 15</inkml:trace>
  <inkml:trace contextRef="#ctx0" brushRef="#br0" timeOffset="130075.49">20315 18431 40 0,'0'0'0'0,"0"0"0"16,0 0 7209-16,0 0-5185 15,0 0-1431-15,0 0 519 31,0 56 376-31,0-27-432 16,0 3-343-16,0 6-137 0,0 0-40 0,0 0-40 16,0-9-176-16,0-4-72 0,0-5-24 0,0-8-112 15,0-5-64 1,0-1-40 0,0-6 8-16,0 0 0 15,0 0 32-15,0 0-48 16,0 0-8-16,0 0-144 0,0 0 8 15,0-3 64-15,0-7 32 16,0-6 40 0,0 0 0-16,0 1 8 15,0-8 16-15,-5 4-8 16,5-3 0-16,0 0 8 0,0-3-8 16,0 0 0-16,5-2-8 15,3-1 0-15,3 5 0 0,2 2-56 47,-6 8 8-47,5 4 32 16,-9 9-32-16,3 0 40 15,-2 0-152-15,-1 3 112 0,1 9 48 0,4 7 144 0,-4 0-88 32,5-2 40-32,-6-2-88 0,1-2 8 0,0-7 32 0,0 1-48 31,0-2 0-31,1-5 0 0,2 0-72 0,1 0 72 15,4-2 16-15,0-11-16 16,4-6-64-16,4-3-80 0,-6 0-48 0,8-1 24 16,-6 4 104-1,3 0-8 1,-2 10 64-16,-6 2-8 16,-2 7-32-1,-2 0 48-15,-2 3 272 0,-2 16-80 0,1 10 24 16,-4-3 0-16,4 2 32 31,0 0 16-31,-4-1-40 0,5-6-56 16,-5-1-72-16,0-2-88 15,4-2 0-15,-4 0-8 0,4-3 0 16,-4-1-264-16,0-2-208 16,0 0-128-16,0-8-368 15,0-2-753-15,0 0-687 16,0 0-1577-16</inkml:trace>
  <inkml:trace contextRef="#ctx0" brushRef="#br0" timeOffset="130484.53">21367 18453 8737 0,'0'0'5113'0,"0"0"-4192"16,0 0-273-16,0 0 416 15,0 0-360-15,47 0-456 0,-22 0-144 16,-2 0-88-16,-3 0-16 15,5 0-168-15,-5-4-360 0,-1 4-376 16,-6-2-632-16,-2-1-1169 16,-7-1-2272-16</inkml:trace>
  <inkml:trace contextRef="#ctx0" brushRef="#br0" timeOffset="130718.89">21339 18565 1016 0,'0'0'5529'16,"0"0"-2456"-16,0 0-1425 0,0 0-368 16,0 0-280-16,119 2-495 15,-87-4-321 1,0-3-120-16,-8 3-64 15,0-1-8-15,-3-1-657 0,-10 1-1255 16,2 3-2057-16,-6-3-2848 16</inkml:trace>
  <inkml:trace contextRef="#ctx0" brushRef="#br0" timeOffset="131468.84">22335 18123 656 0,'0'0'2448'0,"0"0"5146"16,0 0-4458-1,0 0-1615-15,0 0-185 16,0 0-240-16,13 6-616 0,-13-6-280 15,0 0-200-15,-9-6 0 16,-6 2-48-16,-5 1 48 0,0-1 16 16,-8 4 32-16,4 0-48 15,-1-2-144-15,2 2-32 16,6 0-24 0,2 0 56-16,4 0-168 15,7 0-192-15,0 2 56 0,4 5-8 16,0 3 48-16,0 0-40 15,0 5 248-15,0 8 88 32,4 5 112-32,0 7 72 0,2 6 64 15,3 1 160-15,0-4 72 16,-7 3-16-16,7-3 88 0,-5-5-24 16,0-9-80-16,-1 2-24 15,3-7-32-15,-3-6-104 16,1-3-16-1,0-2 0-15,4 2-40 0,-4-1-40 16,4-2-32-16,0 0 1 16,-4-2-1-16,4-1-40 15,-1 1 0-15,-2-1 40 0,6-1 8 16,1-3 0 0,5 0-48-1,3 0-8-15,-1 0-8 0,2 0-184 16,-6 0-89-1,-2 0-159-15,-9 0-424 16,-4 0-440-16,0-3-857 16,0-1-3456-16</inkml:trace>
  <inkml:trace contextRef="#ctx0" brushRef="#br0" timeOffset="131906.32">22702 18297 288 0,'0'0'1272'0,"0"0"7042"0,0 0-6322 0,0 0-1280 15,0 0 280 1,0 0 265 0,0 0-361-16,27 86-312 0,-22-48-72 15,4-3 96-15,-6-4-224 0,0-2-96 16,-3-7-88-16,5-2-80 15,-5-5-72-15,0-2-48 0,0-2-8 32,0 0-136-32,0-1-208 15,0-1-288-15,0 1-288 0,0-4-584 16,-8-2-1241-16,-4-4-1856 16,7 0-1152-16</inkml:trace>
  <inkml:trace contextRef="#ctx0" brushRef="#br0" timeOffset="132200.75">22683 18501 2584 0,'0'0'8474'0,"0"0"-6458"16,0 0-1240-16,0 0-343 0,63-4 47 15,-31 4-200-15,4-3-152 0,4 3-72 16,4-4-56-16,-2 4-8 0,0 0-120 16,-6 0-536-1,-8 0-457 1,-5 4-143-16,-3 3-616 15,-9-1-489-15,2 1-287 0</inkml:trace>
  <inkml:trace contextRef="#ctx0" brushRef="#br0" timeOffset="132547.01">23018 18231 4288 0,'0'0'1753'0,"0"0"39"15,0 0 825-15,0 0-361 16,0 142-895-16,0-94-481 15,0 4-208-15,0-6-144 0,0 0-168 16,0-9-232-16,0-2-72 16,0-10-48-16,0-3-8 0,0-3-72 15,0-2-320 1,0-7-408-16,0-1-657 16,-4-7-775-16,-1 1-969 15,1-3-1552-15</inkml:trace>
  <inkml:trace contextRef="#ctx0" brushRef="#br0" timeOffset="132921.96">23377 18284 5385 0,'0'0'2464'15,"0"0"-423"-15,0 0 31 0,0 0-544 16,0 0-463-16,82 0-513 16,-57 0-248-16,-1 0-152 15,0 0-96-15,-5-3-32 0,1 3-24 0,1 0-168 16,-6 0-288-16,5 0-448 16,-8 0-345-16,1 0-807 0,-2-4-993 15,-3 1-3304-15</inkml:trace>
  <inkml:trace contextRef="#ctx0" brushRef="#br0" timeOffset="133327.01">23547 18112 4881 0,'0'0'1536'0,"0"0"-104"31,0 0-168-31,0 0 473 16,0 0-249-16,0 0-264 16,0 0-407-16,-19 103-289 0,13-75-216 15,3-2-120-15,3-1-112 0,0-6-72 16,0 0 8-16,0-6-16 0,0-1-104 16,-4-3-440-1,4 2-785 1,0-5-1127-16,0-3-849 15,0 1-3368-15</inkml:trace>
  <inkml:trace contextRef="#ctx0" brushRef="#br0" timeOffset="134151.01">23834 17938 6513 0,'0'0'1408'16,"0"0"-168"-16,0 0 265 15,0 0-25-15,0 0-496 16,44 0-304-16,-28 4-215 0,4-1-193 15,0 0-96-15,4 0-72 16,-1 0-104-16,-2-3-88 0,3 0-168 0,-5 4-88 31,-2-2-145-31,-1 5 89 16,-8-4-40-16,-1 4 8 16,-7 2-440-16,0 4-64 0,0 3 864 31,0 6 72-31,0 3 240 0,0 11 64 15,-11-2-32-15,7 7-40 16,-5 1-32-16,2 3-48 16,3-8 24-16,4 4-24 0,-4-2 32 15,4-4 16-15,0 2-64 16,0-4 16-16,0 1 48 0,0-2-88 16,-4 3-16-1,-1 0 24-15,1-4-56 16,0 4 8-16,-3-9 8 15,-1-4-72-15,4-10 64 0,-5-1-64 16,9-5 48-16,0-6-56 16,0 0 72-16,0 0 32 0,0 0-7 15,0 0-41 17,0 0-48-32,0 0 0 15,0 0-8-15,0 0-64 16,0 0 64-16,-3 0-16 0,-1-6-73 15,-4-1 41 1,0 0-56-16,-4 2 104 0,-8 1 8 0,0-2 32 16,-4 3-40-16,4 3-8 15,1 0-40-15,-2 0-312 16,2 0-1088-16,3 0-1313 0,4 0-1751 16</inkml:trace>
  <inkml:trace contextRef="#ctx0" brushRef="#br0" timeOffset="137626.82">5897 5731 5465 0,'0'0'4913'0,"0"0"-4329"0,0 0 232 15,0 0 288-15,11 7-264 16,-7-7-303-16,0-4-105 15,1-9-144 1,-2 1 8-16,1-11 152 0,0 0 0 0,-4-1-80 16,0-8-144-16,0-1-72 15,0-1-24-15,0 3 32 0,0 1-48 16,0 1-16-16,0 8-48 31,0 8-48-31,0 4 56 0,0 9-56 16,0 0-80-16,0 16-240 15,0 22 72-15,11 19 248 0,-1 13 8 16,5 9 88-16,-3 0-48 16,4 0 8-16,-8-8-40 31,4-14-8-31,-8-13 8 0,0-12 32 16,-4-16-48-1,0-11 0 1,0-5 128-16,0 0 56 0,0-21-176 0,0-11 0 15,-8-6-8-15,0-6-8 16,0-4 8-16,4 4-16 16,0-4 8-16,-4 4 0 0,8 3-40 15,0 0 40 1,0 2 0-16,0 3-40 16,0 5 40-16,0 6 8 0,8 3-8 15,0 5-48-15,0 8-24 16,4 9-16-16,0 0-24 15,8 7 24-15,-1 18 16 0,2 13-16 16,-1 3 56-16,-5 4 32 16,-2-8 8-16,-6-1-144 0,-7-8 56 15,0-9 88-15,-20-2 424 32,-8-5-80-32,0-8-128 0,-4 1-8 15,9-5 104-15,-1 0-56 16,12 0-160-16,4 0-72 0,4 0-48 15,4 0-200-15,0-2-144 16,4-1-384-16,16-1-480 16,8-3-1297-16,0 2-2456 0,-5 5-2072 0</inkml:trace>
  <inkml:trace contextRef="#ctx0" brushRef="#br0" timeOffset="138344.57">6303 5457 4785 0,'0'0'4849'0,"0"0"-4657"16,0 0 216-16,0 0-232 0,0 0 1056 15,0 124-512-15,4-63-160 16,8-4-288-16,-4 0 32 0,4-9-8 16,0-7-240-16,-4-10-48 47,-4-11 64-47,-2-8 0 0,3-5 17 15,-5-7-25-15,0 0 40 16,0-10 32-16,0-12-136 0,-5-4-184 15,3-3 72-15,-6-5-113 16,0 6 129-16,0 0 32 16,4 1 56-16,4 6 0 0,0 1 8 31,0 11 0-31,0 2 160 16,0 4 73-16,0 3-33 0,0 0-176 15,0 0 32-15,7 3-56 16,14 6 72-16,3 5-64 0,4 1 8 15,0-5 48-15,4-3-48 16,-1-1-8-16,1-3 8 16,0-3-8-16,-4 0-8 0,-4 0-56 15,-5-7 0-15,2-5-16 0,-10-4-152 16,-2-4 128 0,-5 2 96-1,-4-5-8-15,0 1 8 0,0-4 16 0,0 5-16 16,-4 1 64-16,-5 3 72 15,5 3 56-15,-3 4 24 0,7 7 256 16,-4 3-240-16,0 3-232 31,4 16 0-31,-4 16 352 0,-1 10 256 16,5 3-208-16,0-1-32 16,0-2-160-16,0-8 8 0,5 2-152 15,3-7-64-15,3-4-8 16,-4-3-40-16,3-2-376 31,0-4-440-31,3-7-600 0,-8-2-1321 16,-2-7-2736-16</inkml:trace>
  <inkml:trace contextRef="#ctx0" brushRef="#br0" timeOffset="138610.2">7045 5622 8969 0,'0'0'1377'0,"0"0"-625"15,0 0 608-15,0 0-136 16,0 0-791-16,118 48-281 0,-85-41-8 15,-6-4-144-15,-6-3-609 0,-6 0-1079 32,-6 0-2337-32,-5-3-3056 15</inkml:trace>
  <inkml:trace contextRef="#ctx0" brushRef="#br0" timeOffset="138828.93">7056 5750 9938 0,'0'0'1928'0,"0"0"-512"16,0 0 209-16,0 0-529 16,0 0-376-16,0 0-320 0,116 13-224 31,-89-10-176-31,-3-1-128 15,0 5-752-15,-7-3-1264 0,-9 1-4266 16</inkml:trace>
  <inkml:trace contextRef="#ctx0" brushRef="#br0" timeOffset="139288.04">8085 5731 1144 0,'0'0'12282'0,"0"0"-10689"16,0 0-489-16,0 0-48 15,0 0-256-15,0 0-552 0,0 0-72 16,103 0-40-16,-62 0-128 16,-2 0 48-16,-11 0-56 0,-1 0-104 15,-6 0-336-15,-9 0-416 16,-8 0-512-16,4 0-1169 16,-8 0-3688-16</inkml:trace>
  <inkml:trace contextRef="#ctx0" brushRef="#br0" timeOffset="140038.01">8762 5546 12050 0,'0'0'1528'0,"0"0"-415"15,21-117-273-15,-14 66-416 16,5 0-248-16,-3 7-160 16,-2 6 40-1,-3 6 0-15,-4 13-56 0,0 9 0 16,0 10-96-16,0 0-344 0,0 26 240 31,0 15 200-31,-4 13 152 16,4 13-16-16,0-1 104 0,0 5 16 31,16-2-40-31,4-8-160 16,8-10 16-16,-5-7 24 0,6-10-88 15,-5-8-8-15,-5-7-56 16,2-9-232-16,-6-5-24 0,5-5-40 15,-3 0-72-15,-2-3-208 16,-7-15-305-16,5-5-271 31,-6 2-256-31,-4-4 560 0,-3-4 320 16,0 6 376-16,0 7 208 16,0 7 176-16,0 9 808 0,0 0-120 15,0 2-424-15,0 21 1096 16,0 6-519-16,0 2-313 0,0-2-416 15,18-7 216-15,1-3 8 0,1-3 24 16,3-9-200 0,2-7-128-1,7 0-8-15,-4-14-48 0,-1-11-72 16,1-7 0-16,-4 2-64 0,-11-9 64 16,-9-2 16-16,-4 0 48 15,0-2 128-15,-24 6-95 0,-8 5 71 47,-4 11 40-47,-5 7 64 16,2 14-264-16,-1 0-16 15,5 26-72-15,-2 18-40 0,14 4-336 16,6 3-152-16,10 0-361 0,7 5-503 16,0-15-1729-16,15-12-2592 0</inkml:trace>
  <inkml:trace contextRef="#ctx0" brushRef="#br0" timeOffset="140594.91">9723 5557 4416 0,'0'0'8802'0,"0"0"-7281"15,0 0 375 1,0 0-736 0,0 0-512-1,-115-17-400-15,87 36-103 16,3 3-73-16,6 0-72 16,7 1 0-16,4-4-104 0,8-3-9 15,0-7-143-15,0-2-56 16,0-4-120-1,4-3-64-15,7 0 248 0,2 0-200 16,7-6-224-16,3-7-192 16,-2 1 72-1,-1-2 7-15,-5 5 305 16,6 9 328-16,-7 0 104 0,6 19 48 16,1 16 0-16,3 23 456 15,0 4 184-15,-4 18-191 0,0 6 111 16,0-2-88-16,-4 3 8 0,-4-4 160 15,-9-11 152-15,-3-8-296 16,0-13-72-16,-24-16 72 0,-12-13 177 31,-3-12 103-31,-13-10-64 16,-4-4-160-16,1-18 56 0,-1-10-160 16,3-5-184-16,11-1-264 15,4-1 0-15,7 7-272 0,16 4-336 16,2 12-360-16,13 6-456 15,0 4-1073-15,0 6-5793 0</inkml:trace>
  <inkml:trace contextRef="#ctx0" brushRef="#br0" timeOffset="142495.11">10481 5607 2520 0,'0'0'528'0,"0"0"-480"16,0 0-48-16,0 0-1120 15</inkml:trace>
  <inkml:trace contextRef="#ctx0" brushRef="#br0" timeOffset="143755.32">10531 5598 368 0,'0'0'5713'0,"0"0"-3817"16,0 0 329-16,0 0-113 0,13-20-736 15,-9 13-327-15,4-5-369 16,0-1-152-16,4 0-40 0,3 1-96 16,6 0-144-16,-1-1-16 15,3 3-96-15,2-2-72 0,-1 8 8 16,0 1-72-16,-4 3 0 15,-6 0-56-15,4 12-40 0,-7 14 16 16,-7 6 0-16,0 2 80 16,-4 8 48-16,0-1 0 15,-11-3 104-15,-15-6 136 0,0 0 56 16,-2-4-64-16,0-5-184 16,0-5 24-16,8-1-72 0,0-5-48 31,5-2 49-31,6-3-41 15,1-4-8-15,4-3-33 16,4 0-103-16,0 0-72 0,0 0-216 0,0 0 208 16,8 0 216-16,5 0 0 15,2 0 0-15,1 0 0 16,4 0 0 0,0 0 16-16,0 6 80 15,3 3-40-15,-2 1 64 0,-1-4 0 16,-5 4-16-16,6-8-24 0,-14 2-64 15,0-1-16-15,7 0 0 16,-7-3-224-16,10 0-544 0,2-6-1328 31,-3-3-4954-31</inkml:trace>
  <inkml:trace contextRef="#ctx0" brushRef="#br0" timeOffset="144083.14">11091 5832 9738 0,'0'0'1832'0,"0"0"312"0,0 0-663 16,0 0-417-16,0 0-488 0,0 0-336 15,0 114-168-15,0-101-16 16,0-4-40-16,-8 4-16 0,3-2-88 16,-7 1-464-1,5-7-528-15,-6 2-897 16,5-3-2208-16,5-2-1432 15</inkml:trace>
  <inkml:trace contextRef="#ctx0" brushRef="#br0" timeOffset="144485.78">11365 5581 9337 0,'0'0'1809'0,"0"0"-89"16,0 0 153-16,0 0-577 0,0 0-616 15,0 0-208-15,32 105-128 32,-20-82-72-32,4-5-96 0,0 1 168 15,0 3-216-15,5 4-64 16,-2-4 24-16,-3 1-24 15,0-1-64-15,-10 0 0 0,8-2 0 32,-10-8 8-32,3 0-8 15,-7-5-8-15,0-4-8 0,0-3 16 16,-7 0 169-16,-17 0 31 16,0 0-96-16,-12 0-40 0,0 0-56 15,4-10 72-15,4-2 40 16,4 0-120-16,13 1-8 15,3-1-248 1,8 3-273-16,0-5-711 0,11 2-2665 16,1-1-2408-16</inkml:trace>
  <inkml:trace contextRef="#ctx0" brushRef="#br0" timeOffset="144720.13">11358 5484 824 0,'0'0'11618'31,"0"0"-9657"-31,0 0-89 0,0 0-416 16,0 0-656-16,0 0-535 15,36-14-153-15,-12 14-112 0,4 0-8 16,4 0-513-16,7 0-743 15,-11 0-1104-15,-4 0-3874 0</inkml:trace>
  <inkml:trace contextRef="#ctx0" brushRef="#br0" timeOffset="145204.49">11996 5409 1480 0,'0'0'9386'16,"0"0"-7746"-16,0 0 9 15,0 0-33-15,0 0-472 0,0 0-424 16,0 0-320-16,-13 58-168 15,5-46-24-15,0 5-16 0,5-2 41 32,3 2-41-32,-5-5 8 15,5-2-64-15,0-1 40 16,0-2-112-16,0-2-56 0,5-2-8 16,6 4 0-16,6 3 16 0,2 2 40 15,5 7 16-15,4 4-64 31,0 2-8-31,-4 4 0 16,-2-4 0-16,-4-3-96 0,-10 0 80 16,-5-3-40-16,-3-6 40 15,0 0 16-15,0-3 8 0,-15-1 64 16,-1-6 0-16,-9 1 24 16,-3-4-48-16,1 0-32 15,0 0 64 1,2 0-72-16,5 0-8 15,9 0-64-15,3-11-472 0,3-1-1081 16,5 3-4120-16</inkml:trace>
  <inkml:trace contextRef="#ctx0" brushRef="#br0" timeOffset="145470.1">12058 5317 13258 0,'0'0'2153'16,"0"0"-689"-16,0 0-496 16,0 0-432-16,133-60-256 0,-94 48-207 15,6 2-9-15,-10 0-64 16,-3 8-72-16,-12-1-297 15,0 3-551-15,-13 0-736 0,-7 0-2553 16,0 0-1816-16</inkml:trace>
  <inkml:trace contextRef="#ctx0" brushRef="#br0" timeOffset="146032.57">12665 5525 8673 0,'0'0'3889'0,"0"0"-2200"0,0 0 487 15,0 0-392-15,0 0-695 0,0 0-553 16,0 0-216 0,0 0-128-1,15-14-96-15,-15 14-88 0,0 0-8 16,0 0-216-16,0 0-504 16,5 0-1169-16,-5 0-3760 15</inkml:trace>
  <inkml:trace contextRef="#ctx0" brushRef="#br0" timeOffset="146392.2">13103 5479 12226 0,'0'0'1600'16,"0"0"-1119"-16,0 0-249 0,13-123-32 15,-2 91-40-15,-3 4-40 0,5 6-72 16,-6 5 32-16,-3 5 152 0,-1 5 136 47,-3 4 88-47,0 3-16 0,0 0-440 15,0 7-80-15,0 22 80 0,-3 8 96 16,-4 14 112-16,-6 6-64 16,5 1-88-16,1 1-8 0,3-7 0 15,0-5-48-15,-1-9-216 16,5-9-384-16,0-10-1016 16,0-6-2521-16,5-13-2105 0</inkml:trace>
  <inkml:trace contextRef="#ctx0" brushRef="#br0" timeOffset="146767.18">13414 5499 6937 0,'0'0'3105'15,"0"0"-1529"-15,0 0 8 16,0 0-359-16,-4 121-513 15,4-96-168-15,17-7-224 0,2 2-144 16,5-11-56-16,-1 1-24 31,6-10 0-31,-5 0-24 0,-1 0 8 16,-6-16-8-16,-1-3 0 16,-4-6-8-16,-8-7 48 15,-4 0 64-15,0-6 96 0,-4 0-16 0,-17 0 96 16,-6 0-112-16,-1 7-184 15,-4 2 64-15,-4 16 177 16,-4 13-97 0,5 0-200-16,3 28-273 15,4 14-223-15,8 5-312 16,16 16-448-16,4-8-1737 0,0-17-2912 16</inkml:trace>
  <inkml:trace contextRef="#ctx0" brushRef="#br0" timeOffset="147095.18">13733 5127 12522 0,'0'0'2337'31,"0"0"-1497"-31,0 0 432 16,0 0-440-16,0 0-584 16,0 0-136-16,0 0-64 0,131-18-48 15,-99 13 0-15,-4 3-160 16,-3 2-360-1,-5 0-704 1,-9 0-1801-16,-7 0-4744 0</inkml:trace>
  <inkml:trace contextRef="#ctx0" brushRef="#br0" timeOffset="147643.18">14089 5003 11722 0,'0'0'2945'16,"0"0"-1497"-16,0 0-160 0,0 0-496 15,0 0-496-15,0 0-232 16,23 0-56-16,-7 4 56 0,4 6-64 31,0-1 0-31,0 7-8 16,-5 3-56-16,-2-1-16 0,-5 7 64 15,-6-2-104-15,3 3-8 16,-5-7-40-16,0 0 56 0,0-7-56 16,-5-2-232-16,-1-3 256 31,-11-4 144-31,-2-3 168 15,3 0-8-15,0 0-16 0,7 0 0 16,-2 0-24-16,11 0-120 16,0-3-64-16,0 3-232 0,0 0-32 15,0 0 56-15,8 0 168 0,0 0 40 16,4 9-16 0,-1 7 72-1,2 6 0-15,-1 0 8 0,-9 1 88 16,-3 2 32-16,0-6-120 15,0 0 160-15,-19 1 584 0,-9-6-360 16,0 0-208 0,-4-1-80-16,8-8-48 15,0 2-48-15,4-7-208 16,8 0-696-16,5 0-3385 0</inkml:trace>
  <inkml:trace contextRef="#ctx0" brushRef="#br0" timeOffset="149444.06">6060 7197 9946 0,'0'0'2056'0,"0"0"-88"16,0 0-799-16,-4-104-449 0,4 65-264 0,0 1-152 16,8-6-152-16,4 0-32 15,-4 3-40-15,0-1 0 0,-1 10-72 16,-2 7 8 0,-1 8 40-16,-4 12-48 15,0 5-8-15,0 0-152 16,0 16-248-16,0 19 400 0,0 15 448 15,0 17-16-15,0 10-128 16,0 5-104-16,0-3-96 16,0-10-96-16,0-4 40 0,0-18-40 15,0-11-8-15,0-12 0 16,0-14-96-16,0-4-176 0,0-6-56 31,0 0 128-31,0-9-240 0,0-8-56 16,0-4-120-16,-4-8-440 15,-1-3-529-15,5-3-479 16,-5 1-553-16,5-8 593 0,-2 1-457 16,2 3 737-16,0 0 904 31,-4 2 840-31,4 11 1784 0,0 4 9 16,0 4-113-16,0 5 400 15,0 5 65-15,0 2-321 16,0 0-536-16,0 5-487 0,0 0-409 15,4 0-240 1,3 0-48-16,6 0-8 16,6 13 88-16,1 3 8 0,1 6-40 15,-2 1 8-15,-7 2-48 16,-1-3-112-16,-6 0-64 16,-5-6 64-16,0-3 112 15,0-4 200-15,-8 1 272 31,-8-3-264-31,-4-5-96 16,-4 2-120-16,4-1-16 0,-3-3-80 16,3 0-8-16,3 0-8 15,2 0-104-15,11 0-24 16,0 0-8-16,4 0-184 0,0 0-288 31,4 0 24-31,15 0 488 16,2 0 104-16,6-3 8 0,8-7 40 15,2 0 0-15,0-2-48 16,-2-1 8-16,5-8-8 0,-4-2-8 16,-10-3-288-16,3-3-128 15,-8-2 240-15,-11-4 184 0,-5 0 0 16,-5 1 120-16,0-2 184 31,0 5-48-31,0 8 64 16,0 5 136-16,0 11 40 0,-5 7-112 15,5 0-384-15,0 28-48 16,0 18 48-16,0 11 288 0,0 15-16 16,5-2-88-16,4-1-88 15,2-8-48-15,-7-10 8 0,7-15-56 0,-5-15 0 16,-2-5-104 0,3-10-280-16,-7-6-264 15,0 0-56-15,0 0-448 0,0-31-1417 16,-7 6-2304-16,-6-3 112 0</inkml:trace>
  <inkml:trace contextRef="#ctx0" brushRef="#br0" timeOffset="149834.66">6379 7016 2496 0,'0'0'4921'16,"0"0"-3073"-16,0 0 985 15,0 0-816-15,0 0-713 0,0 0-488 16,0 0-408-16,131 41-96 15,-99-41-104 1,0 0-64-16,0 0-72 16,-4-9-16-16,0-4-48 0,-8 1-8 15,-1-4-136-15,-6 3-16 16,-2-6-72-16,-3 0 72 16,-8-1 64-16,0 2 32 15,0-5-24-15,0 2 64 16,0-1-40-16,-4 5 40 15,-8 5-112-15,4 9 128 0,-5 3 56 16,3 6-8-16,0 22-48 16,3 17 176-16,0 9 280 15,7 9-16 1,-4 7 88-16,4-3-216 16,0-3-144-16,0-11 33 0,0-5-129 15,0-9-72-15,0-11 0 16,0-6-417-16,4-12-407 15,7-10-656-15,-2 0-1713 0,-5-10-3824 16</inkml:trace>
  <inkml:trace contextRef="#ctx0" brushRef="#br0" timeOffset="150102.5">6972 6972 2576 0,'0'0'9066'0,"0"0"-7946"16,0 0 1129-16,0 0-1033 16,128 10-272-16,-88-10-256 15,-8 2-480-15,0 2-208 16,-8-1-408-16,-8 0-600 15,-9 0-960 1,-3 0-2057-16,-4-3-2857 0</inkml:trace>
  <inkml:trace contextRef="#ctx0" brushRef="#br0" timeOffset="150335.23">6969 7175 4849 0,'0'0'7785'0,"0"0"-6352"16,0 0 279 0,0 0-520-16,143 0-248 15,-99 0-496-15,4 0-312 16,-8-6-136-16,-12 2-432 0,-1 2-624 15,-15 2-1232-15,-4-4-3946 0</inkml:trace>
  <inkml:trace contextRef="#ctx0" brushRef="#br0" timeOffset="159582.57">8092 6963 232 0,'0'0'472'0,"0"0"3561"16,0 0-2257-16,0 0-464 0,0 0 112 15,0 0-175-15,0 0-161 32,0 0-88-32,0 0-112 0,0 0-95 15,0 0-81-15,0 0-88 31,0 0-24-31,0 0-96 0,0-4-120 16,0-2-144-16,5-4-144 16,2 1-88-16,6-4 8 15,2-2 48-15,5-1-56 0,1 0 0 16,7 0-8 0,-5 0 0-1,1 3 0-15,0 1 0 0,-4 5 0 0,-9 4 0 0,2 3-48 31,-1 6-40-31,-8 16 88 16,-4 17 8-16,0 5 8 0,0 1 32 16,-4 3-48-16,-12-5 56 15,-4-1-8-15,0-7-48 0,0-7 16 16,-3-5 32-16,6-8-40 16,-7-2 8-16,9-6-8 31,-2-7-8-31,6 0 0 0,-2 0-88 15,2 0 32-15,2-10-120 16,6-2-64-16,3-1-112 0,0 3-24 16,0 1 144-16,0 2 112 15,0 7 16-15,0-3 24 16,0 3-40-16,3 0 72 0,10 0-16 16,-6 0 64-1,10 6 104-15,-2 4-8 16,1-4 56-16,5 1 184 0,-2-1 16 15,1-6-64-15,1 0-56 16,-2 0-88 0,1 0-72-16,-4 0-64 15,0 0-8-15,-1 0-56 0,-6 0-120 16,3 0-200-16,-8 0-232 16,-1 2-304-16,5 5-449 15,-3 3-783-15,3 0-977 0,-8-3-1448 16</inkml:trace>
  <inkml:trace contextRef="#ctx0" brushRef="#br0" timeOffset="160501.32">8755 7282 6977 0,'0'0'2048'0,"0"0"-647"15,0 0 855-15,0 0-567 0,0 49-481 16,0-33-408-16,-4 3-200 0,0-3-264 47,-1 2-88-47,1-1-112 15,0-2-72-15,-3 2-48 16,3-5-16-16,0 1-112 0,0-1-256 16,-1-3-336-16,1 2-376 15,0-2-961-15,4-3-2568 0,-3 1-2000 16</inkml:trace>
  <inkml:trace contextRef="#ctx0" brushRef="#br0" timeOffset="161083.18">9061 6858 7841 0,'0'0'1328'0,"0"0"297"16,0 0-65-16,0 0-552 0,0 0-295 31,0 0-65-31,0 0-32 16,0 0-88-16,0 0-56 15,-43 92 56-15,34-67-8 0,2 0-112 16,-5 7-24-16,-1 0-128 31,-2 3-56-31,3 0-7 0,0 3-65 16,-1 0-80-16,6-3-48 0,-1-1 8 15,8-2 0-15,0-3-8 16,0 0 0-16,0-7-8 0,8-6-72 16,8-3-120 15,3-4-73-31,2-9 9 15,7 0 136 1,-4 0 64-16,0-16-16 0,-5-2 72 0,-2 1-8 16,-7-4 16-16,-10 1 16 15,0-2 56-15,0 6 104 0,-3 3-80 16,-12 6 16-16,-5 5-24 31,-5 2-88-31,1 0-8 16,-4 16-112-16,-15 22-560 0,7 0-1528 15,4 0-5970-15</inkml:trace>
  <inkml:trace contextRef="#ctx0" brushRef="#br0" timeOffset="164362.27">5625 6645 1976 0,'0'0'1752'0,"0"0"17"15,0 0-329-15,0 0-96 16,7 48 129-16,-2-32-329 16,-1-4-112-16,0 1-48 0,-4-4-264 15,5 1 89-15,-5 3-153 16,3-4-168-16,-3 4-16 0,4-1 144 31,-4 8-168-31,0 5-152 16,4 10-32-16,-4 0 8 0,0 9-88 15,0 8 16-15,0 1-80 0,0 7-32 16,0 1-8-16,0-5-72 16,-8 2 64-16,5-4-64 0,-2 0 65 15,1 0-25 1,0-3-40 0,4 0 48-1,-5-3-48-15,5-2-8 16,0 0 16-16,0-9-8 0,0 1 0 15,0-6-8-15,0-3 8 16,0-3 0-16,0-5-8 0,5-1 0 16,-1-8 0-16,5 1 0 31,-6-4-8-31,5-2 0 0,0-4 0 16,4 0-8-16,0 1-48 15,0-4 56-15,4 0 8 16,4 0 0-16,7 0 0 0,1 0 8 15,4 0 0-15,5 0 0 16,1 0-8 0,7 0 8-16,3 0 8 0,-5 0-16 15,10 0 8-15,-5 0-16 16,3 0-40-16,1 0 48 16,0 0 0-16,-5 0-8 15,5 0 0-15,-3 5-56 16,2 2-9-16,1-4 73 15,0 3-16-15,0-2 16 0,3-1 0 16,5-3 0-16,4 0-8 16,8 0 0-16,3 0 8 15,2 0 0 1,7 0 0-16,-3-3 8 16,8-1-8-16,-1 1 8 15,-4-3-8 1,4 6 0-16,-5-7-8 15,1 7-48-15,3-2-40 16,5-1 24-16,-8 3-8 0,4-4 64 16,-9-2-40-16,-3 2-24 15,-4-2 80-15,-9 0 0 0,-7-4-56 16,-4 0 56-16,-8 1 0 31,0 0 8-31,-8-1-8 16,0 1 8-1,-1 0-8-15,-3-2 8 16,0 2-8-16,-8 0 8 16,0 2-8-16,0 2 0 0,-8-2 8 0,-1 0-8 15,2 4 8-15,-1 0-8 16,-4 0 0 0,0 3 0-16,8 0 0 15,0 0 0-15,4 0-8 16,0 0 0-16,4 0-48 0,-5 0-40 15,1 0 0-15,-3 0 48 0,3 0-32 16,-5 0 16-16,-3 0 8 16,4 0 56-16,-9 0-8 15,2 0 0-15,-6 0 8 0,-2-4-8 16,3 2 8-16,-4 2-8 16,-1-5 8-16,2 3 8 0,-2-1 40 15,1 0-40-15,-4-1 48 16,0 1 16-16,0 0 0 0,0-3 56 31,0 0-80-31,0 2 8 16,0-6-48-16,5 4 48 0,-5-6-48 15,0 2 40-15,0-2 64 16,0-1 32-16,0-6 8 16,0-1 9-16,0-2-81 0,-5 1-8 15,-2-12 0-15,-1 2-64 16,-4-4 80-1,7 1-88-15,-6-5 8 16,2 0-8-16,3 1 48 0,1 7-24 16,-4-4-24-16,9 4 48 15,-3-5-40-15,3-5-8 0,0-1 48 16,0-1-40 15,0-6-8-31,0 6 8 16,0-3 0-16,0 5 0 0,0 4-8 15,0 2 0-15,0 0 0 16,0 0 0-16,0 3 0 16,0 3 0-16,0 1 0 0,0 2 0 15,0 4 0-15,0 3-8 16,0 3 8-16,0 1 8 0,0 5-8 31,0 0 0-31,-4 0 0 16,4 1 0-16,-4-3 0 0,4 2 0 15,-3-3 0-15,3 0 8 16,-9 1-8-16,9-1 0 0,-4 0 0 16,0 4-8-16,0 0 0 15,-1 2 0-15,-1-3 8 16,1 3 16-16,1 2-16 0,-1-2 0 16,2 7 0-16,-1-3-8 15,1 3-56 1,3 0 56-16,-8 0-72 15,3 0 32-15,1 0 40 0,0 0 8 16,-7 0 0-16,2 3-16 16,-3 4-64-16,-3-2 80 15,2-1 0 1,-7 3-8-16,-3-1 8 16,3-3 0-16,-4 1 0 0,-4-2 0 15,0 1 0-15,-4-3 0 0,4 0 0 16,-4 0 0-16,-4 0 8 15,4 0-16 1,-3-3 0-16,-1 1 0 16,-1-2 8-16,-2 1 8 15,-5-3-8-15,0 2 0 0,-7 1-8 16,-5 3 8-16,-4 0 0 16,0 0-8-16,-7 0 8 0,-2 0-8 31,-3 0 16-31,9 0-8 15,0 3 0-15,3 4 0 16,4-1-8-16,0 0 0 0,5 1-56 16,6-4 56-16,2 3-40 15,-5 0 48-15,8-2-80 0,-4-1 16 47,4 0-9-47,-3 0-31 16,2 1 24-16,-2 3-40 15,-6-7-8-15,-2 3 8 0,-5-1 8 16,0-2 48-16,-3 0-72 0,-5 0 48 16,4 0 16-16,0 0 72 0,0 0-56 15,1 0 48-15,3-2 0 16,0-1 8-16,-4-4 0 16,4 7 8-16,1-4-8 0,3 1 0 15,4 3 8-15,0-3-8 0,0 3 0 16,5-3 0-1,2-1 0-15,-2 4 0 16,3-2 8-16,0 2-8 16,-4 0 0-16,5 0-8 15,-2 0 8-15,9 0-8 0,0 0 8 16,7 0 0-16,7 2-56 16,5 5 48-16,2-4 8 0,3 0-8 31,3 1-8-31,5-1 0 15,0 1-32-15,-4-4 40 0,4 0 8 16,-3 0 8-16,3 0-8 16,-4 0 0-16,4 0 8 0,0 0 0 15,-4 0 64-15,4 0-64 32,0 0 0-32,-4 0 48 15,4 0-40-15,0 0-16 0,0 0 0 16,0 0 0-16,0 0-48 15,0 0-56-15,0 3-64 0,0-1-80 16,8 10-328 0,3-1-1016-16,2-5-2361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6-17T21:43:50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1240 10251 496 0,'0'0'6073'15,"0"0"-4129"1,0 0-1095-16,0 0 87 16,0 0-192-16,0 0-240 0,9 5-128 15,-5-5 136-15,-4 0 128 16,0 0-32-16,0 0-71 16,0 0-49-16,2 2-64 0,-2 5-128 15,5 5-96-15,-1 10 256 31,4 14 112-31,1 8-128 0,-2 9-96 16,0 8-8-16,2 2-24 16,-1 1-144-16,0 0-80 15,4-7-16-15,-4-9-24 0,-4-11-40 16,4-8-8 0,-5-7-160-16,2-9-192 15,-5-6-496-15,8-7-776 0,-8-4-1505 16,0-12-3112-16</inkml:trace>
  <inkml:trace contextRef="#ctx0" brushRef="#br0" timeOffset="266.86">1348 10665 8585 0,'0'0'2233'16,"0"0"-1385"-16,0 0-32 0,0 0-16 47,0 0-272-47,0 0 233 0,0 0-121 15,84 6-248-15,-56 0-8 16,-2 1-80-16,-1-2-152 16,3 2-48-16,-8-3-96 0,1-1-8 15,-2-3-144-15,1 0-320 16,-4 0-568-16,12-14-1257 0,-4-1-2200 15,-13-7-2304-15</inkml:trace>
  <inkml:trace contextRef="#ctx0" brushRef="#br0" timeOffset="580.8">1647 10407 7297 0,'0'0'1832'0,"0"0"265"16,0 0-169 0,0 0-783-16,0 0-585 15,0 0-312-15,0 25 272 0,0 4 200 16,0 3-48-16,0 10-224 16,0-1-24-16,0 3-64 15,0 1-112 1,0-7-112-16,0 0-88 15,0-6-40-15,0 0-8 16,0-7-96-16,0-4-200 16,0-1-344-16,0-4-352 0,0-10-656 31,8 0-1201-31,-4-6-2864 0</inkml:trace>
  <inkml:trace contextRef="#ctx0" brushRef="#br0" timeOffset="1253">1986 10372 3344 0,'0'0'7210'0,"0"0"-6154"16,-28 104-104-16,16-43 384 16,4-1-383-16,4-2-449 0,-4-1-104 31,8-2-24-31,0-8-88 15,-4-6-192-15,4-9-24 16,0-10-72-16,0-3 8 0,0-9-8 16,0-5-112-16,0-1-120 0,0-4-232 31,0 0-32-31,0-12 448 16,0-11-328-16,-4-2 216 15,1-7 160-15,-6-6 0 0,5-3 0 16,0-7 0-16,4 1-48 15,0-5 40-15,0-1-72 0,0-1-72 16,0 3 80-16,0 3-24 31,4 10 96-31,4 6 64 16,0 7 48-16,-4 8-16 0,4 12-24 16,0 5 16-16,0 0-40 0,0 22 208 15,6 10 64-15,4 6-64 0,-3 6 248 16,9 4-144-1,-3-3-136 1,2-1-32-16,-4-3-64 16,6-3-8-16,-4-3-120 0,3-3 8 15,-5-7-8-15,1 3-120 0,-4-5-240 16,-4-5-304 0,-4-1-24-16,0-2-849 15,-8-1-687-15,0-2-849 16,0-2-992-16</inkml:trace>
  <inkml:trace contextRef="#ctx0" brushRef="#br0" timeOffset="1565">1922 10684 1720 0,'0'0'7553'16,"0"0"-5952"-16,0 0-273 0,0 0 200 16,0 0-487-16,0 0-889 15,16 0-96 1,-4 0 104-16,4 0 64 15,4 0-32-15,0 0-40 16,7 0-144-16,-3 0-8 0,-3 0-152 16,3 0-760-16,3 0-1129 15,-3-3-807-15,-8 3-3850 0</inkml:trace>
  <inkml:trace contextRef="#ctx0" brushRef="#br0" timeOffset="2364.05">2951 10512 5705 0,'0'0'3969'16,"0"0"-2369"-16,0 0 304 31,0 0-679-31,0 0-617 0,0 0-56 16,0 0-96-16,51-19-24 15,-19 16 56-15,4 0-80 0,16-1-72 16,-1 4-32-16,13-3-56 16,4-1-80-16,0 4-88 15,3 0-8-15,1-2-64 0,-8-1 48 31,-4 0-48-31,-8-4-8 16,-13 5-8-16,-7-2-96 0,-12 1 56 16,-7 0-24-16,-9 3 64 15,-4-3-64-15,0 3 64 16,0-7-64-16,-13-2-32 0,-2-3 104 16,-5-5-8-1,-4 1-80-15,-4-6 80 16,-4 2-160-16,-4-1 16 0,-4 1 152 15,-4 1-72-15,-7 4-16 16,-5 3 8 0,8 2 72-16,8 3 8 15,8 4 0-15,12 0-8 16,8 3-56-16,12 0-192 0,0 0-656 16,0 0-464-16,12 0-913 0,8 6-1992 15,3 1-88-15</inkml:trace>
  <inkml:trace contextRef="#ctx0" brushRef="#br0" timeOffset="2897.06">3632 10674 4737 0,'0'0'1416'0,"0"0"192"16,0 0 673-16,-151 7-425 15,98-7-264-15,-6 0-423 16,-1 0-49-16,-4-7-104 16,4 7-192-16,8 0-280 15,9 0-272-15,7 0-184 16,8 0-80 0,13 0-8-16,-2 0 0 15,13 0 0-15,1 7 0 16,-2-4-64-16,2-1-64 15,3 1 8-15,0 1 16 0,0-1-160 16,0 1-80-16,15 2 256 16,9 0-88-16,4 0 168 0,12 1 8 15,-1 3 104-15,2-4-8 32,-1 0-64-32,-5-3-32 0,-3 4-56 15,-4-4-136-15,-8 4-136 16,-4-1-288-16,-4-1-168 0,-8-1-464 15,0 3-849-15,-4-4-2424 0</inkml:trace>
  <inkml:trace contextRef="#ctx0" brushRef="#br0" timeOffset="3421.05">4584 10164 10298 0,'0'0'1776'0,"0"0"-1160"31,0 0 80-31,0 0 521 0,0 0-33 16,0 0-328-16,97 145-384 16,-82-94-128-16,6-4-40 0,-14-2-184 15,6-4-120 1,-9-6 0-1,0-10 0-15,-1-2-104 0,-3-11-368 16,4-3-736-16,0-5-1401 16,-4-4-3408-16</inkml:trace>
  <inkml:trace contextRef="#ctx0" brushRef="#br0" timeOffset="3659.06">4689 10430 6177 0,'0'0'3313'0,"0"0"-1929"16,0 0 160-16,0 0-504 0,147 0-71 31,-100 0-377-31,6 0-192 16,-1 0-24-16,-5 0-224 15,-3 0-56-15,-8 0-96 0,-4 0-144 31,-12 0-464-31,-8 0-1025 16,-1-7-1183-16,-6-2-1497 0</inkml:trace>
  <inkml:trace contextRef="#ctx0" brushRef="#br0" timeOffset="3947.05">5020 10157 1688 0,'0'0'6305'0,"0"0"-4736"0,0 0 831 15,0 0-103-15,0 0-777 0,0 137-568 16,3-93-296 0,4-3-64-16,2 0-192 15,0 0-152-15,-2 1-111 16,-3-3-89-16,0-2-40 15,-4-2-8-15,0-4-88 0,0-5-249 32,0-1-487-32,0-9-472 0,0 0-1001 15,0-7-2696-15,4-5-2072 0</inkml:trace>
  <inkml:trace contextRef="#ctx0" brushRef="#br0" timeOffset="4291.32">5510 10023 5537 0,'0'0'8674'0,"0"0"-7890"16,0 0-392-16,0 0 336 0,0 0 104 16,0 0-384-16,140 13-240 15,-105-13-112-15,1 0-96 16,-4 0-112-16,-4 0-488 0,0 0-1032 31,-14 0-1609-31,0-3-2328 0</inkml:trace>
  <inkml:trace contextRef="#ctx0" brushRef="#br0" timeOffset="4542.87">5558 9876 2576 0,'0'0'7610'0,"0"0"-6274"16,0 0 616 0,0 0 65-16,0 0-649 0,0 125-672 15,0-90-328-15,4 3-216 16,-4 0-104-16,0 3-48 15,0 0-232-15,0 16-688 0,0-11-1232 16,-10-5-3618-16</inkml:trace>
  <inkml:trace contextRef="#ctx0" brushRef="#br0" timeOffset="5028.06">6753 10207 8545 0,'0'0'4793'0,"0"0"-4193"15,0 0-119-15,0 0 359 0,12 104-64 16,-8-65-272-16,4 2-168 0,0-2-216 16,-4-5-48-16,0-5-72 0,-4 0-272 31,4-4-280-31,-4-7-416 15,0-1-1897-15,0-11-3480 16</inkml:trace>
  <inkml:trace contextRef="#ctx0" brushRef="#br0" timeOffset="5220.87">6582 10427 12698 0,'0'0'1881'16,"0"0"-1217"-16,0 0 8 16,0 0-8-16,119-13-320 15,-78 6-344 1,2 1-88-16,6 3-776 16,-10-1-1561-16,-7 4-4176 0</inkml:trace>
  <inkml:trace contextRef="#ctx0" brushRef="#br0" timeOffset="5566.08">7829 10099 9097 0,'0'0'1865'0,"0"0"-233"31,-23 123 105-31,11-64-505 15,-1 0-448-15,1-1-400 0,-3-4-120 16,1-13-144-16,4-3-120 16,-2-9-272-16,0-7-448 15,4-10-1521-15,0-9-6152 0</inkml:trace>
  <inkml:trace contextRef="#ctx0" brushRef="#br0" timeOffset="5925.37">7740 10081 11322 0,'0'0'2096'0,"0"0"-487"31,0 0 7-31,0 0-600 16,0 0-600-16,0 0-216 0,0 0 176 15,0 0-87-15,106 107-25 16,-78-56 16-16,-1-3-80 0,5 3-16 31,0-4-88-31,0 3-40 16,3-5-48-16,-2-3 40 0,-6 1-48 16,-2-7 0-16,-1-4-136 15,-13-4-192-15,1-3-104 0,-7-5-401 16,-1-4-535-16,-4-8-520 31,0-3-2089-31,0-5-2288 0</inkml:trace>
  <inkml:trace contextRef="#ctx0" brushRef="#br0" timeOffset="6169.09">7726 10476 3208 0,'0'0'9250'15,"0"0"-7762"-15,0 0-79 0,0 0-289 0,0 0-432 47,80-8-144-47,-40 4-264 16,3 1-160-16,5-3-40 15,-8 3-80-15,-4-3-168 0,-5 6-544 16,-4-7-1176-16,-9 3-2673 16,-7 1-4257-16</inkml:trace>
  <inkml:trace contextRef="#ctx0" brushRef="#br0" timeOffset="6429.09">8280 10001 13618 0,'0'0'1921'0,"0"0"-985"0,0 0 128 16,0 0-168-1,127 6-327-15,-90-2-297 16,-5-4-200-16,-4 0-72 15,-5 3-112-15,-3-1-328 0,-3 2-233 16,-7-1-343-16,-5 0-296 16,-1 4-849-16,-4-4-1871 0,0 4-561 15</inkml:trace>
  <inkml:trace contextRef="#ctx0" brushRef="#br0" timeOffset="8374.33">108 11128 384 0,'0'0'288'15,"0"0"7913"-15,0 0-5720 32,0 0-521-32,0 0-447 15,0 0-489-15,0 0-480 0,0 0-152 16,3 0-216-16,6 0-176 16,2 0 0-16,6 0 40 0,3 0 120 15,0 0 8 1,3 0-72-16,2 0-96 15,-9 0 8-15,-1 0-8 16,-2 0-104-16,-5 0-456 0,-8 3-240 16,3 3-440-1,-3-1-897 1,0 0-711-16,0 1 15 31,0-3-1160-31</inkml:trace>
  <inkml:trace contextRef="#ctx0" brushRef="#br0" timeOffset="8977.92">176 11185 1296 0,'0'0'5617'16,"0"0"-4497"-16,0 35 841 0,0-12-145 16,0 2-312-16,8 7-415 0,-1 3-609 15,6-3-104-15,-6-1-48 0,2 1-144 16,-1-4-88-16,-5 1-56 15,2-7-32-15,-2-2 40 16,-3-2-48-16,0-5-96 0,4-4-56 16,-4-2-152-16,0-4-96 15,0-3-32-15,0 3 112 0,0-3 112 0,0 0 31 16,0 0 81-16,0 0 32 16,0 0 64-16,-4 0 64 15,-7 0-56-15,-1 0 0 0,-4 0 0 31,-4 0-8-31,-3 0 192 0,2 0-127 16,1 0 111-16,1 0 48 16,6 0-16-16,2 0-40 15,-2 0 16-15,9 0-56 0,0 0-40 16,4 0-40-16,0 0 16 16,0 0 48-16,0 0-112 0,0 0 0 31,0 0 0-31,8 0-136 15,5-3 104-15,2 3 32 16,1-3 80-16,5 3 24 0,-10-4-104 16,10 4-64-16,-7 0-264 15,-1 0-120-15,-6 0-128 0,6 0-625 16,-6 0-607-16,-2 4-697 16,-1-1-375-1</inkml:trace>
  <inkml:trace contextRef="#ctx0" brushRef="#br0" timeOffset="9646.41">1049 11360 3776 0,'0'0'2705'0,"0"0"-377"0,0 0 25 15,0 0-553-15,0 0-784 16,0 0-399-16,0 0-41 16,0 0 80-16,0 0-192 0,4 101-272 15,8-75-32-15,4-4-32 0,0-2-128 16,4-2 0-16,4-8 0 0,0-7 32 16,8-3-16-16,-4 0-32 31,2-10 16-31,3-9-224 15,-5-6 8-15,-9-3 112 0,-2-4 24 16,-9-4 80-16,-8 5 64 16,0-1 16-16,-25 3 48 0,-6 0 88 31,-9 8 32-31,-12 5 152 16,5 10-72-16,-9 6-128 0,0 0 120 15,8 29-256-15,7 2-64 16,10 7-152-16,16 7-448 0,15 12-776 15,0-13-1553-15,11-8-3832 0</inkml:trace>
  <inkml:trace contextRef="#ctx0" brushRef="#br0" timeOffset="10016.15">1546 11595 9706 0,'0'0'2240'0,"0"0"-1576"16,0 0 320-16,0 0 145 0,0 0-481 16,0 0-312-16,0 0-240 15,0 0-16-15,0 0-32 0,-7 120 8 32,3-100-48-32,-3-1-16 15,3 0-112-15,0-3-96 0,-5-4-320 16,9 1-520-16,0-7-1385 15,0-3-3048-15</inkml:trace>
  <inkml:trace contextRef="#ctx0" brushRef="#br0" timeOffset="10500.01">1862 11419 5537 0,'0'0'3320'15,"0"0"-2095"-15,0 0 135 16,-24 93 96-16,24-65-400 0,0-5-527 16,4-4-257-16,12 0-136 15,0-6-16-15,0-4 128 0,4-6-160 16,0-3 0-16,0 0-32 16,3 0-40-16,-2-8-16 0,-1-9-216 15,-1-5 72-15,-2 0-184 16,-10-9 176-16,5 2 152 31,-12-7 0-31,0 5-72 0,0-1 72 16,0 6 0-16,-12 1 88 15,-3 8 200-15,-9 9 160 0,-4 8-152 16,-4 0-224-16,-8 19-72 0,4 12-264 16,0 23-320-1,13-9-1097 1,10-4-3328-16</inkml:trace>
  <inkml:trace contextRef="#ctx0" brushRef="#br0" timeOffset="10919.15">2328 11497 11482 0,'0'0'1648'0,"0"0"-79"16,0 0-225-16,64-105-320 0,-44 70-520 15,1 6-88-15,-6 1-24 31,-4 3-168-31,2 8-79 0,-5 5-49 16,-8 9-8-16,0 3-88 31,0 3-88-15,0 23-145 0,0 15 233-16,0 10 193 0,-8 4 7 15,1 6-32-15,7-6-40 0,-6-8-80 16,6-6-48-16,0-5-248 0,0-15-321 15,0-1-639 1,0-10-1432 0,0-8-4954-16</inkml:trace>
  <inkml:trace contextRef="#ctx0" brushRef="#br0" timeOffset="11790.55">2764 11465 9129 0,'0'0'2025'0,"0"0"-1081"16,0 0 112-16,0 0-312 15,0 0 105-15,19 61-313 16,-15-47-160-16,0 6-104 0,-4-4-112 15,0-3-160-15,0-4-8 16,0-3-72 0,0-2 80-16,0-1 88 15,0-3 72-15,0 0-8 16,0 0 8-16,0 0 0 0,0-7-40 16,0-12-120-16,0-6-56 15,0 0 56-15,0-8 8 0,0 2 96 16,-4 3-32-16,4 2-64 15,0 5-8-15,0 1 128 16,0 13-112-16,0 5-16 0,0 2 0 16,0 0-72-16,0 0 8 15,0 12 56-15,4 1 8 0,4 0 104 16,0-1-32 0,0-6-24-16,-4-3-48 15,-2-3 8-15,4 0 48 16,-2 0 8-16,4-7 112 0,8-7-96 15,-4-9-80 1,2 1-40-16,8-1-112 16,-6 4-112-16,-1 7 168 15,2 6 96-15,-9 6-16 0,3 0 16 16,1 22 40 0,0 13 496-16,1 6 112 0,-2-3-111 0,1 0-193 15,0-3-160-15,-4-9-112 16,4-4-72-1,-4-3-104-15,4-3-545 16,0-4-879-16,0-5-3657 0</inkml:trace>
  <inkml:trace contextRef="#ctx0" brushRef="#br0" timeOffset="12466.7">5341 11379 1256 0,'0'0'7929'0,"0"0"-6032"16,0 0 199-16,0 0-247 0,0 0-561 15,0 0-488-15,0 0-352 32,0 0-80-32,0 0-8 15,-22 10 56-15,22-10-223 0,0 0-193 16,15 0 0-16,1 0 0 0,4 0 8 16,11 0 224-16,6 0-32 0,3 0-24 15,-4 0-24-15,-5 0-32 16,1 0-48-1,-15 0-8 1,-2 0-16-16,-12 0-48 0,3 0-56 16,-6 0-184-16,0 7-320 15,0-2-553-15,-21 11-55 0,5-3-728 0,1-4-3153 16</inkml:trace>
  <inkml:trace contextRef="#ctx0" brushRef="#br0" timeOffset="13091.89">7475 11417 7721 0,'0'0'4465'0,"0"0"-3521"0,0 0-288 16,0 0 489-16,143 13-297 16,-51-4-184-16,36 0 232 0,31-2-216 15,13 3-272-15,-29-7-248 31,-39 0-64-31,-33-3-80 16,-15 0 33-16,8 0-41 0,-4 0 0 16,0 0-8-1,-29 0-65-15,-19 0-327 16,-12 3-1040-16,-19-3-664 16,-9 0-3554-16</inkml:trace>
  <inkml:trace contextRef="#ctx0" brushRef="#br0" timeOffset="14228.83">423 12264 5369 0,'0'0'2736'0,"0"0"-295"0,0 0-513 16,0 0-376-16,0 0-511 15,0 0-161-15,-12-21-248 0,8 17-192 31,-8 1-200-31,-1 3 96 0,3 0-216 16,-7 0-16-16,-2 3-104 16,-5 13 0-16,0 2 0 15,0 6 40-15,-1 1 40 0,2 0 40 16,3 1-48-16,8-4 32 31,4 0 48-31,3 0-56 0,5-6-96 16,5 1-64-16,15-2-128 15,8-5 120-15,8-1 72 16,-5-2 168-16,1-4-120 0,0-3-48 31,-8 2-144-31,-8-2-216 16,-4 0-384-16,-8 0-88 0,-4 7-1136 16,0-4-3002-16,-7 1-4143 0</inkml:trace>
  <inkml:trace contextRef="#ctx0" brushRef="#br0" timeOffset="14861.21">1460 12297 12306 0,'0'0'2417'0,"0"0"-1369"15,0 0-288-15,0 0-152 0,0 0-168 16,0 0-120-16,0 0-144 16,139-6 0-1,-107 2-88-15,-8-3-88 16,-4 7-8-16,0 0-184 16,-12 0-352-16,-8 0-408 0,0 11-1488 15,-5 1-4458-15</inkml:trace>
  <inkml:trace contextRef="#ctx0" brushRef="#br0" timeOffset="15208.21">1994 12221 12050 0,'0'0'1576'0,"0"0"-991"15,0 0 199-15,0 0 528 0,164 104-840 16,-109-75-264-16,4 2 72 16,-3-5-168-16,-7 2-112 0,-10-2-216 15,-7-7-488-15,-12-3-560 16,-12-7-1241-16,-8-2-3728 0</inkml:trace>
  <inkml:trace contextRef="#ctx0" brushRef="#br0" timeOffset="15466.19">2345 12252 8041 0,'0'0'5489'0,"0"0"-3656"16,0 0 127-16,0 0-527 15,0 0-601-15,0 0-288 0,0 0-136 16,0 0-264-16,-140 102-88 16,112-71-56-16,-4 5-104 0,4-5-432 0,-4 10-592 31,4-2-1169-31,4-14-5433 16</inkml:trace>
  <inkml:trace contextRef="#ctx0" brushRef="#br0" timeOffset="16191.02">4692 12143 8633 0,'0'0'2241'31,"0"0"-281"-31,0 0 193 16,0 0-441-16,0 0-768 0,32-12-640 15,-24 24-80-15,-3 12 288 16,3 4-207-16,-1 7-113 0,0-1-16 16,3 2-128-16,-10-1-48 0,4-7 0 15,-4 1-48 16,0-4-128-15,0-6-144-16,-4 0-49 0,-6-6-367 16,-1-4-536-16,4-2-1241 15,3-7-4456-15</inkml:trace>
  <inkml:trace contextRef="#ctx0" brushRef="#br0" timeOffset="16380.01">4557 12271 11602 0,'0'0'2232'0,"0"0"-1519"16,0 0-89-16,0 0 128 16,111 0-520-16,-62 2-120 0,-7-2-112 15,0 0-112-15,5 0-872 16,-16 0-2857-16,-2 0-3049 0</inkml:trace>
  <inkml:trace contextRef="#ctx0" brushRef="#br0" timeOffset="16705.16">5326 12119 8329 0,'0'0'4681'0,"0"0"-4089"0,0 0 193 16,0 0 95-1,124 76-152-15,-88-53-392 16,3-5-136-16,2-2-192 16,-10 5 32-16,1-3-40 0,-8-6-296 15,0 4-592-15,-4-7-1753 16,-12-2-3552-16</inkml:trace>
  <inkml:trace contextRef="#ctx0" brushRef="#br0" timeOffset="16949.3">5650 12051 10538 0,'0'0'2848'0,"0"0"-1391"0,0 0 407 15,0 0-496-15,0 0-800 0,-108 116-375 16,76-75-121-16,-4 3-72 16,-5 1-128-16,-10 9-601 0,7-10-1351 15,7-13-4562-15</inkml:trace>
  <inkml:trace contextRef="#ctx0" brushRef="#br0" timeOffset="17537.25">7599 12163 8313 0,'0'0'2945'16,"0"0"-1129"-16,0 0 17 16,0 0-449-16,0 0-688 0,0 0 104 15,15 41-64-15,-6-15-335 16,-5 3-153-16,3-1-56 0,1 0-72 31,-4-2-64-31,0-1-48 16,1-3-8-16,-5-6-112 15,0 1-192-15,0-8-473 0,0-3-743 16,0-3-2737-16,0-3-4577 0</inkml:trace>
  <inkml:trace contextRef="#ctx0" brushRef="#br0" timeOffset="17772.73">7455 12280 11506 0,'0'0'2408'16,"0"0"-1759"-16,0 0 207 15,0 0 40-15,163 0-344 16,-115 0-312-16,0 0-168 16,-8 0-72-16,-8 0-208 15,0 0-728-15,-12 0-1561 16,-5 0-4624-16</inkml:trace>
  <inkml:trace contextRef="#ctx0" brushRef="#br0" timeOffset="18096.26">8188 12157 9394 0,'0'0'5969'0,"0"0"-5569"0,41 28 216 0,-14-9 336 15,1 3-264-15,4 2-384 16,-1-1-120-16,2 1-104 16,-6-6-80-16,-3-1-112 0,-3-8-264 15,-10 1-536 1,2-10-880-16,-6 0-2553 16,1 0-2577-16</inkml:trace>
  <inkml:trace contextRef="#ctx0" brushRef="#br0" timeOffset="18297.26">8459 12141 8833 0,'0'0'2537'0,"0"0"-465"0,0 0 377 15,0 0-697-15,0 0-832 0,-96 114-303 16,69-78-305-16,3-2-160 15,1-5-152-15,-3 0-40 16,3-1-488-16,-5 0-857 0,0-5-2760 16,8-10-8633-16</inkml:trace>
  <inkml:trace contextRef="#ctx0" brushRef="#br0" timeOffset="19540.79">9 13234 4384 0,'0'0'2809'0,"0"0"-480"16,4-4-641-16,7 1-128 15,2-1-183-15,2-2-369 16,2 3-144-16,-6-1-136 0,6-1-112 15,-3 1-160-15,4-1-24 32,1-2 16-32,4 4-79 0,-3-4-193 15,9 4-72-15,-1 0-88 16,-5-1-8-16,5 4 0 0,-4-3-8 16,-3 3-8-16,-6 0-8 0,2 0-80 15,-14 0-8-15,0 0-88 16,-3 0-81-16,0 0-127 0,0 0-216 15,0 0-264-15,0 7-320 0,-6-1-288 16,-7 1-41-16,1 0-1263 0,1-2-505 16</inkml:trace>
  <inkml:trace contextRef="#ctx0" brushRef="#br0" timeOffset="19977.44">140 13217 2192 0,'0'0'2112'0,"0"0"41"0,0 0 423 16,0 0-479-1,0 0-593-15,0 0-352 0,0 0 73 0,0 0-145 16,0 0-96-16,-4 130-200 0,-1-91-232 0,3-2-183 16,2 2-129-1,-4-10-72-15,4-4-8 0,0-7-48 16,0-1-112-1,6-4-40-15,11-4-80 0,6 1 24 0,6-5 96 16,-1-5 128 0,8 4-32-16,-9-4 24 0,2 0-120 0,-9 0 0 15,-5 0-96-15,2 0-40 16,-13 0-120-16,-1 0-337 0,-3 0-647 16,0 0-1520-16,0 0-3538 0</inkml:trace>
  <inkml:trace contextRef="#ctx0" brushRef="#br0" timeOffset="20284.2">60 13430 2712 0,'0'0'9562'16,"0"0"-7818"0,0 0-335-16,0 0-369 0,0 0-496 0,0 0-168 15,0 0 56 17,0 0-16-32,0 0-176 15,124 0-168 1,-100 0-64-16,4 0-8 0,0 0-72 15,-4 0-176-15,4 0-720 16,-8 0-1272-16,-8 0-3618 0</inkml:trace>
  <inkml:trace contextRef="#ctx0" brushRef="#br0" timeOffset="21331.57">1221 13287 5401 0,'0'0'4921'0,"0"0"-4329"15,0 0-464-15,0 0-128 0,0 0-2049 16,0 3-2456-16</inkml:trace>
  <inkml:trace contextRef="#ctx0" brushRef="#br0" timeOffset="21848.03">1221 13287 2472 0,'-32'13'2144'0,"32"-13"-423"16,0 0 639-16,0 0-191 0,0 0-529 15,0 0-280-15,0 0-263 16,0 0-193-16,0 0-200 0,0 0-88 15,0 3-112-15,0 0-64 16,0-3-160-16,0 3-88 0,0-3-71 31,8 7 55-31,-5 3 88 16,1-2-32-16,0 5-64 0,0-2-40 16,5 1-64-16,-2-3-64 15,5-2-64-15,1 2 8 16,-6-5-48-16,8-2-32 0,-2-2 88 15,3 0 48-15,8 0 104 16,-8-9 48 0,8-11-32-16,-4 2-112 0,-4-7 0 15,0-4 80-15,-4 0 8 16,-4-3-8-16,-8-2-72 16,0 2-8-16,0 0 48 0,-4 4-56 15,-12 2-48 1,-9 4-40-16,2 3 88 15,-9 9 240-15,1 7 40 0,-3 3-208 16,-1 19-72-16,-1 16-104 16,5 12-288-16,10 12-344 15,10-1-465 1,11 13-759-16,0-14-1945 16,7-18-3320-16</inkml:trace>
  <inkml:trace contextRef="#ctx0" brushRef="#br0" timeOffset="22129.27">1615 13354 7985 0,'0'0'3033'16,"0"0"-505"-16,0 0-447 16,0 0-593-16,0 0-656 15,12 114-400-15,-12-91-184 16,0-2-143 0,0-1-105-16,-4-1-81 0,-4-4-463 15,-1-1-400-15,2-2-504 0,7-12-785 16,0 0-2144-16,0 0-200 15</inkml:trace>
  <inkml:trace contextRef="#ctx0" brushRef="#br0" timeOffset="22517.85">1786 13230 5857 0,'0'0'4961'0,"0"0"-3257"32,0 0 225-32,0 0-481 15,-15 121-544-15,15-90-256 0,0-9-200 16,4-3-232-16,7-2-216 16,1-7-56-16,4-5 56 0,8-5 136 31,-4 0-80-31,4 0-48 15,0-15 8-15,-4-7-16 16,0-4-56-16,-4-6-32 0,-5 1 88 16,-2-1 16-16,-9 0 40 15,0 1-48-15,0 2-8 0,-20 3 48 0,-4 4 56 16,-8 6 56 0,-4 13 89-1,0 3-73-15,0 9-176 16,-5 17-40-16,10 11-144 0,8 2-521 15,15 12-1087-15,8-13-2545 16,0-13-4745-16</inkml:trace>
  <inkml:trace contextRef="#ctx0" brushRef="#br0" timeOffset="22908.46">2218 13189 4456 0,'0'0'9827'16,"0"0"-8115"-16,0 0-448 0,0 0-520 31,0 0-424-31,47-102-216 16,-40 87-104-16,1 1 48 15,-3 11-48-15,-1 0 0 0,-4 3-64 16,0 0-32-16,0 6-176 0,0 17 272 16,0 9 0-16,0 9 208 0,0 1-48 15,0 4-40 1,0-1-24 0,0-1-96-16,0-5 0 15,0-8-200-15,0 4 0 0,-9-9-72 16,5-7-112-16,0-4-696 15,4-6-864-15,0-5-2225 16,0-4-1577-16</inkml:trace>
  <inkml:trace contextRef="#ctx0" brushRef="#br0" timeOffset="23189.7">2519 13303 4520 0,'0'0'7426'0,"0"0"-5922"15,0 0-127-15,0 0-33 16,0 0-512-16,0 0-496 0,116-6-240 15,-100 2-48-15,-4-2-48 16,-5 2-144-16,-1 4-616 0,-6 0-1360 31,0 0-4874-15</inkml:trace>
  <inkml:trace contextRef="#ctx0" brushRef="#br0" timeOffset="23598.56">2803 13106 6793 0,'0'0'5105'0,"0"0"-2872"0,0 0-337 16,0 0-400-16,0 0-512 15,0 0-215-15,0 0-185 0,88 67-264 16,-65-39 56-16,10 5-216 15,-6 4-112-15,1-2-48 0,-4 3 8 16,0-3-8-16,-4-6-160 16,-4-4-120-16,0-6-160 15,-4-7-296 1,-8-5-193-16,3-1-479 0,1-6-1144 16,1 0-2826-16,-5-13-3510 0</inkml:trace>
  <inkml:trace contextRef="#ctx0" brushRef="#br0" timeOffset="23801.68">3142 13221 7161 0,'0'0'3161'0,"0"0"-337"15,0 0-447-15,0 0-769 16,0 0-544-16,0 0-263 0,-76 72-433 15,49-34-224-15,-5 3-144 16,-13 17-736-16,14-7-2033 31,-1-13-7665-31</inkml:trace>
  <inkml:trace contextRef="#ctx0" brushRef="#br0" timeOffset="24536.02">4964 13141 936 0,'0'0'9746'0,"0"0"-7202"0,0 0-615 0,0 0-209 32,0 0-680-32,0 0-640 15,0 0-184-15,0 0 257 0,35 67-81 16,-27-33-224-16,-3 2-48 16,3 2-112-16,-8 0 40 0,0-6-48 15,0 0-232-15,0-3-296 16,-8-1-721-16,3-10-1303 31,1-6-3850-31</inkml:trace>
  <inkml:trace contextRef="#ctx0" brushRef="#br0" timeOffset="24754.76">4824 13322 7841 0,'0'0'5289'0,"0"0"-3600"0,0 0 327 16,0 0-752-16,0 0-696 15,0 0-39-15,0 0-49 16,132 0-288-16,-93 0-112 16,1 0-80-16,-8 0-104 15,-4 4-288-15,-4 1-481 16,-8 8-1175-16,-1-3-3145 0,-10-4-5025 15</inkml:trace>
  <inkml:trace contextRef="#ctx0" brushRef="#br0" timeOffset="25082.86">5446 13208 12722 0,'0'0'1801'0,"24"22"-281"0,-8-1 32 16,12 6-664-16,0 4-303 15,11 1-217-15,-2-1-88 0,-2 1-168 16,-3 0-48-16,-4-6-64 16,-9 0-72-16,-2-9-296 15,-9 3-192-15,-8-8-729 0,0 2-599 16,0-11-1313-16,0 0-2240 16</inkml:trace>
  <inkml:trace contextRef="#ctx0" brushRef="#br0" timeOffset="25348.47">5837 13201 8209 0,'0'0'2945'0,"0"0"-457"15,0 0-215-15,0 0-889 0,0 0-528 31,-96 108-304-31,68-70-239 16,0 1-185-16,0-2-72 16,0-1-56-16,4-4-56 0,0-7-256 15,1-4-313-15,-1 6-607 16,7-8-1192 0,6-7-4714-16</inkml:trace>
  <inkml:trace contextRef="#ctx0" brushRef="#br0" timeOffset="26082.89">7578 13271 8513 0,'0'0'5177'16,"0"0"-3768"-16,0 0-233 0,0 0 160 31,0 0-520-31,124 0-415 16,-76 0-81-16,-1 0-128 15,-6 0-136-15,-9 0-40 0,-1 0-16 16,-11 0-48-16,-4 0-184 16,-8 0-201-16,-4 0-383 0,0 0-480 15,-4 4-624 1,5 1-2881 0,-5-2-2049-16</inkml:trace>
  <inkml:trace contextRef="#ctx0" brushRef="#br0" timeOffset="26364.12">7814 13159 5873 0,'0'0'6825'0,"0"0"-5144"15,0 0 7-15,0 0-480 0,0 0-512 16,0 0-184-16,0 0-191 16,0 109-169-16,0-77-80 0,0-1-64 15,0-2-8-15,0 3-120 32,0-3-145-32,0-3-279 0,0 2-680 15,0-10-1048-15,0-6-4234 0</inkml:trace>
  <inkml:trace contextRef="#ctx0" brushRef="#br0" timeOffset="26989.1">8527 13116 4865 0,'0'0'4969'16,"0"0"-2617"-16,0 0 41 0,0 0-345 16,0 0-688-16,0 0-623 15,12 0-369 1,4 16 8-16,0 2 104 15,7 5-104-15,10 5-56 0,-1 1-88 16,0-4-32-16,4 3-80 16,-1-2-112-16,-3-4-8 0,-4-2-120 15,-5-1-248 1,2-3-280-16,-13-1-360 16,0 2-673-16,-8-5-1511 15,0-6-3706-15</inkml:trace>
  <inkml:trace contextRef="#ctx0" brushRef="#br0" timeOffset="27239.09">8890 13072 5417 0,'0'0'7417'0,"0"0"-5880"16,0 0 455-16,0 0-296 0,0 0-983 16,-132 145-393-16,101-97-120 15,6 6-112-15,-3-3-88 0,4-3-112 16,5-7-336-16,-1-7-385 16,-4 5-687-1,11-14-1593-15,3-6-4960 16</inkml:trace>
  <inkml:trace contextRef="#ctx0" brushRef="#br0" timeOffset="28958">12828 11122 3368 0,'0'0'6930'0,"0"0"-5338"15,0 0 376 1,0 0-391-16,0 0-489 16,0 0-424-16,17-127-192 0,-13 82-152 15,-2-3-136-15,3 1-56 16,-5-3-120-16,4 5 88 0,0 3-88 16,-4 5 0-16,0 4 64 0,0 9 0 31,0 7-64-31,0 14-8 15,0 3-256-15,0 22-120 0,0 23 376 16,0 12 48-16,-4 16 24 16,-5 6 0-16,7 4-16 15,-2-7-40-15,4 0 56 0,0-9-72 32,0-13 0-32,0-9 0 0,0-8-72 15,0-14-80-15,0-10-120 16,0-10-80-16,0-3 88 15,0-10 128-15,0-15-80 0,0-13 216 32,0 0 96-32,0-7-96 15,0-3 48-15,0 0 56 0,-5-2 64 16,1 6 56-16,0-1 0 16,4 4 64-16,0 3-8 15,4 9-208-15,11 4-16 0,7 9-56 16,-3 4 8-1,13 8-8-15,-5 4 0 16,2 0 0-16,2 4-56 0,-2 15-16 16,-5 3 16-16,-5 3-32 15,-3 1 40-15,-4-5 40 16,-7 1-128-16,-5-2 24 0,0-4 64 0,-13-3 48 31,-11-1 112-31,1-2 40 16,-10-3 24-16,6 2 24 0,-1-4-80 15,8 2-40-15,4-4-64 16,8 1-16-16,4-2-120 16,4 5-280-1,0-7-408-15,8 0-904 16,8 0-3449-16,0 0-4065 0</inkml:trace>
  <inkml:trace contextRef="#ctx0" brushRef="#br0" timeOffset="29880.05">13187 10592 8193 0,'0'0'2449'0,"0"0"-1"0,0 0-431 15,0 0-617-15,0 0-808 16,4-13-592-16,-4 31 64 0,0 14 488 15,8 10-32-15,-4 5-48 16,4 8-103-16,-4-2-129 0,3 4-136 31,2-2-32-31,-5-4-16 16,0-1-56-16,-4-11-80 0,0-5-136 16,0-9-176-16,0-11-33 15,0-9-231-15,0-5 104 0,0 0 376 16,0-19-80-16,0-8 16 31,-8-3 136-31,-1-4 96 16,2-5-40-16,0 4 48 0,2 1 0 15,1-2 0-15,0 5 0 16,0 6 72-16,4 5 200 0,0 8 272 16,0 3-96-1,0 5-24-15,0 4-112 16,0 0-200-1,0 0-104-15,12 0-8 0,4 4 0 0,12 5 48 16,4 3-32-16,8-2-16 16,0 0 8-16,0-1 0 15,3-6 0-15,-2 4 0 16,-10-7 0-16,-3 0-8 16,-4 0 0-16,-8 0 0 15,-8 0-8-15,-1 0-56 0,-2 0 64 16,-5-4 0-16,0-6 0 15,0 1-80 1,0-7-112-16,0 0 8 16,0 0 72-16,-5-5 24 15,-2-2 80-15,-5 1 8 0,3 0 64 16,2 2-56-16,-5 5-8 16,8 2 8-16,-4 3-16 0,3 7 8 31,2 3-152-31,-5 0 112 15,4 13 40-15,-3 15 168 16,2 11 56-16,-3 5 0 0,3 4 89 16,5 3-137-16,0-7-96 15,0 1 16-15,0-7-88 0,0-6 0 32,0-11-8-32,5-1-48 0,3-10-409 15,0-5-591-15,8-5-832 16,0 0-2153-16,-4-3-2400 0</inkml:trace>
  <inkml:trace contextRef="#ctx0" brushRef="#br0" timeOffset="30161.29">13969 10785 10938 0,'0'0'2264'0,"0"0"-1063"16,0 0 135-16,0 0-248 0,115-12-496 31,-91 12-376-31,0 0-120 16,0 0-96-16,-12 0-40 15,0 0-312-15,-4 0-520 0,0 5-712 16,-8 2-2393-16,3-3-1624 0</inkml:trace>
  <inkml:trace contextRef="#ctx0" brushRef="#br0" timeOffset="30380.03">13921 10922 5433 0,'0'0'5329'15,"0"0"-4033"-15,0 0 328 16,0 0-359-16,0 0-305 0,140 25-504 0,-105-25-328 31,-3 3-128-31,-4-3-536 16,0 0-688-16,-13 0-1657 0,2 0-2248 15</inkml:trace>
  <inkml:trace contextRef="#ctx0" brushRef="#br0" timeOffset="31348.73">14686 10560 2968 0,'0'0'1304'0,"0"0"281"16,0 0 783-16,0 0-255 15,0 0-489 1,0 0-392-16,-111 114-63 16,98-76-153-16,6 3-128 0,-1 0-176 15,8 1-208-15,0-1-128 16,0-3-104-16,4 1-184 0,7-8-8 16,2-2-80-1,-2-4-8-15,6-5-64 16,-3-8-48-16,4 0-128 15,-7-8-56-15,9-4-48 0,-4 0 160 16,0 0 64-16,0 0 8 31,0-7 48-31,0-9-80 0,0 0-72 16,-4-2 64-16,-5-1 160 16,2-3 0-16,-9-4 16 0,0 6-16 15,0 2 104-15,0 2-24 16,-13 6 368-16,-6 4 32 15,-5 6-272-15,-8 0-32 0,4 9-40 32,0 14-40-32,4-1-24 15,5 10-64-15,6-4-8 0,9 1-96 16,4-4-320-16,4 4-528 16,17-9-1360-16,3-5-4706 0</inkml:trace>
  <inkml:trace contextRef="#ctx0" brushRef="#br0" timeOffset="31647.1">15041 10957 6545 0,'0'0'6905'0,"0"0"-6024"16,0 0 407-16,0 0 280 0,0 0-536 15,-20 111-431-15,16-79-161 16,0-1-176-16,-4-2-88 0,-1 3-96 16,6-10-64-16,-5 3-16 15,0-6-208-15,4-2-344 16,4-8-473-16,0-4-903 0,0-5-3313 31,0 0-5369-31</inkml:trace>
  <inkml:trace contextRef="#ctx0" brushRef="#br0" timeOffset="32147.09">15276 10658 12002 0,'0'0'1816'0,"0"0"-807"16,0 0-145-16,0 0-160 15,0 0-504-15,0 0-72 0,111 0-32 32,-83 3 48-32,-4 7 32 15,0 0-128-15,-8-2-48 16,-7 9-24-16,-6 2-96 0,-3 3-48 16,0 4 168-16,-7 2 80 31,-17 4 192-31,-5 3 168 0,2-1-40 15,-5 4-24-15,8-2-79 16,0-5-33-16,8-2-88 16,4-4-8-16,8-3-64 0,4-5 0 15,0-2-104-15,0-5-48 0,4-4 0 16,12 0-48-16,8 1 96 16,-1-7 24-1,8 3-24-15,-2-3-144 16,2 0-288-16,-2 0-137 15,-5 0-287-15,4 0-504 0,-12 0-833 16,0-3-3048-16</inkml:trace>
  <inkml:trace contextRef="#ctx0" brushRef="#br0" timeOffset="32834.56">16201 10858 8241 0,'0'0'2721'0,"0"0"-57"15,0 0-367-15,0 0-681 0,0 0-760 16,0 0-391-16,16 0-185 16,-9 0-128-16,5 0-64 0,9 0-16 15,6 0 24-15,5 0-40 32,12 0 0-32,-4 0-48 0,4 0 40 15,4 0-40-15,-8 0 8 16,4 0 40-16,-12 3-48 15,-5-3 0-15,-3 4 0 0,-11-4-8 16,-10 3-144-16,-3 0-328 16,0 3-393-1,0-3-775-15,0 7-936 0,-3-3-2274 16,-6-5-1991-16</inkml:trace>
  <inkml:trace contextRef="#ctx0" brushRef="#br0" timeOffset="33162.65">16300 10976 9193 0,'0'0'3017'16,"0"0"-1361"-16,0 0-239 0,0 0-105 16,0 0-584-16,0 0-376 15,135 0-88-15,-98 0-112 0,-5 0-48 32,3 0-56-32,-7 0-40 31,0 0-8-31,-8 0-40 15,-4 0-304-15,-7 3-512 0,-2 3-592 16,-3-2-1377-16,-4-4-3280 0</inkml:trace>
  <inkml:trace contextRef="#ctx0" brushRef="#br0" timeOffset="33614.38">16823 10681 9538 0,'0'0'4096'0,"0"0"-3031"31,0 0 167-31,0 0-80 0,0 0-752 16,0 0 72-16,0 0-80 15,0 0-88-15,0 0-95 16,143 47-73-16,-115-38-64 0,0 1-8 16,0-7-56-16,-1 7 40 31,-7-3-40-31,-4 2-8 0,1-3-64 16,-13 6-88-16,-1 1-64 15,-3 4-57-15,0 1 17 0,0-2 144 16,-3 3 40-16,-18 1 72 31,-3-5 48-31,-3 1 48 16,-1-1 40-16,-4-1 72 0,4 1 25 15,4-2-17-15,4 3-208 16,5 1 40-16,2-3-48 0,2 2-248 16,7 0-353-16,4-2-711 0,0-5-1745 15,0-3-4928-15</inkml:trace>
  <inkml:trace contextRef="#ctx0" brushRef="#br0" timeOffset="34382.33">17744 10579 11882 0,'0'0'2849'16,"0"0"-1073"-16,0 0 40 15,0 0-735-15,0 0-553 0,0 0-328 16,-44-19-120-16,28 10-16 0,-5 0-64 47,2 2 0-47,3-4-48 15,0 6-72-15,0-2-96 0,8 7-80 16,-4-2-96-16,8-3-48 0,4 5-153 16,-4 0-23-16,4 0 64 15,0 0 160-15,0 0 88 16,0 0 72-16,0 7 96 0,0 5 72 16,0 8 64-16,0 8 56 15,0 7 168-15,-9 10 80 0,2 6 144 16,-1 3-24-16,0-1 24 15,8 2-96-15,-4-8 56 32,4 1-159-32,0-7-89 0,0-10-64 15,0-2-8-15,0-7-56 16,8-5-32-16,1-7-56 0,-2 2 40 16,5-6-88-16,-1 1 104 15,9 0 112-15,5-2-8 16,-1 1 0-1,4-3-8-15,-4 1-32 0,-1-4 8 16,-2 0-64-16,3 0 72 16,-5 0-64-16,-3 0-8 0,-4 0-8 15,-3-7 0 32,-3 7-144-47,-6 0-280 16,0 0-649-16,0 0-1415 0,0 0-4330 15</inkml:trace>
  <inkml:trace contextRef="#ctx0" brushRef="#br0" timeOffset="40546.65">18150 10582 2896 0,'0'0'2057'0,"0"0"-1065"16,0 0-520-16,0 0-56 15,0 0 2241 17,0 0-1481-32,0 0-552 15,0 0 408-15,0 0 16 0,0 0-207 16,0 0-121-16,0 0 16 16,0 0-48-16,0 0-96 0,0 0-184 15,0 0-168-15,0 3-160 16,0 9-8-16,0 8 232 31,0 6 56-31,0 2-240 0,0 4 40 16,0 2-23-16,0 2-129 0,0-2 64 0,0 1-16 15,0 0-48 1,0-6-8-16,-4 0 8 0,4-7-8 0,-5-3-8 16,5-6-96-1,0-1-137 1,0-6-127-1,0 1-8-15,0-3-168 0,0 1-168 0,0 2-80 16,0-7-536-16,0 2-673 16,0 2-975-16,0-1-961 15</inkml:trace>
  <inkml:trace contextRef="#ctx0" brushRef="#br0" timeOffset="40978.86">18050 10833 9233 0,'0'0'1857'0,"0"0"-873"0,0 0 312 32,0 0-143-32,0 0-425 0,0 0-104 15,68 0-136-15,-36 3 32 16,4 3-272-16,0-6-48 16,4 0-120-16,-10 4-32 0,3-4-48 15,-1 0 0-15,-12 3-96 16,1-3-112-16,-10 0-232 0,1 0-32 31,-3 0-248-31,-2 2-256 16,5-2 31-16,-3 0-199 15,2 0-88-15,1 0 8 0,0 0-193 16,-4 0 97-16,0 0-408 16,-5 0-409-16</inkml:trace>
  <inkml:trace contextRef="#ctx0" brushRef="#br0" timeOffset="41431.97">18412 10442 6433 0,'0'0'1016'0,"0"0"272"15,0 0 801-15,0 0-289 0,0 0-648 16,-3 134-335-16,3-103-145 16,0-2-56-16,3 0-88 0,6-5-280 15,-5 5-48-15,-4 3 48 16,5 0-176-16,-5 3-64 16,0 3 72-1,0 0-40-15,0-3-40 0,0 0-120 16,-5-3-24-16,1-6 136 15,0-1-472-15,4-10 128 0,0 2-40 16,0-8-528-16,0 0-513 16,0-2-711-16,0-5-1009 15,4-2-1368-15</inkml:trace>
  <inkml:trace contextRef="#ctx0" brushRef="#br0" timeOffset="41850.88">18736 10483 10242 0,'0'0'1848'16,"0"0"-1304"-16,0 0 600 0,0 0 385 15,0 0-473-15,120 27-512 16,-84-27-248-16,-1 0-88 16,1 0-88-1,-5 0-96-15,-6 0-24 0,-5 0-224 16,0 0-344-16,-8 0-392 16,-4 0-800-16,-4 0-2393 0,0 0-800 15</inkml:trace>
  <inkml:trace contextRef="#ctx0" brushRef="#br0" timeOffset="42178.99">18892 10287 8665 0,'0'0'1433'0,"0"0"-257"16,0 0 776-16,0 0-279 0,-13 127-713 16,13-92-504-16,0-1-80 15,0 2-144-15,0-4-144 0,-5-1-88 31,-1 1-40-31,2-1-504 16,-9-5-456-16,-2 6-641 16,7-7-1591-16,-1-6-2297 0</inkml:trace>
  <inkml:trace contextRef="#ctx0" brushRef="#br0" timeOffset="42807.82">19159 10318 6753 0,'0'0'4649'15,"0"0"-4273"-15,0 0 304 16,0 0 1145-16,0 0-505 16,0 0-408-16,0 0-448 0,0 0-104 15,143 32-144 1,-111-32-96-16,4 0-16 16,-10 0-48-16,8 0-56 0,-15 0 0 15,-2 3-8-15,-2 10-88 16,-11 10-80-16,-4 11-72 15,0 11 160-15,0 11 80 16,-15 8 8-16,-2 6 0 31,2-3-8-31,-2-3 8 16,6-7-8-16,3-6-32 0,-1-8-48 16,6-4 80-16,3-7-144 15,0-1-120-15,0-2 72 16,0 0-560-1,0-4-96-15,6 3 448 16,8-2-1121-16,-10-8 81 16,3 2-368-16,-3-11-73 0,-4-2 801 15,0-7 1088-15,0 0 208 16,-4 0 768-16,-11-3 448 0,-5-10 233 16,-8-3-193-16,-4 4-240 31,0-1-143-31,-11 2-81 15,6 6-168-15,1-2-248 0,3 5-288 16,6 2-208-16,8 0-88 16,10 0-208-16,9 0-528 0,0 5-1408 15,0-1-3306-15</inkml:trace>
  <inkml:trace contextRef="#ctx0" brushRef="#br0" timeOffset="43120.3">19976 10909 4600 0,'0'0'3249'16,"0"0"-2409"-16,0 0 409 0,0 0 591 15,119 0-808-15,-82 0-568 0,-6 0-208 16,1-3-64-16,-8-1-120 16,0 4-72-16,-8 0-632 15,-8 0-1064-15,-1-3-2657 0</inkml:trace>
  <inkml:trace contextRef="#ctx0" brushRef="#br0" timeOffset="43377.75">19979 10998 9458 0,'0'0'2224'0,"0"0"-464"16,0 0 169-16,0 0-593 15,0 0-696-15,0 0-384 0,0 0-160 16,116 9-48-16,-83-9-48 0,2 0-208 31,-3 0-264-31,-8 0-272 16,3 0-744-16,-6 0-2913 15,-10 0-3577-15</inkml:trace>
  <inkml:trace contextRef="#ctx0" brushRef="#br0" timeOffset="43958.41">21179 10902 3880 0,'0'0'9570'0,"0"0"-8273"15,0 0-609-15,21-113 152 16,-10 74-216-16,2 4-256 15,-2 1-272 1,1-2-48-16,1 5-40 16,-2 5-8-16,-3 3-8 0,-3 11 8 15,-1 6-16-15,-4 3 8 16,0 3-160-16,0 0-32 0,0 9-32 16,0 20 184-16,-9 9 48 0,-3 7 64 31,5 8 40-31,-1 2-32 15,-1-4 16-15,5-4-40 0,0-3-40 16,4-2 0-16,-7-10-8 16,7-3 0-16,0-5-328 15,0-2-504-15,0-3-1185 0,0-9-3096 0</inkml:trace>
  <inkml:trace contextRef="#ctx0" brushRef="#br0" timeOffset="44411.21">21555 10817 4600 0,'0'0'1665'15,"0"0"263"1,0 0 425-16,0 0-777 16,-17 123-272-16,17-100-247 0,4-1-361 15,13-6-152-15,2-3-32 16,5-4-104-16,8-2-184 0,4-7-88 0,4 0-48 16,-5 0-72-16,5-12 56 31,-8-8 16-31,0-2 0 15,-5 0 64-15,-7-7 48 16,-7-3 48-16,-5 0-48 16,-8-3-104-16,0 3-24 0,-4 2 56 15,-19 3 16-15,-5 5-136 16,-9 10-8 0,-3 9-56-16,-3 3 48 15,2 12-8-15,2 17-56 0,7 6-176 31,4-1-440-31,4 11-448 0,5-7-848 16,2-13-3170-16</inkml:trace>
  <inkml:trace contextRef="#ctx0" brushRef="#br0" timeOffset="44786.18">22013 10270 12914 0,'0'0'1985'16,"0"0"-1321"-16,0 0 640 0,0 0-552 16,0 0-504-16,154 0-160 15,-114 0-88-15,0 0-128 0,-8 0-496 16,-4 0-584-16,-11 4-1033 15,-9-1-2352-15,-1 1-2424 0</inkml:trace>
  <inkml:trace contextRef="#ctx0" brushRef="#br0" timeOffset="45663.34">22770 9956 1872 0,'0'0'4313'0,"0"0"-3129"15,0 0 712-15,0 0 145 0,0 0-569 16,-83 133-368-16,70-97-199 0,5-4-193 31,4-1-128-31,1 3-152 16,3 0-32-16,0-3-152 15,0-3-128-15,0-3-64 0,10-2-48 16,4-4-8-16,5-7-152 0,1-2-40 16,4-7 64-16,0-3-112 15,5 0 88-15,-6-3 24 31,1-12-80-31,-4-5 112 0,-1-2 88 16,-10 0-72-16,3-1 72 16,-12 4 8-16,0-3 0 0,0 10 8 15,0-1-8-15,-8 6 120 0,-5 0-88 16,-10 7-16 15,-5 0-32-15,0 14 16-16,4 11-56 0,0 4-48 15,0 3-536-15,16 9-1041 16,4-10-1271-16,4-5-2169 16</inkml:trace>
  <inkml:trace contextRef="#ctx0" brushRef="#br0" timeOffset="45960.21">23165 10385 7801 0,'0'0'4817'16,"0"0"-4241"-16,0 0 585 31,0 0 231-31,0 0-616 0,0 0-296 15,0 0-200-15,0 0-160 16,-24 105-56-16,20-90-56 16,4 2-8-16,0-8-72 0,-4 2-392 15,4-2-704 1,0-7-1441-16,0-2-3520 16</inkml:trace>
  <inkml:trace contextRef="#ctx0" brushRef="#br0" timeOffset="46460.18">23384 9972 10394 0,'0'0'2328'0,"0"0"-367"0,0 0 87 16,0 0-936-16,0 0-632 15,0 0-88-15,60 0-143 0,-32 0-105 16,-5 0-80-16,1 7-56 31,-3 2-8-31,-10 0-8 0,1 8-72 16,-12 2-64-16,0 3-80 15,-3 7-41-15,-21 2 169 16,0 1 40-16,-8-3 0 0,0 0 56 16,4-5 0-16,8-2 64 15,0-5-64 1,11-2-8-16,2-4-8 0,7-3 16 16,0-1-72-16,0-1 72 15,7 4-16-15,10-4-48 16,7 1 56-16,4-5 8 15,4 1-16-15,-4 1 8 16,4-4-8 0,-9 0 8-16,1 0 0 0,-4 0-88 0,-8 0-80 15,0 0-416-15,-8 6-744 16,0-2-2929-16,-4-1-4841 16</inkml:trace>
  <inkml:trace contextRef="#ctx0" brushRef="#br0" timeOffset="48319.96">17867 11794 5025 0,'0'0'1728'16,"0"0"-200"0,0 0 1001-1,0 0-473-15,0 0-631 16,0 0-329-16,0 0-40 0,0 0-288 15,-48 0-232-15,25 0-248 16,-5-5-112-16,-8-5-48 16,-1 0 16-16,-10-3-24 15,7 1-40-15,-4 0-15 32,4-5-65-32,9 7-8 15,3 5-89-15,4-2-63 0,7 4-32 16,9 0-8-16,-3 3 32 0,11 0-8 15,-4 0-40-15,4 0 16 16,0 0 24-16,0 0 24 16,0 6 56-16,0 16 96 0,0 10 48 31,0 10 80-31,0 8 88 16,-4 7 40-16,4 1 16 0,0-4-80 15,0-7-88-15,0-5 8 16,0-10 16-16,0-4-48 15,0-3 8-15,4-3-80 0,3-5 96 16,5-2-96-16,1-1 0 16,-2 0 0-16,2-5 8 0,2 5 33 15,-3-1-41 1,3-3-8-16,3-1 8 16,-3-3-8-16,5-3-8 15,0-3 0-15,0 0 0 0,4 0 8 16,-8 0-9-16,0 0-95 15,-1 0-120-15,-2 0 72 0,-9 0-160 16,4 0-160 0,-1 7-680-16,-2-1-1225 15,-1-6-3200-15</inkml:trace>
  <inkml:trace contextRef="#ctx0" brushRef="#br0" timeOffset="48632.44">18074 11998 11330 0,'0'0'1608'0,"0"0"-784"0,0 0 393 15,0 0-145-15,-16 133-488 16,16-92-280-16,0-9-56 16,0 3-56-16,0-3-112 0,0-6-24 31,0-1-56-15,0-3-160-16,0-3-424 15,0-6-464-15,0-1-809 0,0-3-1967 16,0-5-1169-16</inkml:trace>
  <inkml:trace contextRef="#ctx0" brushRef="#br0" timeOffset="48866.8">18043 12189 9754 0,'0'0'2424'15,"0"0"-1576"-15,0 0 497 0,0 0-209 16,0 0-456-16,0 0-120 16,103 44-144-16,-68-41-120 15,6 0-192-15,-1-3-56 0,-10 0-48 32,3 0-416-32,3 0-696 15,-16-3-1393-15,1 0-2952 0</inkml:trace>
  <inkml:trace contextRef="#ctx0" brushRef="#br0" timeOffset="49148.05">18409 12019 5721 0,'0'0'4777'0,"0"0"-3001"15,0 0-24-15,0 0-599 16,0 0-673-16,0 0 400 0,0 0-104 16,-20 110-336-16,12-72-72 0,8 3-112 15,0 3-16-15,0 1-71 32,0-7-113-32,0 3-40 15,0-6-16-15,0 0-104 0,0-4-273 16,0-4-543-16,0 1-832 0,0-10-1313 15,0-4-2992-15</inkml:trace>
  <inkml:trace contextRef="#ctx0" brushRef="#br0" timeOffset="49552.89">18723 12085 8833 0,'0'0'1681'16,"0"0"119"0,0 0-552-16,120 15-127 15,-75-13-537-15,-6-2-360 16,1 0-160-16,-8 0-64 15,-8 0-536-15,-8 0-985 0,-4 0-1383 32,-8 0-2113-32</inkml:trace>
  <inkml:trace contextRef="#ctx0" brushRef="#br0" timeOffset="49849.75">18888 11893 6649 0,'0'0'5353'0,"0"0"-4001"16,0 0-23-16,0 0 79 15,0 0-336-15,0 73-568 0,0-48-64 16,4 3-208-16,0 1-120 16,7-3-104-1,-7 0-8-15,0-4-296 16,1-1-440-16,-5 3-520 0,0-2-1089 16,0-7-2496-16,0-1-3456 15</inkml:trace>
  <inkml:trace contextRef="#ctx0" brushRef="#br0" timeOffset="50511.1">19298 11916 11506 0,'0'0'1936'16,"0"0"-943"-1,0 0 423-15,0 0-312 16,0 0-504-16,0 0-304 15,0 0-120-15,144 9-80 0,-101-9-40 16,-6 0-48-16,-10-3 48 16,6-3-56-16,-14 3 0 15,-3 3 0-15,-8 0-8 16,0 0-80-16,-4 3 32 16,-4 18-72-16,0 11 64 15,0 7 56-15,0 8 8 0,-12 4 0 16,4 0 8-16,-4 3 64 15,4-1 40 1,4 2-96 0,0-8 40-16,0 4 24 15,1-6-80 1,3-7 0 0,0-6 0-16,0-7 0 0,0-6-16 0,0-6-56 15,0-4-32-15,0-2-64 16,0-2-8-16,0 2-80 0,0-3-152 15,0-2-152-15,0 2-120 16,-6-1 120-16,-1-3 256 16,-5 0 248-16,-4 0 56 0,1 0 56 15,-14 0 200-15,6 0 40 0,-5-13-16 16,0 4 48-16,3 2 24 16,10 2-120-16,2 0-192 15,6 5-40-15,7 0-624 16,4 0-1529-16,12 0-4664 0</inkml:trace>
  <inkml:trace contextRef="#ctx0" brushRef="#br0" timeOffset="50892.73">20267 12243 3912 0,'0'0'8394'16,"0"0"-6329"-16,0 0-513 0,0 0-48 16,0 0-560-16,56 0-503 15,-29 3-145-15,2 1-72 0,-1-2-152 0,0 5-24 16,-5-7-48-16,1 3-144 16,-8-1-224-1,-4-2-537-15,-8 7-1135 16,0-7-3129-16,-4 2-2769 0</inkml:trace>
  <inkml:trace contextRef="#ctx0" brushRef="#br0" timeOffset="51127.73">20347 12328 6673 0,'0'0'2104'0,"0"0"457"16,0 0-369 0,0 0-695-16,0 0-609 0,0 0-312 0,0 0-128 15,0 0-144-15,131 35-112 16,-107-32-104-16,0-3-88 16,4 0-88-1,-8 0-376-15,4 0-1104 16,-4 0-2833-16,-9 3-4489 0</inkml:trace>
  <inkml:trace contextRef="#ctx0" brushRef="#br0" timeOffset="59128.96">21347 11913 3728 0,'0'0'2409'16,"0"0"-1137"-16,0 0 0 16,12-7 273-1,-12 7-201 1,4-3-232-16,-4 0-80 0,4 3 121 0,-4 0-433 15,0 0-160-15,0 0 144 16,0 0-128-16,0 0-224 0,-8 6-184 16,-4 10 0-16,-4 12-40 15,1 11-32 1,-6 2 32 0,5 3 40-16,4 1-23 0,-3-4-49 15,6 3-16-15,9-5-80 16,0-9 8-16,0 2-8 0,0-2 0 0,0-9 0 31,17-1-8-31,-6-4-80 16,6-4 0-16,-2-5 7 15,-2-4-167-15,2-3 48 0,1 0 144 16,4 0 56-16,-4-6 8 16,-5-7 88-16,2-2-88 0,-6-2-8 15,5-2 8-15,-8 0 0 31,-4 4 0-31,0-2 0 0,0 4 56 16,0-3-56-16,0 11 0 16,-4-2 128-16,-11 7-40 0,-2 0-88 15,-7 0-8-15,1 12 48 16,-1 8-48-16,0 1 0 31,9 6-240-31,2-3-352 0,9 12-872 16,4-4-1553-16,0-13-2544 0</inkml:trace>
  <inkml:trace contextRef="#ctx0" brushRef="#br0" timeOffset="59435.46">21630 12351 568 0,'0'0'2296'0,"0"0"6058"16,0 0-5890-16,0 0-1551 0,4 3-217 0,-4 9-16 15,0 5-184-15,0 1-80 16,0 5-40-16,0-1-232 15,0 0-88-15,0 3-56 0,-4-2-216 16,-1-7-480-16,-1 6-640 16,2-7-1601-16,-1-11-2928 0</inkml:trace>
  <inkml:trace contextRef="#ctx0" brushRef="#br0" timeOffset="60016.49">21830 11913 240 0,'0'0'2744'0,"0"0"4714"16,0 0-5914-16,0 0-912 0,0 0 112 16,0 0 105-16,0 0-401 15,0 0-248-15,139 0-144 0,-107 0-40 16,-12 3-8-16,0 3 16 16,-12 0-24-1,-8 7-184-15,0 3 184 16,0 3 8-16,-20-4 344 0,-5 8-152 15,-3-7 56-15,5-3-40 16,3-5-64-16,4-1 8 0,12 0-160 31,4-7-32-31,0 0-296 16,0 0-120-16,16 0 280 16,4 0 168 15,4 0 40-31,4 0-32 15,-4 0-16-15,-4 0 8 0,-1 0-8 16,-2 13 0-16,-2 2-48 16,-6 4 56-16,-9 0 72 15,0 0 104-15,0 1 56 0,-17-5 168 16,-11 1 16-16,-3 1 80 16,-2-9-144-16,-2 2-104 0,3 4-128 0,4-9-56 15,8-1-32-15,8-1-32 16,9-1-464-16,-1-2-544 15,4 0-432-15,0 0-1617 0,0-2-4833 16</inkml:trace>
  <inkml:trace contextRef="#ctx0" brushRef="#br0" timeOffset="60526.87">22395 12119 10746 0,'0'0'2248'16,"0"0"-1167"-16,0 0-193 15,0 0-264-15,45-130-272 16,-38 101-136-16,1 1 32 0,0 5 88 16,-3 4-32-16,-2 6-48 15,-3 8-8 1,0 5 24-16,0 0-112 0,0 0-160 15,0 12-72-15,0 17 72 16,-13 5 48-16,2 8 104 16,4-1-144-16,-2 0 40 15,1-6-48-15,3-7 8 32,2-5 0-17,3-4-8-15,0-6-80 0,0-4-384 16,0-3-736-16,0-2-1609 15,3-4-4840-15</inkml:trace>
  <inkml:trace contextRef="#ctx0" brushRef="#br0" timeOffset="61927.66">23408 11954 4200 0,'0'0'7506'16,"0"0"-5986"-16,0 0-832 0,0 0 345 15,-48 107-257-15,37-71-320 16,11-2-200 0,0-5-128-16,0-7-24 15,3-3 48-15,13-9-32 0,4 0-16 16,4-10 64-16,4 0-72 15,4 0-40-15,-4-7-8 0,0-12-32 16,-5 0 32 0,1-7-40-16,-7-2 64 15,-10-4-24-15,-3 0 48 16,-4 0 128-16,0 4 104 0,-15-1 88 16,-10 7-111-16,-6 7-41 15,-6 11-136 1,-6 4-112-16,-5 9-16 15,4 20-176-15,5 3-168 16,3 7-385-16,2 4-783 16,12-4-3305-16,9-15-5793 0</inkml:trace>
  <inkml:trace contextRef="#ctx0" brushRef="#br0" timeOffset="62271.39">23642 11512 472 0,'0'0'12170'0,"0"0"-10457"16,0 0-1033-16,0 0 120 16,0 0-40-16,0 0-392 15,113 0-264-15,-81 0-104 0,-4 0-120 16,3 0-576-16,-10 0-960 15,-14 0-3401-15</inkml:trace>
  <inkml:trace contextRef="#ctx0" brushRef="#br0" timeOffset="62728.15">23958 11275 11866 0,'0'0'2553'0,"0"0"-1793"15,0 0 168-15,0 0 16 0,0 0-336 16,0 0-16-1,0 0-119-15,116 21-105 16,-80-21-144-16,-1 0-128 16,1 0-48-16,-8-7-48 0,-4 4 0 15,-8 1-16-15,-4 2-32 16,-8 0-48-16,-4 16-176 0,0 12 272 31,0 11 48-31,0 8-40 16,-4 0 40-16,-4 1-32 0,0-3-8 15,0-4 40-15,4-10-40 16,0 2-8-16,-1-5-104 0,2 0-112 31,3-8-185-31,-8-1-191 16,8-10-552-16,-4 4-976 16,0-10-2129-16,1 1-1593 0</inkml:trace>
  <inkml:trace contextRef="#ctx0" brushRef="#br0" timeOffset="62915.64">24009 11557 3736 0,'0'0'8610'16,"0"0"-6153"-16,0 0-1137 15,0 0 16-15,0 0-520 0,120-14-544 0,-84 11-104 16,1 3-135-16,-6 0-33 15,-3 0-273-15,-5 0-567 16,-2 0-944-16,-17 7-3385 0</inkml:trace>
  <inkml:trace contextRef="#ctx0" brushRef="#br0" timeOffset="63646.85">24340 12078 24 0,'0'0'8329'16,"0"0"-5304"-16,0 0-545 0,0 0-287 15,-15 120-689 1,11-82-640-16,-2-1-391 16,3 0-225-16,0-3-72 0,-1-5-88 15,4-7-88-15,-4-3 8 16,4-7-8 0,0-2-88-16,0-7-16 15,0 1-32-15,0-4-8 0,0 0 136 16,0-4-96-16,0-14 32 15,0-8 23-15,0-6-7 0,0-3 48 16,0-2 8-16,0-4 0 31,4-1-8-31,6 4 8 0,4 2-8 16,-3 8 8-16,-2 9 16 31,-2 10 89-31,-2 2 15 0,-5 7-48 16,0 0-72-16,0 3 8 15,0 13 104-15,0 3-56 16,0 1 8-16,0-6-8 0,0 3-56 16,0-10 0-16,0-2-48 15,0-5 40-15,0 0-88 0,7 0-16 16,6-5 72-16,2-8 32 16,5-10 0-16,5 4-96 31,3-6 24-31,-1 3-185 15,1 3 33-15,0 6-40 0,0 3 104 16,-12 10 40-16,3 0 8 0,-10 28 120 16,-6 11 568-16,-3 9-96 15,0 5-31-15,0 6-145 16,0-9-144-16,0-3-24 0,0-6-80 16,5-5-48-1,-1-5 0-15,0-6-200 16,-4-1-272-16,0-10-393 0,0 0-791 15,-8-1-2633-15,-9-8-4345 16</inkml:trace>
  <inkml:trace contextRef="#ctx0" brushRef="#br0" timeOffset="81195.87">22669 12019 1280 0,'0'0'12634'0,"0"0"-10601"0,0 0-889 15,0-11-208-15,0 11-448 16,0-3-352-16,0 3-136 0,0 0-72 15,0 0-256 1,0 0-368 0,5 0-296-16,-5 0 24 0,0 5-665 0,0 4-591 15,0-2-729-15,0 0-2208 16</inkml:trace>
  <inkml:trace contextRef="#ctx0" brushRef="#br0" timeOffset="82411.9">22977 12305 8217 0,'0'0'1353'0,"0"0"-857"0,0 0 688 15,0 0-344-15,0 0-392 16,0 0 80-16,0 0 280 0,0 0-135 15,41-110-201-15,-41 87-96 16,2 1-48 0,-2 1-96-1,0-2-80-15,0 2-24 0,0 4-56 16,0-3 16-16,5 9-24 16,-1-3-56-16,0 5 8 0,0 0-8 0,5 2 8 15,-2-2-8-15,0 2 0 31,7 1-8-31,-7 3 8 16,-3-1-8 0,8 1 8-16,-9 3-8 15,2 0 0-15,-1 0-8 16,0 0-40-16,0 0 32 0,-4 0 8 16,4 13 8-16,-4 6 152 15,0 6 40-15,0 10 56 0,0-3-24 16,-4 4-32-16,-8-5-16 47,7 1-104-47,-2-3 8 15,3-11-24-15,0 5-48 0,0-11 0 16,4 1 0-16,-4-4 0 16,4 1-8-16,0-8 8 0,0 5-8 15,0 0-104-15,0-4-160 16,0 3-208-16,0-2-264 15,0-1-920-15,0 3-2329 0,0-6-2169 0</inkml:trace>
  <inkml:trace contextRef="#ctx0" brushRef="#br0" timeOffset="86931">16400 12239 3808 0,'0'0'736'0,"0"0"281"0,0 0 5064 15,0 0-4561-15,0 0-295 16,-12 7 31-16,12-7-152 0,0 0-456 16,0 0-168-16,0 0-8 15,0 0-176 1,0 0-103-16,9 0-97 16,10 0-40-16,0 4-48 0,10-4 0 15,2 2 0 1,2-2-8-16,-1 0-56 15,-1 0-96-15,-3 3-65 16,0-3-151-16,-7 0-152 0,-6 0-496 16,-7 4-520-16,1-4-2873 15,-9 3-3521-15</inkml:trace>
  <inkml:trace contextRef="#ctx0" brushRef="#br0" timeOffset="87278.16">16384 12516 176 0,'0'0'5929'0,"0"0"-4929"15,0 0 816-15,0 0-55 16,0 0-617-16,130-7-464 0,-96 4-320 16,-2 1-224-16,-4-2-40 15,-5 1-96-15,1-1-136 16,-7 4-344-16,-2 0-520 0,-2 0-1409 31,-10 0-2104-31</inkml:trace>
  <inkml:trace contextRef="#ctx0" brushRef="#br0" timeOffset="87927.54">14786 12160 9009 0,'0'0'2329'0,"0"0"-985"16,0 0 177-16,0 0-105 16,0 0-688-1,0 0-296-15,0 0 32 16,0 0-104-16,139 48-120 0,-95-26-96 16,0 7-88-16,-1-1-48 15,6 4 0-15,-6-4-8 16,-3-6-200-16,0-3-248 0,-12-3-400 31,-4 1-976-31,-8-8-2849 16,-13-6-2873-16</inkml:trace>
  <inkml:trace contextRef="#ctx0" brushRef="#br0" timeOffset="88240.03">15284 12100 6249 0,'0'0'4089'0,"0"0"-3433"15,0 0 592-15,0 0 288 0,0 0-543 16,-80 22-265-16,48 6-104 16,-7 4 192-16,-5 7-352 0,0 2-216 15,-5 0-120-15,6 3-48 32,3-3-80-32,5 1-32 0,3-7-336 15,4 6-528-15,4-9-824 16,7-10-3337-16</inkml:trace>
  <inkml:trace contextRef="#ctx0" brushRef="#br0" timeOffset="92897.66">5697 15509 6737 0,'0'0'2641'15,"0"0"-1273"-15,0 0 144 0,0 0 200 16,12-37-511-16,-8 30-385 16,0 4-176-16,0-1-64 0,-4 1-112 15,0 3-88-15,0 0-208 31,0 0-168-31,0 0-64 16,0 17-80-16,0 8 144 0,0 11 208 16,0 10 0-16,0 12-136 15,0-4 32-15,0 3 8 0,-4-3-112 16,-8-4 81-16,8-5-81 16,-4-14-16-1,4-2-113-15,0-13-167 16,4-6-248-16,0-4-472 0,0-6-696 15,20-13-1345-15,0-6-1752 16</inkml:trace>
  <inkml:trace contextRef="#ctx0" brushRef="#br0" timeOffset="93366.39">6052 15405 9378 0,'0'0'1776'0,"0"0"-1096"16,0 0 752-16,0 0-119 0,-72 114-625 16,45-79-192-16,-5-6-72 31,-1-1-80-31,6 1-144 15,-1-7-96-15,4-4-40 0,4 0-56 16,4-7-8-16,4-1-8 16,8-3-112-16,0-7-64 0,4 3-104 15,0-3-128-15,0 0-32 16,0 0 48 0,0 0 88-16,0 0 312 15,8 0 72-15,4 0-64 0,7 9 200 16,2 7 184-16,3 3-8 15,4 3-56-15,-5 1-40 0,1-4-104 16,-4-4 0 0,-4 1-16-16,0 0-64 15,-4-3-56-15,-4-4-48 16,0 1-88-16,0-3-232 0,-4 2-512 16,12-3-528-16,-4-6-937 15,0 0-2608-15</inkml:trace>
  <inkml:trace contextRef="#ctx0" brushRef="#br0" timeOffset="93930.3">6391 15763 7153 0,'0'0'2785'0,"0"0"-1017"16,0 0 0-16,0 0-327 0,0 0-601 15,-100-2-336-15,76 8-80 16,0 6-120-16,-5 8-32 0,6 5 8 15,0 3-32 1,2 4-32-16,5 0-168 16,8-4 8-16,4 1 32 15,4-7-32-15,0-5-40 0,0-5-16 16,12-6-48-16,4-6 48 16,5 0 0-16,2 0 0 15,0-18-72 1,2-2-48-16,-1-2-144 15,-4-4 40-15,-4 5-32 0,-1 1 40 16,-2 1-72-16,-1 7 88 16,-9 2 128-16,6 10 56 15,-9 0-56-15,4 0 72 0,-4 19 24 32,4 6 264-32,0 10-8 15,3 0-32-15,2 1-32 0,-1-8-88 16,3-6-48-16,-4-3-72 15,7-9-8-15,-3-1-280 16,13-9-520-16,-3 0-1192 0,-2-3-4562 0</inkml:trace>
  <inkml:trace contextRef="#ctx0" brushRef="#br0" timeOffset="94180.29">6696 15652 10698 0,'0'0'2040'0,"0"0"-1280"0,0 0 433 16,0 0-433-16,0 0-432 0,0 0-200 15,125 0-40-15,-105 0-88 16,-8 0-248-16,8 0-768 16,-6 0-1297-16,0 0-2912 0</inkml:trace>
  <inkml:trace contextRef="#ctx0" brushRef="#br0" timeOffset="94418.67">6696 15837 8937 0,'0'0'1937'0,"0"0"-265"31,0 0 81-31,0 0-697 16,0 0-568-16,0 0-288 0,125 0-200 15,-105 0-40-15,-8 0-552 0,4 0-921 16,0 0-2863-16,-4 0-4114 0</inkml:trace>
  <inkml:trace contextRef="#ctx0" brushRef="#br0" timeOffset="95090.51">7706 15107 7377 0,'0'0'6625'0,"0"0"-5472"16,0 0-17-16,0 0-288 16,0 0-360-16,-136 0-288 15,105 5-72-15,-1 5 24 0,0-3-104 16,4-4-32-16,8 0 32 15,3 0-40-15,2-3 0 0,7 0 8 16,-4 0-16-16,8 0-136 16,0 0-128-16,0 0-32 0,0-3 24 31,4 0 48-31,0 3 16 16,0 0 64-16,0 0 88 0,-3 0-40 15,3 0 0-15,-4 6-136 16,4 17 176-16,0 8 56 15,0 10 280-15,0 10 72 0,0 9 152 16,4 1-112 0,11-1 56-1,5 1-40-15,-1-10-23 0,2-3-105 16,3-11-48-16,4-5-80 0,-4-7-32 16,4-6-48-16,4-3-56 15,-4-3-16-15,4-4 8 16,-4-6 48-1,-5 1-56-15,-3 3 0 16,-8-7-72-16,-4 0-24 0,-8 0-152 16,0 2 0-16,0-2-240 0,0 0-361 15,0 0-807-15,0 0-2401 16,0 0-3585-16</inkml:trace>
  <inkml:trace contextRef="#ctx0" brushRef="#br0" timeOffset="95402.99">7930 15296 9754 0,'0'0'3880'0,"0"0"-3031"15,-4 109 495-15,4-59-8 0,0 4-600 16,0-9-384-16,0-4-136 0,7 1-104 16,-3-10-72-16,0-7-40 15,-4-3-200-15,0 0-336 0,0-9-616 16,4-3-944-16,-4-1-2193 15,4-9-1360-15</inkml:trace>
  <inkml:trace contextRef="#ctx0" brushRef="#br0" timeOffset="95647.05">7921 15500 1144 0,'0'0'8057'0,"0"0"-4880"16,0 0-1553-16,0 0-175 16,0 0-209-16,0 0-544 15,0 0-160-15,0 0-184 16,131 9-136-16,-94-9-168 16,-5 0 40-16,-4 0-88 0,-8 0 0 15,-5 0-272-15,2 0-472 16,2 0-792-1,1 0-1193-15,-8 0-3192 16</inkml:trace>
  <inkml:trace contextRef="#ctx0" brushRef="#br0" timeOffset="95912.66">8212 15282 1456 0,'0'0'8'32,"0"0"5121"-32,0 0-128 15,0 0-3601-15,0 0 665 0,-7 104-353 16,7-57-592-16,0 1-488 0,0 0-199 16,0-3-217-16,0-1-112 15,0-6-56-15,0-3-48 0,-4-4-208 16,4-5-385-1,-5-4-415 1,5-2-904-16,0-8-2817 0,0-6-5041 16</inkml:trace>
  <inkml:trace contextRef="#ctx0" brushRef="#br0" timeOffset="96225.15">8383 15230 8105 0,'0'0'5921'16,"0"0"-5088"-16,0 0 23 0,0 0 328 15,0 0-560-15,0 0-424 16,128 29 16-16,-96-26-64 0,8 0-88 31,-9-3-64-31,2 0-8 16,-6 0-448-16,-7 0-408 16,-8 0-520-16,-3 0-1593 0,-5 0-3960 0</inkml:trace>
  <inkml:trace contextRef="#ctx0" brushRef="#br0" timeOffset="96475.14">8491 15172 11210 0,'0'0'2320'0,"0"0"-567"0,0 0-97 16,0 0-728-16,17 119-392 15,-6-90-328-15,2-1-136 0,-2 0-72 16,1-2-352-16,4 12-632 16,-8-6-1264-16,0-10-3802 0</inkml:trace>
  <inkml:trace contextRef="#ctx0" brushRef="#br0" timeOffset="97115.72">8798 14913 9882 0,'0'0'5737'16,"0"0"-5281"0,0 0 96-16,0 0 312 15,0 0-352-15,0 0-328 0,0 0-24 16,120 101 0-16,-93-95-56 15,-2-1-96-15,3-5 8 0,-8 0-16 32,3 0 0-32,-6 0-128 31,-2 0 8-31,-2 0-48 0,-6 0-8 16,1 0 72-16,1 8-112 15,2 18 16-15,1 12 152 0,0 9 40 16,-1 8 8-16,3 5 0 15,-8 4 8-15,7-4 88 32,3 1-24-32,0-5-72 0,0-2 56 15,-4-6 16-15,0-4-64 16,-4-3 0-16,0-6 0 0,-8-3-8 16,0-7-48-16,0-2-32 0,0-5 72 15,0-7 0-15,-4-5 8 16,-8 0 56-16,-4-4 112 15,-5-2-64 1,-2 0 24-16,-8 0 120 16,-6-2 48-16,0-4 17 0,-5-4 127 15,6 3-168-15,3 2-120 16,10 1-88-16,3 1-64 0,8-1 0 16,7 4-144-16,5 0-368 0,0 0-657 15,9 0-2928-15,7 0-4400 16</inkml:trace>
  <inkml:trace contextRef="#ctx0" brushRef="#br0" timeOffset="97822.38">9743 14929 3776 0,'0'0'9322'0,"0"0"-7617"15,0 0-449-15,0 0 160 0,0 0-424 16,-65 0-447-16,38 0-241 16,-5 0-96-1,0-4-128-15,-7 1-72 16,7-3 0-16,0-1 72 0,4 5-80 16,4-1-8-16,12-1-112 15,-1 4 0-15,6 0-56 0,7 0-96 16,0 0-17-1,0 0 81 1,0 0-232-16,0 0-80 0,0 0 104 16,0 7 288-16,0 22 128 15,7 11 64-15,6 17 224 0,-1 7 160 16,1 5-48-16,2-2 64 16,5 0-183-1,-8-10-89 1,8-6 0-16,-5-10-40 0,-2-3 0 15,2-9-64 1,6-7-40 0,-6 1 0-16,2-7 0 0,-6-2-40 15,6 3 64-15,-6-7 8 16,-2 2-40-16,-1-5-40 0,-1 2 0 0,-3-5 8 16,-1-2-8-16,7 2-16 15,-6-4-88-15,11 0 104 16,1 0 72-16,4 0-72 15,4 0 0-15,0 0-48 16,4-6-48-16,-4-1-80 16,-9 1-120-16,2-1-441 0,-3 2-519 15,-9 5-1408-15,0-7-5530 16</inkml:trace>
  <inkml:trace contextRef="#ctx0" brushRef="#br0" timeOffset="98355.35">9959 15275 9177 0,'0'0'5930'16,"0"0"-5250"-16,0 0 544 15,-13 108-176-15,9-58-528 16,-3-2-343-16,3 0-81 0,4-10 24 0,-5-7-120 16,1-4 0-1,4-12 0 1,0-5-96-16,0-8-97 16,0 2-135-16,0-4-112 15,0 0-32-15,0-6 264 0,0-14 112 0,0-2 48 16,0-9 32-1,0-5 16 1,0 2 0-16,0-8 0 16,0 3 72-16,9-1 16 15,-5 2 64-15,7 3 48 0,2 4-16 0,-3 4-64 16,-1 9 48-16,-1 11-24 16,0 4-72-16,4 3-8 0,-4 0 24 31,4 10 184-16,4 18-15-15,4 3-17 0,-5 7 120 0,2 1-136 16,3 0-168-16,-4-2-8 16,-4-5-32-16,0-4-16 0,-1-1-72 15,-2-9-192-15,-1-2-160 32,-1 0-377-32,-3-7-599 0,0 4-1112 0,-1-6-3930 15</inkml:trace>
  <inkml:trace contextRef="#ctx0" brushRef="#br0" timeOffset="98576.34">9899 15541 10306 0,'0'0'4833'0,"0"0"-3553"15,0 0-264-15,0 0-216 16,0 0-360-16,0 0-319 16,143 0-121-16,-95-5-321 15,-5-2-1303 1,-11 0-3769-16</inkml:trace>
  <inkml:trace contextRef="#ctx0" brushRef="#br0" timeOffset="98856.82">10257 15138 3304 0,'0'0'10466'16,"0"0"-8265"-16,0 0-721 0,0 0-224 0,0 0-511 0,56 13-161 16,-24-10-216-16,8-3-240 15,-4 0-128-15,-4 0-8 16,-4 0-328-16,-4 0-232 16,-1 4-312-16,-3-1-1033 0,-8-1-4160 15</inkml:trace>
  <inkml:trace contextRef="#ctx0" brushRef="#br0" timeOffset="99499.31">10541 14846 8529 0,'0'0'6578'31,"0"0"-5986"-31,0 0 336 16,0 0 200-16,0 0-392 0,0 0-375 0,0 0-129 16,127 26-32-1,-95-23-88-15,0-3-104 0,-2 0 64 31,-1 0-64-31,-4 0-8 16,-6-7 0-16,1 7-40 0,-3-6 32 0,-2 6 8 0,-7 0-96 16,4 0 24-1,-8 10-120 1,4 18-56-16,0 10 119 0,-4 15 121 16,0 8 8-16,0 9 16 15,-4 0 33-15,4 0-41 16,0-3 56-1,4-1-56-15,0-3 56 16,4-5-56 0,-1 0 0-1,10-7-8-15,-1-5 0 0,3-1-48 0,0-10-72 0,-2-7-121 16,-9-5-135-16,1-7 16 0,-10-10 112 16,-3-3 88-16,0-3 88 46,0 0 72-46,-8 0 296 16,-12-7-96-16,-8-5 104 0,-3-1 136 16,-10 1-127-16,-2 2 63 15,3 4-32-15,1 0-120 16,7 6-64-16,8 0-80 16,10 0-80-16,11 0-288 15,3 0-648 1,0 9-1625-16,13-3-8665 0</inkml:trace>
  <inkml:trace contextRef="#ctx0" brushRef="#br0" timeOffset="100806.55">7140 16058 968 0,'0'0'1088'0,"0"0"-568"31,0 0 2033-31,0 0 1952 16,0 0-3649-16,-35 39-128 0,35-39-96 16,0 3-456-16,0 1 88 15,0 1 304-15,11-1-464 16,10 2 200-16,2-3 208 0,13 1-119 15,4-4-9-15,7 0 56 0,13 0-224 16,7 0-80-16,6 0-24 0,7 0-32 16,3-4-32-1,1 1-40 1,0-3-8-16,3 6 8 16,-7-4 0-16,-4 4 0 0,-8 0-8 15,-5 0 0-15,1 0 64 16,-13 0-64-16,6 0 8 15,-5 0 88-15,3 0 0 16,1 0-48-16,4 0-40 16,7 0 0-16,2 0 8 15,6 0-8-15,5 0 48 0,-1 0-48 16,1 4-8-16,3-1 0 16,2 0 0-16,2 0 0 0,1 1 0 31,3-4 8-31,1 0 0 15,0 0-8-15,0 0-8 0,4 0-48 16,-4 0 56-16,-4 0 8 16,-2 0-8-16,2-4 0 0,-8 1 8 15,4 3 64-15,-5 0-64 47,-3 0 40-47,-4 0-48 16,-1 0 8-16,2-3-8 0,-6 0 16 15,-3-1-8-15,0 1 56 0,-4 1 40 16,-5-5 200-16,1 1-32 0,-3 2-48 16,-6-2-48-16,5 0-88 15,-9 3-40 1,-2-1-40 0,-6 1 0-16,-3 3 0 0,-11 0-8 15,-6 0-8-15,-2 0-64 16,-9 0-96-16,-4 0 0 0,0 0-32 0,0 0-200 15,0 0 8-15,0 0-56 16,0 0-360-16,0 0-457 16,-4 0-551-16,-9 3-2185 0,5 1-3719 15</inkml:trace>
  <inkml:trace contextRef="#ctx0" brushRef="#br0" timeOffset="101960.23">8052 16570 408 0,'0'0'4689'0,"0"0"-2753"0,0 0 473 15,0 0 119 1,0 0-640 0,0 0-799-1,0 0-385-15,0 0-296 0,0 0-128 16,-3 0-32-16,-5 0-144 16,-4 0-96-16,0-4 128 15,-8 4-72-15,0-2 32 0,-4-1-8 16,-3 3 0-1,2 0 24-15,-2 0 24 0,10 0-128 0,-2 0 40 16,-1 0-40-16,12 0-8 0,-2 0-8 16,7 0 0-16,0 0 0 15,3 0-104 1,0 3 32-16,0-1-40 16,0 2 64-16,0 6 8 15,0-1 40-15,0 7-64 0,0 6 72 16,12 4 152-16,0 2 88 15,8 10 8-15,-5-3 0 16,6 4 104 0,-6-5-64-16,-3-2-104 15,0-4 9-15,-8-3 31 0,5-5-8 16,-9-1 0-16,4-3-32 31,-1 4-40-31,1-8 56 16,-4 0-56-16,0 1-24 0,4-4-24 15,0 1 0-15,4-4-48 16,-3-6 24-16,-2 3-24 0,1-3 24 16,0 0-16-16,4 0 8 15,1 0-8-15,2 0-40 32,1 0-8-17,4 0 72-15,-4 0-72 0,3 0-8 16,2 0 0-16,-1 0-8 15,-1 0-152-15,-3-3-8 0,1-3-40 16,-1 6-88-16,-4-3-8 16,-4 3-200-16,-4 0-185 15,0 0-479-15,0 0-992 16,0 0-4234-16,0 0-647 16</inkml:trace>
  <inkml:trace contextRef="#ctx0" brushRef="#br0" timeOffset="103741.65">8603 16608 1120 0,'0'0'1352'0,"0"0"7882"16,0 0-6914-16,4 0-1415 0,0 4 31 15,-1 8-192-15,6 8-136 16,-1 5-272-16,0 0-64 0,0 3-48 16,-5 1-104-16,2-1-48 15,-5 1-56-15,0-3-8 0,0-8-8 16,0 1-208-16,0-3-248 0,0-5-560 16,0 1-600-16,0-3-1241 15,0-9-2408-15</inkml:trace>
  <inkml:trace contextRef="#ctx0" brushRef="#br0" timeOffset="103976.02">8583 16748 5033 0,'0'0'6345'15,"0"0"-4921"-15,0 0 201 16,0 0 7-16,0 0-592 0,0 0-520 15,0 0-176-15,0 0-80 32,132-3-128-32,-105 3-120 0,-3 0-16 15,0 0 0-15,-3 0-272 16,-6 0-248-16,-2 0-304 0,6 6-672 16,-3 1-1657-16,-8-7-3672 0</inkml:trace>
  <inkml:trace contextRef="#ctx0" brushRef="#br0" timeOffset="104288.5">8885 16576 8281 0,'0'0'3089'0,"0"0"-985"0,0 0-215 16,0 0-801-1,0 0-712-15,0 0 80 16,0 82 32-16,0-43-216 16,0 2-144-16,0-2-64 0,0-1-8 15,0-7-48-15,0-2 32 16,0-6-40-16,9-5-200 0,-5-2-416 15,3-7-792-15,6 1-1593 16,-6-7-3288-16</inkml:trace>
  <inkml:trace contextRef="#ctx0" brushRef="#br0" timeOffset="104944.72">9256 16545 3208 0,'0'0'9546'0,"0"0"-8241"15,0 0-713 1,-11 130-24-16,3-79 48 16,-1-3-424-16,-3-7-88 0,1 3-96 15,2-5 40-15,2-5-16 16,-1-8-24 0,3-4-8-16,2-10 0 15,3-2-136-15,0-10-168 0,0 0-192 16,0 0-184-16,0-3 47 15,0-16 297-15,0 0 208 16,0-7 120-16,0-2 0 0,0-1 8 16,0-6 0-16,3 3-56 0,2 0 56 47,7-6 72-47,0 1-64 15,4-2 40-15,0 1-32 16,-1 4 40-16,2 2 0 0,-9 3 240 15,3 13 241-15,-2 6 143 16,-5 10 32-16,-4 0-64 0,4 0-296 31,-1 17-192-15,1 14 376 0,5 8-136-16,3 8-160 0,3 0-88 15,-2 2-72-15,2-6-32 0,1-7-32 16,-1 1 64-16,5-5-72 15,-2-4 8-15,-3-1-16 0,1-5-200 16,-8-7-184-16,4-1-288 16,-4-2-472-16,0-6-680 15,-8-3-801-15,0-3-2248 0,0 0-1456 0</inkml:trace>
  <inkml:trace contextRef="#ctx0" brushRef="#br0" timeOffset="105147.83">9142 16898 8905 0,'0'0'4353'31,"0"0"-2448"-31,0 0-601 16,0 0-552-16,0 0-304 0,0 0-208 15,0 0-112-15,142-20-120 16,-110 17-8-16,-4 3-80 0,-5 0-416 15,6 0-656-15,-5 0-1377 16,-8 0-3272-16</inkml:trace>
  <inkml:trace contextRef="#ctx0" brushRef="#br0" timeOffset="105804.21">9675 16462 11690 0,'0'0'2641'15,"0"0"-1489"-15,13 3-480 16,10 1 160-16,9-4-208 0,8 3-208 16,7-3-144-16,2 0-72 15,-2 0-48-15,1 0-63 0,4 0-81 16,-9 0-8-16,-7 0 0 15,-4 2-73-15,-11 5-159 16,-10 3-128-16,-2-1-24 0,-5 11 160 16,-4 5 200-16,0 6 24 15,0 14 80-15,0 3 16 0,0 5-16 16,-4 2 16-16,4-2-88 0,0-2 0 16,0 0 0-16,0-10 64 15,0 1-72-15,0-8 8 0,0-4 0 16,0-5-8-16,8-4-48 15,-5-5-32-15,1 0-72 0,0-4-64 16,-1-5-16-16,3 0-80 16,-6-4 64-16,0 0 72 15,0-3 72-15,0 0 56 0,0 0 48 0,-6 0 40 32,-8 0-32-32,-7 0 48 15,2-9 136-15,-5 2 96 0,0 0 24 16,3 2-88-16,-2 1-88 15,7 1-136-15,4 1-48 16,8 2-656-16,4 0-1768 0,0 0-4914 0</inkml:trace>
  <inkml:trace contextRef="#ctx0" brushRef="#br0" timeOffset="107022.9">11847 15932 24 0,'0'0'152'0,"0"0"9490"0,0 0-7354 16,0 0-624-16,0 0-151 15,0 0-553-15,0 0-528 0,0 0-112 31,0 0 168-31,0 0-80 16,0 0-112-16,0 0-120 16,80-4-16-16,-52 4-104 0,4 4-48 31,5 2 0-31,-6-6 40 0,5 6-48 16,-9-6-56-16,-8 4-224 15,2-1-192-15,-9-3-176 16,-4 6-520-16,-3 0-600 0,-1 4-1249 15,-4-3-2104-15</inkml:trace>
  <inkml:trace contextRef="#ctx0" brushRef="#br0" timeOffset="107366.63">11895 16119 2496 0,'0'0'5121'0,"0"0"-3617"16,0 0 617-16,0 0-377 15,0 0-303-15,0 0-457 16,144 3-272-16,-108 1-88 0,-1-4-88 16,2 3-288-16,-9 1-176 0,-5-1-72 15,-3-1-64-15,-8 5-400 32,1 2-632-32,-6 0-584 15,5 5-2401-15,-7-5-1328 0</inkml:trace>
  <inkml:trace contextRef="#ctx0" brushRef="#br0" timeOffset="107897.81">12198 15799 10866 0,'0'0'2992'0,"0"0"-2135"15,0 0-369-15,0 0 408 16,0 0-264 0,52 32-208-16,-24-18-48 15,0 3-96-15,-5 0-112 0,6 1-72 16,-5-2-40-16,4-1-8 16,-4 1-40-16,0 3-8 15,0 1 0-15,-1 2-48 0,-3-3-56 16,1 1-136-16,-2-2 56 15,-7 1-56-15,0 4 40 0,-8-8 104 16,-4 7 8 0,0-2 80-1,-4 1 8-15,-20 2 88 0,1 2 160 16,-9-3 72-16,4 4-32 0,0-4-40 16,0-3 8-16,12 1-144 15,0-5-56-15,4-6-56 0,8 4-128 16,-5 1-488-16,9 4-648 15,0-5-1601-15,5-1-3984 16</inkml:trace>
  <inkml:trace contextRef="#ctx0" brushRef="#br0" timeOffset="109665.15">13733 15344 4809 0,'0'0'7329'0,"0"0"-5921"16,0 0-215-1,0 0-121-15,0 0-504 16,0 0-400-16,0 0-8 16,0 0 408-16,4 61-16 0,3-22 8 15,-2 1-207-15,0 5-161 16,-5 0 0-16,0-4-112 0,0 0-8 16,0-3-72-16,0-6 0 31,0-4-8-31,0-9-192 15,0-2-305-15,0-8-431 0,0-6-664 16,0-1-921-16,0 2-2784 16,0-4-408-16</inkml:trace>
  <inkml:trace contextRef="#ctx0" brushRef="#br0" timeOffset="110149.5">14005 15487 5265 0,'0'0'6457'16,"0"0"-5337"-16,0 0 185 15,0 0 415-15,0 0-640 0,-36 10-608 16,12 2-160-16,-4-2-24 15,-4 4 32-15,-4-6-112 0,1 5-72 16,2-4-87-16,6-2-41 31,3 2 0-31,3-2-8 0,6-2-24 16,2 6-65-16,9-5-15 16,1 4-48-16,3-1 24 15,0 4-112-15,7-1 112 0,14 7 64 16,3 1 64-16,4-4 8 31,7 3 0-15,-3-4 56-16,4-2 40 15,0 0 16-15,-5-1 8 0,0-1-8 16,-6-6-120-16,-4 2 48 16,-10-1-48-16,1 1 0 0,-7-4-128 15,-1 3-248-15,-4 3-592 16,0 3-872-16,0 2-2345 15,0-1-2529-15</inkml:trace>
  <inkml:trace contextRef="#ctx0" brushRef="#br0" timeOffset="110736.04">14403 15868 5961 0,'0'0'5465'16,"0"0"-4041"-16,0 0 417 15,0 0-305 1,0 0-616-16,0 0-320 0,0 0-80 0,0 0 17 15,-43-60-145-15,26 54-112 16,6 3-32-16,-10 3-80 0,-4 0-80 16,-2 5-88-16,-1 22 0 15,0 1 0-15,9 10-8 16,3 3 8-16,8-6-8 0,8-3 8 16,0-7-8-16,11-9-64 15,10-6-16 1,7-10-56-16,0 0 8 15,0-19 48-15,0-3 32 16,-6-10-40-16,3 0 24 0,-9 1 16 16,-4-2-104-16,-5 5 48 15,2 6 112-15,-9 0-64 0,4 9 56 32,-4 10 8-32,0-1-8 15,0 4 8-15,0 4-16 16,0 12 16-16,0 12 48 0,0 4-48 31,0-1 48-15,12 4-48-16,0-6 16 15,4-4-16-15,-9-3 8 0,10-2-8 16,-9-8-8-16,4-3-369 16,7 5-879-16,-2-5-1288 15,-6 1-3466-15</inkml:trace>
  <inkml:trace contextRef="#ctx0" brushRef="#br0" timeOffset="111053.02">14969 15588 11858 0,'0'0'3233'0,"0"0"-2329"0,0 0-144 16,0 0 136-16,115-14-376 15,-83 7-320-15,0 3-144 0,-4 2-56 16,-4-5-168-16,-4 3-464 15,-4 4-544-15,-4 0-1497 16,-4 0-4192 0</inkml:trace>
  <inkml:trace contextRef="#ctx0" brushRef="#br0" timeOffset="111280.45">14993 15712 5033 0,'0'0'6249'0,"0"0"-4961"16,0 0 265-16,0 0-169 0,0 0-616 15,0 0-480-15,100 14-160 16,-77-14-128-16,0 0 0 16,-5 0-224-16,-3 0-576 0,-2 3-664 46,-6 3-1529-46,-3 0-2456 0</inkml:trace>
  <inkml:trace contextRef="#ctx0" brushRef="#br0" timeOffset="111858.55">15838 15357 5881 0,'0'0'2760'0,"0"0"-519"16,0 0-33-16,0 0-495 15,0 0-537 1,132 67-376-16,-89-47-240 15,1 1-136 1,-4-2-184-16,0-3-184 16,0 0 32-16,-14 1-80 0,7-5-8 15,-12-3-176-15,-5 0-432 16,-5-2-400-16,-7 2-680 16,0-2-1225-16,0-2-2456 0</inkml:trace>
  <inkml:trace contextRef="#ctx0" brushRef="#br0" timeOffset="112202.28">16177 15337 2480 0,'0'0'8522'16,"0"0"-6698"-16,0 0-295 0,0 0 79 15,0 0-720-15,0 0-464 32,-44 42 80-32,24-16 88 15,1 6-151-15,-6-1-81 0,5 5-160 16,-4-7-24-16,5-1-56 15,2-3-112-15,1-3 0 0,4-3-8 16,4-6-336-16,5-3-361 0,3 2-583 16,0-3-1488-1,0-6-3466 1</inkml:trace>
  <inkml:trace contextRef="#ctx0" brushRef="#br0" timeOffset="112740.37">16376 14858 10922 0,'0'0'4465'0,"0"0"-3921"16,0 0-288-16,0 0 496 31,0 0-144-31,0 0-192 0,0 0-216 16,0 0-112-16,128 51-80 0,-100-44 64 15,-5 2-72-15,2 2-8 16,-6-2-72-16,-10 0-16 0,-2 3-48 16,-7 1-48-1,0 10 56 1,0 2 0-16,-12 3 136 0,-11 1-16 16,-2-1 16-16,2-2 8 15,-2-3 208-15,10-8 8 0,2-1-8 0,10-5-208 31,3-4 88-31,0 4-96 16,19-2 120-16,10 0-64 0,7-4 32 16,7-3-88-16,5 0 0 15,4 0-16-15,-4 0-40 16,-4 0-104-16,-13 0-200 0,-11 0-672 16,-15 0-888-16,-5 0-3337 15,0 7-3721 1</inkml:trace>
  <inkml:trace contextRef="#ctx0" brushRef="#br0" timeOffset="113387.2">15571 15934 3000 0,'0'0'4737'15,"0"0"-2944"-15,0 0 351 0,0 0-280 16,0 0-263-16,0 0-441 15,0 0-256-15,-55-2-240 16,55 2-264-16,0 0-104 0,0 0-71 16,15 0-209-1,9 0 40-15,20 2 24 16,15-2-16-16,37 4 8 0,44 2 72 16,51 1-32-16,28-1 56 15,12-2 48-15,-7 1-96 16,-17-5-112-16,-11 0 40 0,-5 0-48 31,-12 0 0-31,-20 0-56 0,-35 0 48 16,-29 0-136-16,-35 0-48 15,-19 0-32-15,-6 0-40 16,-7 0 16-16,-7 0 15 0,-21 0-39 0,0 0 104 16,-14 0-80-1,-9-3-544 1,-17 3-648-16,5 0-2417 0,3 0-3785 15</inkml:trace>
  <inkml:trace contextRef="#ctx0" brushRef="#br0" timeOffset="114373.43">15563 16354 3752 0,'0'0'4985'0,"0"0"-2688"16,0 0-41-16,0 0-575 16,-32 54-529-1,28-26-440-15,4-2-288 16,0-4-104-1,0 5-104-15,8-10-88 16,4 0 0-16,8-1-64 16,0-7-56-16,0-6-8 0,3 0 0 15,2-3-8-15,2 0-80 32,-2-10 80-32,-1-8 0 0,-1-5-56 15,-7-2-48-15,-4-6 64 16,-7-2 48-16,-5-1 8 0,0-5 0 15,-9 2 64-15,-10 5 0 16,-5 0 24-16,-1 7 80 16,1 8 16-16,-4 8-64 0,0 9 16 31,-1 0-144-31,7 22 0 16,-2 11-120-16,4 4-248 0,8 11-456 15,12 9-904-15,0-9-1401 16,0-13-3464-16</inkml:trace>
  <inkml:trace contextRef="#ctx0" brushRef="#br0" timeOffset="114654.66">15970 16424 8305 0,'0'0'5882'0,"0"0"-4978"0,0 0 88 16,0 0 136-16,0 0-528 15,0 133-304-15,0-101-104 0,0 0-88 16,0-4-8-16,-9-2-80 16,1-4-16-16,1-3-136 0,-7-2-560 31,12 1-856-31,-2-8-1425 15,0 3-3712-15</inkml:trace>
  <inkml:trace contextRef="#ctx0" brushRef="#br0" timeOffset="115076.52">16229 16278 8849 0,'0'0'4281'16,"0"0"-3288"-16,0 0 175 16,-32 117-32-1,32-76-584-15,0-5-272 16,0-2-112-16,6-12-24 0,12-2-72 0,1-7-64 15,1-8 88-15,4-5-96 16,1 0-72-16,-1-9 64 16,-1-10-72-1,-7-3-88-15,0-3 72 16,-4-4 88-16,-12-2 8 16,0-1 0-16,0 3 16 0,-3-2 56 15,-14 8 104-15,-7 1 48 16,1 6-24-16,-10 9-48 0,1 7-32 15,-7 7-120-15,-1 25-80 32,0 6-320-32,4 32-544 0,8-7-1024 15,12-12-4866-15</inkml:trace>
  <inkml:trace contextRef="#ctx0" brushRef="#br0" timeOffset="115400.08">16608 16345 10970 0,'0'0'1584'16,"0"0"-968"-16,0 0 473 15,0 0-425-15,39-105-432 16,-35 95-120-16,0 0 104 16,-4 10-216-16,0 0 112 0,0 23 120 15,-4 8 360-15,-3 11-72 16,-6 3-32-16,1 2-112 0,8-3-152 31,-3-2-104-31,7-11-72 16,-5-2-48-16,5-7-40 0,0-5-352 15,0-2-928-15,5-2-1561 16,-1-4-4264-16</inkml:trace>
  <inkml:trace contextRef="#ctx0" brushRef="#br0" timeOffset="115631.78">16894 16462 10562 0,'0'0'3176'0,"0"0"-2079"16,0 0 151-16,0 0-56 16,0 0-784-16,0 0-408 0,140-6-48 31,-89 6-888-31,-6 0-3113 15,-13 0-3985-15</inkml:trace>
  <inkml:trace contextRef="#ctx0" brushRef="#br0" timeOffset="115959.89">17337 16348 9882 0,'0'0'3872'0,"0"0"-3343"16,0 0 495-16,0 0 112 15,0 0-616-15,71 60-296 0,-46-44-128 16,-1-4-88-16,-5 4-8 16,1 1-64-16,-4-5-528 0,-4 7-1392 15,-4-3-2241-15,4-4-4225 0</inkml:trace>
  <inkml:trace contextRef="#ctx0" brushRef="#br0" timeOffset="116194.25">17592 16269 6209 0,'0'0'5633'0,"0"0"-3673"15,0 0-87-15,0 0-313 16,0 0-624-16,-127 101-456 15,99-63-167-15,-4-1-161 16,8-3-88 0,0 0-64-16,8-9-184 15,0 3-457-15,-1-1-623 0,2-3-1440 16,7-4-5162-16</inkml:trace>
  <inkml:trace contextRef="#ctx0" brushRef="#br0" timeOffset="117287.93">18874 15687 4064 0,'0'0'6170'16,"0"0"-4226"-16,0 0-240 16,0 0-63-16,0 0-281 31,0 0-440-31,22 7-56 0,-3-7-215 16,5 0-329-16,4 0-152 0,-1 0-72 15,2 0-96-15,-1 0-120 0,-4 0-264 16,-5 0-385-16,-2 0-559 15,-1 0-1064-15,-8 0-2489 16,-4 4-2009-16</inkml:trace>
  <inkml:trace contextRef="#ctx0" brushRef="#br0" timeOffset="117490.71">18931 15837 9329 0,'0'0'3097'16,"0"0"-1721"0,0 0-47-16,0 0-17 15,0 0-576-15,0 0-352 16,128 8-248-16,-97-8-136 0,1 0-472 16,0 0-584-16,-4 0-896 15,-8 0-3490-15</inkml:trace>
  <inkml:trace contextRef="#ctx0" brushRef="#br0" timeOffset="118071.17">20039 15190 3040 0,'0'0'7458'16,"0"0"-6346"-16,0 0 56 16,0 0 313-16,-41 5-593 15,27 13-488-15,-6 9 104 0,-1 8 104 16,-2 3-104-16,7 6 8 16,4 1-128-16,5-3-24 0,7-5-88 31,0-2-215-31,0-3 31 15,19-6-88-15,1-5-8 16,8-8-201 0,-4-3 9-16,-2-10-72 0,11 0-200 15,-9 0 192-15,4-3 32 16,-7-10 48-16,-6-3 8 0,-2 4 112 16,-10-1 80-16,-3 0 0 15,0 1 0-15,0 2 128 16,-12 3 88-16,-7 4-8 15,-2 3-88-15,-7 0 0 16,4 3-32-16,1 16-88 16,-1 4 0-16,11-5-280 15,10 18-1104-15,3-11-1833 0,0-3-4008 16</inkml:trace>
  <inkml:trace contextRef="#ctx0" brushRef="#br0" timeOffset="118414.9">20510 15468 9554 0,'0'0'5105'0,"0"0"-4153"15,0 0-312 1,0 0 288-16,0 0-312 16,0 0-288-16,0 0-40 0,-72 127-136 15,65-102-128-15,-2 1-16 16,1-6-8-16,4-6-328 0,1 4-472 15,3-9-1080-15,0 0-2577 16,3-9-4233-16</inkml:trace>
  <inkml:trace contextRef="#ctx0" brushRef="#br0" timeOffset="118914.88">20558 15250 3328 0,'0'0'9130'31,"0"0"-6881"-31,0 0-913 16,0 0-160-16,0 0-384 0,0 0-496 15,0 0-152-15,0 0-96 16,116 0 0-16,-97 0-48 0,1 9-8 15,-8-3-88-15,-4 4-48 16,-8-1 40-16,0 3 104 16,0 1 48-1,-4 1 32-15,-12-3 88 0,4-4-16 16,0 0 25-16,4-4-25 16,5 3-80-16,3-6-72 0,0 0-8 15,0 0-216-15,0 4-337 16,11-2-63-1,6 1 176-15,2 4 8 16,-3 3 96-16,-4 2 216 0,4 10 32 16,-8 1 8-16,-4 5 88 15,-4 1 88-15,0-4 176 0,-15-2 280 16,-10-5 80-16,-6-7-24 31,-1-2-79-31,4-6-137 0,7-3-80 16,6 0-200-16,2 0-104 15,13 0-368-15,0-3-897 0,13-3-2696 16,6-1-8873-16</inkml:trace>
  <inkml:trace contextRef="#ctx0" brushRef="#br0" timeOffset="119289.86">21020 15468 9994 0,'0'0'5033'0,"0"0"-3969"0,0 0-168 16,0 0-120-16,12-117-264 15,4 95-280 1,-4 0-40-16,0-1-47 15,-4 7 7-15,-5 0-96 16,2 7 104-16,-5 6-72 0,0 3 16 16,0 0-104-16,0 0 0 0,0 22-40 15,-5 12 40-15,2 4 8 32,-8 7 48-32,2 2-48 0,5-5 56 15,0-6-56-15,0-7 0 16,-1-8 0-16,5-1-8 0,-2-8-192 15,2 0-577-15,0 1-1167 16,0-6-4025-16</inkml:trace>
  <inkml:trace contextRef="#ctx0" brushRef="#br0" timeOffset="119540.78">21391 15446 11962 0,'0'0'4105'15,"0"0"-2505"-15,0 0-95 16,0 0-441-16,0 0-672 15,0 0-392-15,0 0-264 0,-8 3-608 0,-1 6-1105 16,5 1-3296-16</inkml:trace>
  <inkml:trace contextRef="#ctx0" brushRef="#br0" timeOffset="119977.79">21813 15458 10506 0,'0'0'5769'0,"0"0"-4745"0,0 0-408 16,0 0 24-16,0 0-319 15,0 0-193-15,28-101-80 0,-24 76-32 0,4 2-8 16,-3-2 40 0,-1 6-40-16,3-1 56 15,-7 2-64-15,4 4-8 0,-1 2 8 0,2 6 0 0,-5 1-8 47,0 1-80-47,0 4 32 0,0 0-160 16,0 9 47-16,0 16 169 0,0 14 40 15,-5 2 65-15,2 7-9 0,-1-7-48 16,1 3-40-16,-1-5-8 0,0-7 40 31,-1-7-40-31,1-6 0 16,0-4-273-16,4 1-679 0,0-4-1720 16,0-8-5202-16</inkml:trace>
  <inkml:trace contextRef="#ctx0" brushRef="#br0" timeOffset="120399.64">22137 15272 6129 0,'0'0'7721'0,"0"0"-6096"16,0 0-697 0,0 0 192-16,0 0-400 15,-24 111-400-15,24-79-216 16,0-7 33-16,0-3-33 0,15-6-96 16,1-7 40-16,7-2-40 15,3-7 40-15,1 0-48 0,0 0 0 16,2-16 0-16,-5 0-8 15,-4-6 8-15,-5-1 0 0,-2-2 0 16,-5-1 0-16,-4-3 0 0,-4 5 16 16,0-5 40-16,-8 7 80 15,-12 3 24-15,-1 3-96 0,-6 9 8 16,-6 7-72-16,-6 4 0 16,3 22 0-16,1 8-224 15,7 7-248 1,7-3-161-16,14 11-791 15,7-12-1072-15,0-8-3538 0</inkml:trace>
  <inkml:trace contextRef="#ctx0" brushRef="#br0" timeOffset="120680.87">22200 14878 12514 0,'0'0'2377'15,"0"0"-1729"-15,0 0 88 16,0 0-64-16,0 0-440 0,0 0-232 15,116 0-32 1,-76 0-680-16,-12 0-1296 16,-4 0-4714-16</inkml:trace>
  <inkml:trace contextRef="#ctx0" brushRef="#br0" timeOffset="121118.35">22567 14630 12186 0,'0'0'3897'0,"0"0"-3233"0,0 0 472 16,0 0-199-16,0 0-561 16,0 0-64-1,0 0-88-15,0 0-96 16,99 29-40-16,-76-23-8 0,3-6-80 16,-7 0-8-16,5 7 8 15,-8-2-80-15,-8 5-48 0,-1 12-32 16,3 10 32-1,-10 6 32-15,0 13 48 16,0 0 40-16,-10 0 8 16,3-7 0-16,-5-2 0 0,4-11 0 15,0-5 0-15,3-7-8 16,2-6-448 0,3 2-433-16,0-5-1295 15,0-4-3489-15</inkml:trace>
  <inkml:trace contextRef="#ctx0" brushRef="#br0" timeOffset="121337.09">22603 14925 8345 0,'0'0'6042'15,"0"0"-4242"-15,0 0-216 16,0 0-295-16,0 0-577 0,112-9-448 15,-69 2-160 1,-2 2-104 0,-2 1-240-1,8 4-696-15,-15 0-1073 16,-9 0-4328-16</inkml:trace>
  <inkml:trace contextRef="#ctx0" brushRef="#br0" timeOffset="122179.49">19971 14751 2832 0,'0'0'2713'0,"0"0"-881"31,0 0 289-31,0 0 15 15,0 0-512-15,0 0-311 16,0 0-145-16,-119 149-160 0,95-79-192 16,8 6-128-16,1 0-215 15,2 1-145-15,6-4-112 0,-2-8-72 0,6 0-40 16,-2-5-24 0,1-6-64-1,0 0 40-15,4-6-40 16,0-7-16-16,0-2 0 0,0-8-8 15,0-6-304-15,13-6-208 16,2-2-289-16,17-8-743 0,-4 0-2553 16,-4-2-3833-16</inkml:trace>
  <inkml:trace contextRef="#ctx0" brushRef="#br0" timeOffset="123054.45">23211 14655 8513 0,'0'0'3865'15,"0"0"-3297"-15,0 0 681 16,0 0 63-16,0 0-512 15,5 109-272-15,8-65-136 16,-2 1 8-16,0 2 32 16,3 7-144-16,-8 0-136 15,-1 4-32-15,-5-5-72 0,0-2 9 16,-5-1-41-16,-15-2-8 16,2-3 40-16,-6-7-48 15,3-3-56 1,2-4-289-16,3-4-279 31,4-9-576-31,8 1-616 16,4-3-1185-16,0-9-3192 0</inkml:trace>
  <inkml:trace contextRef="#ctx0" brushRef="#br0" timeOffset="123662.9">23588 14332 9209 0,'0'0'2737'15,"0"0"-1153"1,0 0 161-1,0 0-257-15,0 0-536 0,0 0-256 0,0 0-375 16,35-3-105-16,-16 3-136 16,6 0-64-16,-1 0 40 15,0 0-56-15,-8 0 0 16,-9 9-136-16,-2 7-121 0,-5 6 145 16,-5 7 72-16,-14 0 40 15,-13 5 80-15,4-5-32 16,-4-1-40-16,8-2 129 47,3-10 47-47,10-4-24 0,8-2-72 15,3-4-24-15,0 0-64 16,14-3 160-16,15 4 72 0,7-7-72 16,4 0-160-16,-4 0 0 0,0 0-8 15,-8 0-208-15,-12-7-296 16,-1 7-625-16,-11 0-1647 31,-4 0-6618-15</inkml:trace>
  <inkml:trace contextRef="#ctx0" brushRef="#br0" timeOffset="125452.53">19522 16027 128 0,'0'0'4096'0,"0"0"-2439"16,0 0 271-16,0 0 17 16,4 0-209-16,3 0-504 15,5 0-336-15,4 0-223 0,-1 0-129 16,6 0-72-16,3 0-112 16,4 0-88-16,0 0 192 15,3 0-200-15,10 0-8 16,2 0-56-16,5 0-24 31,4 0-40-31,-1 0-8 16,4 0-56-16,5 3 0 0,-3 0-64 15,7-3 64-15,-4 0-64 16,0 0 64-16,-1 0-64 0,5 0 40 16,-4 0-40-16,4 0 80 15,-1 0-80-15,2 0 8 0,-1 0-16 47,-1 0 0-47,1 0 0 16,7-3 16-16,-3 0-8 0,4-3 0 15,0 6 0-15,-1-6-8 16,-2 6 0-16,2-3-56 16,-4 3-16-16,2 0-8 0,-5-4-16 15,-4 4 0-15,6-3 40 16,-6 3-40-1,1-7 88-15,-1 4 0 16,-1 0 0-16,1 0-40 0,0-3 48 16,-4-1 8-16,-1 4-8 15,1 0 8-15,-8-1-8 0,3 1 0 16,1 1 0-16,0-2 0 16,1-2 0-16,-3-1 8 0,7 4-8 15,-1-4 0-15,0 5 0 16,0-2 0-16,3-1 8 0,1 2-8 15,0-4 16-15,4 3-16 0,-4-2 0 16,3 0 8-16,-3 3-8 16,4 0 0-1,-8-1 0-15,4 1 0 16,-5 3 0-16,-3 0-64 16,0 0 64-16,0 0 0 0,-1-3 8 15,1 3-8-15,4 0 0 16,-4-2 0-16,-1 2 0 31,5-4 0-31,0 4 0 0,0-3 8 16,-1-1-8-16,1 1 0 15,4 0-8-15,0-3 0 0,-4 2-40 16,4-3 0-16,-1-1 40 31,-3 4-40-31,4-2 40 16,-4-1 0-16,0 5 8 0,-5-5-8 15,-2 4 8-15,-10 3 0 0,2-4 0 16,-14 2 0-16,-7 2 0 0,-8 0-8 16,-4 0 8-16,0 0 0 15,-4 0 8 1,0 0-8 0,-1 0 0-16,-3 0 0 0,5 0 0 15,-2-3 0 16,2 3 0-31,-5 0-80 16,4 0-216-16,-4 0-328 0,0 0-240 16,0 0-360-16,-12 0-1409 15,-4 0-3720-15</inkml:trace>
  <inkml:trace contextRef="#ctx0" brushRef="#br0" timeOffset="126751.92">19960 16472 1384 0,'0'0'2360'16,"0"0"-767"-16,0 0-385 0,0 0 144 0,0 0-64 15,0 0-47-15,0-3 159 16,0 3-352-16,0 0-8 0,0 0-79 15,-4 0-105-15,0 0-24 16,0 0-160 0,-4 5-160-16,4 2-96 15,0 3-168-15,4-4-136 16,0 3-104-16,0-2 64 16,0-4-24-16,4 4-48 0,8-7 8 0,4 0 0 15,-1 0 0-15,4 0 8 31,-1 0-16-31,1 0 8 16,-2 0-8-16,-1-7 0 0,-1-3-8 16,-3 4-40-16,4-3 40 0,-4-3 0 15,0 2 8-15,0-3-8 16,-4-3 0-16,4 4 0 31,-8-1 0-31,4-7 8 0,-4 5 0 31,-4-2 0-31,0-1 16 16,0-1-8-16,0 3 0 16,-16 4 89-16,-4 1 103 0,-4 8-32 15,-4 3-72-15,1 0-88 16,-6 14 48-16,6 7-56 0,3 1-8 16,8 7-264-16,4-4-353 15,12 11-663-15,0-11-1632 0,0-7-4138 16</inkml:trace>
  <inkml:trace contextRef="#ctx0" brushRef="#br0" timeOffset="127142.52">20343 16491 9410 0,'0'0'2616'0,"0"0"-1208"15,0 0 145-15,0 0-473 0,0 0-520 16,0 0-184-16,0 0 72 16,-44 124-232-1,32-99-88-15,3-7-128 16,-2 2 8-16,3-8-8 16,4 2-40-16,-1-12-368 0,1 5-656 15,4-1-1008-15,0-3-2433 31,0 1-1137-15</inkml:trace>
  <inkml:trace contextRef="#ctx0" brushRef="#br0" timeOffset="127648.93">20570 16341 6185 0,'0'0'3937'15,"0"0"-2825"-15,0 0 192 32,0 0 56-32,0 0-503 0,0 0-209 15,0 0-120-15,-56 111-240 16,56-91-144-16,0-5-16 0,6-5 0 16,12-3-48-16,2-5 16 0,-1-2-72 15,9 0 24 1,0-15-48-16,4-7-8 0,-8-2 0 15,0-3-8-15,-4 4 16 16,-8-2 0-16,-8 3 8 16,-4 0 112-16,0-1 232 0,0 4 192 31,-16 4-48-31,-4 2-95 16,0 7-177-16,-4 6-112 0,-8 0-112 15,4 16-152-15,-4 12-169 16,1 7-375-16,11 23-720 15,4-14-1793-15,16-3-5096 0</inkml:trace>
  <inkml:trace contextRef="#ctx0" brushRef="#br0" timeOffset="128008.28">21032 16341 5097 0,'0'0'5137'0,"0"0"-3921"0,0 0 112 16,40-57 81-16,-32 39-729 15,4 4-368-15,-8 5 8 0,0 6 104 16,-4 3-56-16,0 0-120 16,0 0 0-16,0 0 104 0,0 19-64 15,-12 6-88-15,-4 7 80 16,4 6 16-16,0 0-96 0,5 1-112 16,-6-5-24-16,9-5-56 15,0-3-16-15,0-8-32 16,4-2-424-16,0 0-968 0,0-6-2457 15,0-1-3648-15</inkml:trace>
  <inkml:trace contextRef="#ctx0" brushRef="#br0" timeOffset="128273.89">21354 16424 2576 0,'0'0'7482'16,"0"0"-5858"-16,0 0-336 15,0 0-344-15,0 0-543 16,0 0-329-16,0 0-72 0,0 0-513 15,0 0-607-15,0 0-1504 0,0 0-1569 16</inkml:trace>
  <inkml:trace contextRef="#ctx0" brushRef="#br0" timeOffset="129164.48">21284 16411 1384 0,'0'0'5929'0,"0"0"-3224"16,0 0-497-1,0 0-191-15,0 0-393 16,0 0-424-16,-5-3-448 16,14 3-208-16,-2 0-55 0,14 0-129 15,-2-4-56-15,0 2-88 16,10-1-64-1,-1-1-8-15,4 1-88 16,4-2-48-16,-5 5 0 16,-3-7 0-16,4 3-8 0,-11 1-72 15,-2 0-48-15,-10-4 0 16,2 7 24-16,-7 0 24 0,-4 0-16 16,0 0 24-16,0 0-80 31,0 0-88-31,0 0-225 15,0 0-335-15,0 0-504 0,0 0-632 16,0 7-769-16,-4 6-2672 16</inkml:trace>
  <inkml:trace contextRef="#ctx0" brushRef="#br0" timeOffset="129979.39">22029 16220 5729 0,'0'0'2088'0,"0"0"169"16,0 0-201-16,0 0-424 15,0 0-391-15,-21 0-241 16,14 0-128-16,-13 5-336 0,-5 10-104 16,2 7 200-16,-5 3-127 15,-1 7-97-15,6 3-128 0,0 3-24 16,6-2-80-16,6-5-48 16,2 1-56-16,5-7-8 0,4-3-64 31,0 1 0-31,4-8-8 15,9 2-168-15,2-8-88 0,5-6-48 32,1-3-8-32,2 0 136 15,-3 0-24-15,4 0-41 16,-8-12-31-16,0 2 32 0,-4-3 56 16,0-3 72-16,-4 3 72 15,0 0 48-15,-1 1 0 0,-7 2 0 16,0-2 64-16,0 5 40 0,0 1 88 15,0 6 128-15,-15 0 33 16,-5 0-161-16,-4 6-136 16,0 13-40-1,0 7-8-15,-1 3-8 16,11-1-120-16,5-2-409 0,9-1-711 16,0-7-1392-16,5-4-3330 15</inkml:trace>
  <inkml:trace contextRef="#ctx0" brushRef="#br0" timeOffset="130274.43">22176 16541 12722 0,'0'0'3057'0,"0"0"-1561"0,0 0-360 0,0 0-567 16,0 0-361-16,0 0-208 0,-56 86 0 16,49-69-144-16,-1-5-305 0,4-3-311 15,-1 1-680-15,5 0-1169 16,0-5-2752-1,0-1-2320-15</inkml:trace>
  <inkml:trace contextRef="#ctx0" brushRef="#br0" timeOffset="130813.2">22300 16281 7217 0,'0'0'5961'0,"0"0"-4760"0,0 0-441 16,0 0-296-1,0 0-64-15,0 0-136 16,0 0-80-16,0 0-72 0,0 0-32 15,0 0-72-15,115 22 168 16,-115-9 96 0,0 3-24-1,-3-3-56-15,-10 0-16 0,-2-4-48 16,-2-3-8-16,2 1-16 16,7-7-40-16,-1 3 8 0,6-3-72 15,3 0 0-15,0 0-120 0,0 0-304 31,12 0-96-31,0 0 0 16,3 0-16-16,-2 0 72 0,-6 4 224 16,5 11 104-16,-7 1 80 15,-5 6 56-15,0 3 64 0,0 1 72 32,-9-4 136-32,-14-7 128 31,3-2 104-31,-4-6 0 0,3-3-160 15,2-2-72-15,6-2-120 16,1 0-152-16,9 0-48 0,3-9-592 16,0 2-664-16,0 1-3105 0</inkml:trace>
  <inkml:trace contextRef="#ctx0" brushRef="#br0" timeOffset="131585.2">22635 16428 8345 0,'0'0'3857'15,"0"0"-1808"1,0 0-137-16,0 0-584 16,0 0-440-16,12-61-511 15,-4 42-233-15,3 0-72 0,-8 0-64 16,11 0 40-16,-10 2-32 0,-2 2-8 15,7-1 8-15,-9 10-8 16,4-1 80-16,-4 2 16 16,0 0-96-16,0 5 40 0,0 0-48 15,0 0 0-15,0 7 0 16,0 9 0 0,-4 10 16-16,-5 3 64 15,3 2-72-15,-3 1 40 16,4-3-40-16,-2-4 64 0,7-4-72 0,-3-1 8 15,3-4-8-15,-4-4-48 16,0-2-168-16,4 0-208 16,0-1-265-16,-4-2-551 15,4 1-688 1,0-4-1105-16,0 2-2584 0</inkml:trace>
  <inkml:trace contextRef="#ctx0" brushRef="#br0" timeOffset="131913.31">23113 16469 10818 0,'0'0'5249'0,"0"0"-3473"0,0 0-223 16,0 0-553-16,0 0-648 0,-8-13-352 15,3 13-104-15,5 0-560 16,-3 0-1177-16,-5 3-5656 0</inkml:trace>
  <inkml:trace contextRef="#ctx0" brushRef="#br0" timeOffset="132460.16">23463 16424 12106 0,'0'0'4769'16,"0"0"-3777"-16,0 0-103 0,0 0-145 15,0 0-384-15,0 0-264 0,0 0-88 16,52-105 0-16,-45 89 64 15,3-3-72 1,-2 6 8-16,-6 4 0 16,3 3 0-16,-5 6-8 0,0-4-16 15,0 4-40-15,0 0-24 0,0 0-32 32,0 0 16-32,0 14 56 15,0 7 40-15,-5 8 56 16,-5 6-48-16,6 1 0 0,-9-2 56 15,6 1-64-15,-6-7 0 16,5 1-8-16,-3-7 8 0,3-3-288 16,-1-7-408-16,6 8-561 31,3-8-1447-31,0-2-3706 0</inkml:trace>
  <inkml:trace contextRef="#ctx0" brushRef="#br0" timeOffset="132897.64">23811 16339 1296 0,'0'0'8970'15,"0"0"-7146"-15,0 0-1088 0,0 0 689 16,0 0-393-16,0 0-464 16,-32 117-232-16,32-101 24 0,11-9-56 15,2-2-80-15,2-2-24 0,-2-3-48 32,2 0-56-32,6 0-88 15,-10-3-8-15,5-9-136 0,0 2 40 16,1-3-32-16,-10 0 24 15,5 1 24 1,-8-4 72-16,0 0 8 16,-4 4-8-16,0-5-32 15,0 5 40-15,-20 0 0 0,-4 5-8 16,-8 1-40-16,-7 6 48 16,-7 0-8-16,0 0-128 0,5 13-112 15,10 2-128-15,8 14-664 16,10-4-1449-16,9-5-3240 0</inkml:trace>
  <inkml:trace contextRef="#ctx0" brushRef="#br0" timeOffset="133266.76">24090 16243 11026 0,'0'0'4457'0,"0"0"-2641"32,0 0-383-32,0 0-553 0,0 0-592 15,0 0-112-15,0 0-72 16,0 0-104-16,24 0-48 0,-5 0-48 16,-3 0-216-16,5 0-160 15,-10 0-265-15,13 0-631 31,-5 0-1544-31,-6 0-4786 16</inkml:trace>
  <inkml:trace contextRef="#ctx0" brushRef="#br0" timeOffset="133726.24">24400 16062 6529 0,'0'0'7225'0,"0"0"-5400"16,0 0-641-16,0 0-64 15,0 0-360-15,0 0-383 16,9 0-17-16,3 0-184 16,2 0-72-16,3 0-88 0,0 0-8 31,-6 3-8-31,5 4 8 0,-4 2-8 16,0 1-96-16,0-1 16 15,0 4-64-15,-4 7 8 16,-4-3 0-16,0 7-88 0,-4-3 152 15,0 2 32-15,-4 2 40 16,-8-2 48-16,0-2-40 0,-4 2 0 31,4-7-8-31,0-1-32 16,0 2-153-16,5-5-439 16,3 1-368-16,4 3-920 0,0 0-1169 0,0-10-2576 15</inkml:trace>
  <inkml:trace contextRef="#ctx0" brushRef="#br0" timeOffset="133991.84">24452 16252 9642 0,'0'0'4088'0,"0"0"-2639"16,0 0-313-16,0 0-360 15,0 0-504-15,0 0-176 0,148-22-96 16,-112 19-344-16,-8-4-664 31,4 7-704-31,-8 0-2385 0,-13 0-2481 16</inkml:trace>
  <inkml:trace contextRef="#ctx0" brushRef="#br0" timeOffset="135272.09">18230 17529 672 0,'0'0'6225'0,"0"0"-2064"16,0 0-2665-1,0 0 89 1,0 0-17-16,0 0-408 0,0-38-416 16,0 38-104-16,0 0-127 15,0 0-145-15,0 0-88 0,0 7-192 16,0 5-32-16,-4 7 40 0,0 3 24 31,0 10 8-31,-4 0 40 16,-1 9-64-16,2-6 32 15,-6 6-128-15,6 0 64 0,-1-2-56 16,0-5-8-16,0 2 0 16,-4-8-8-16,8-7-80 0,-3-1-152 31,1-11-144-31,3-2-184 15,3-7-353-15,0 0-1095 0,0 0-3401 16</inkml:trace>
  <inkml:trace contextRef="#ctx0" brushRef="#br0" timeOffset="135710.35">18549 17377 2696 0,'0'0'7850'16,"0"9"-6002"-16,-16 20-320 15,-12 3 9-15,-8 5-249 16,-8 8-640-16,0-4-144 0,-4 1-32 15,-7-5-200-15,7 2-135 0,-1-11-57 16,6 1-24-16,11-4-48 16,4-9 0-16,8 0-8 15,5-10-16-15,11-2-168 0,4-4-233 16,0 0 25-16,4 0 320 0,15 0 72 16,5 0 56-16,4 0 96 0,8 0 40 15,4 9-8-15,0 4 16 16,-5-1-103-16,5 1-1 15,-7-3-88-15,-6-1 8 0,-3 0-8 16,-8-2-8-16,-4-4 0 16,-4 1-96-16,0-1-49 0,-8-1-119 15,4 2-216-15,4 5-632 0,-1-2-984 16,-1-2-2841-16</inkml:trace>
  <inkml:trace contextRef="#ctx0" brushRef="#br0" timeOffset="136319.71">18871 17846 3384 0,'-7'-6'8610'0,"7"-4"-6105"16,-8 1-489-16,3 0-344 0,1-1-639 15,-3 1-377-15,3 2-192 16,-4 1-88 0,-8 6-80-16,0 0-248 15,0 0-48-15,-8 13 0 0,-4 12 0 16,1 10 88-16,6 6-40 15,4-4-48-15,14 2 0 16,3-7-16 0,0-7 8-16,17-9 8 0,7-7-8 15,3-9-88-15,1 0 40 16,3-15-40-16,-3-14-80 0,-7 0-56 16,-1 4-40-16,-2-3 168 15,-8-1 8-15,-2 1 80 0,-4 5 8 47,-1 4-48-47,1 4 56 16,-4 8-16-16,4 4 16 0,-4 3-80 15,0 0-56-15,0 22 136 16,0 3 176-16,0 11 64 0,4 2-144 16,0-3 8-16,1-4 16 15,-1-2-48-15,-1-7-24 16,4-6-48-16,-2-3-56 0,0-11-48 15,-5 2-184-15,0-4-200 16,0 0-457-16,0 0-455 0,0 0-672 16,0 9-921-1,0-2-1480 1,0 2-176-16</inkml:trace>
  <inkml:trace contextRef="#ctx0" brushRef="#br0" timeOffset="136647.81">19605 17653 7817 0,'0'0'8706'0,"0"0"-7418"0,0 0-824 15,0 0-136-15,0 0-159 32,119-41-169-32,-91 34-97 15,-7 7-271-15,-7-3-376 0,-4 3-880 16,-6 0-1113-16,-4 10-2592 15,0-1-2543-15</inkml:trace>
  <inkml:trace contextRef="#ctx0" brushRef="#br0" timeOffset="136835.29">19613 17745 1568 0,'0'0'9354'0,"0"0"-6722"16,0 0-1031-16,124 3-281 0,-77-3-336 15,5 0-488-15,-3-7-32 0,-2 7-464 16,-11 0-960-16,-20 0-3481 16</inkml:trace>
  <inkml:trace contextRef="#ctx0" brushRef="#br0" timeOffset="158009.09">20520 17262 184 0,'0'0'336'0,"0"0"568"15,0 0 4953 1,0 0-4017-16,0 0-535 0,0 0 215 16,6 0-112-16,-6 0-447 15,0 0-161-15,4 0 16 16,-4-4-32-16,0 4-48 0,0 0-104 16,0 0-168-1,0 11-143 1,0 17 167-16,0 11 176 15,0 11-216-15,-10 7-232 0,-4-2-96 16,2-2 16-16,0-5-136 16,0-11 104-16,0-8-96 0,8-6 0 15,4-14-8 1,0-2-16-16,0-7-64 16,0 0-40-16,20 0 112 15,4 0 8-15,4-7 8 0,4-6 56 16,0 1-56-16,-1 0 0 15,2-5-8-15,-6 7 0 0,-2 1 0 32,-6 4-104-32,1 1-32 31,-8 4-56-31,-3 0-104 0,-6 0-152 16,0 0-88-16,-3 0-161 15,0 4-335-15,0 1-616 0,0 2-833 16,0-2-2416-16,0-5-1560 0</inkml:trace>
  <inkml:trace contextRef="#ctx0" brushRef="#br0" timeOffset="158352.81">20769 17420 8889 0,'0'0'4329'0,"0"0"-3120"16,0 0 191-16,0 0 128 16,0 0-512-16,-20 116-255 0,12-69-105 15,0 3-160-15,0-2-80 16,0 0-120-16,1-7-184 0,-6 1 8 31,5-8-40-31,4-5-80 16,-3 0-168-16,-2-4-288 0,1-3-304 15,1 4-104-15,-1-4-409 16,-1-1-559-16,-10 2-1113 0,6-4-2808 16,2-6-1503-16</inkml:trace>
  <inkml:trace contextRef="#ctx0" brushRef="#br0" timeOffset="158712.19">21140 17757 15667 0,'0'0'4057'16,"0"0"-2793"-16,0 0 96 0,0 0-55 15,0 0-433-15,0 0-560 16,-4-16-312-16,4 16-360 0,0 0-320 31,0 0-553-31,0 0-367 16,0 7-320-16,-13-1-1937 0,2 1-6321 16</inkml:trace>
  <inkml:trace contextRef="#ctx0" brushRef="#br0" timeOffset="159212.16">21622 17793 6489 0,'0'0'9210'16,"0"0"-7706"-16,0 0-824 0,0 0-208 15,0 0-128-15,0 0-223 16,63-128-73-16,-38 99-40 15,-6 1 8-15,2 3 32 0,-6 3-48 16,-6 2 16-16,2 8-8 16,-7 2 0-16,0 7 0 0,-4 3 0 47,0 0-8-47,0 16-56 15,-4 16 56-15,-11 9 176 16,2 10 64-16,-6 4-24 0,6-9 32 15,-2 5-96-15,7-13-80 16,0-2-64-16,4-8-8 16,0-9-120-1,-1-3-240-15,5-7-352 0,0-9-793 16,0 0-2320-16,5 0-1736 16</inkml:trace>
  <inkml:trace contextRef="#ctx0" brushRef="#br0" timeOffset="159586.9">21905 17773 10002 0,'0'0'3064'0,"0"0"-1247"15,0 0-449-15,0 0-272 0,-12 112-616 16,20-91-232-16,8-4 48 15,12-4-32-15,-4-7-143 0,11-3-41 16,2-3-64-16,-5 0 48 0,8-9-16 16,-9-11-40-16,-3-2 0 15,-13-3 0-15,-2-4-8 16,-9 1 0 0,-4-1 0-16,0 0 64 15,-8 4 104-15,-12 2 64 0,-9 5-64 16,2 2-88-16,-1 4 56 0,-4 8 8 15,-3 4-16-15,3 4-128 0,0 20-64 16,4 5-112 0,8 6-368-16,12 3-385 15,8 3-1135-15,0-6-3465 16,16-10-4449 0</inkml:trace>
  <inkml:trace contextRef="#ctx0" brushRef="#br0" timeOffset="159915">22487 17462 10066 0,'0'0'6617'16,"0"0"-5273"-16,0 0-591 0,0 0-9 16,0 0-248-16,0 0-280 15,0 0-104-15,72-13-104 16,-49 13-8-16,-2 0-160 0,-10 0-368 15,-11 0-537 1,0 7-1575 0,0-1-6682-16</inkml:trace>
  <inkml:trace contextRef="#ctx0" brushRef="#br0" timeOffset="160336.85">23018 17345 8145 0,'0'0'4569'16,"0"0"-3080"-16,0 0 23 15,0 0-136-15,0 0-608 16,0 0-416 0,0 0-112-16,0 0-16 47,19-76-71-47,-19 76-137 0,0 16-8 15,0 12 392-15,-8 10-88 16,-3 0-72-16,-2 7-72 31,1-4 8-31,1-4-56 0,2-8-112 16,5-6-8-1,4-7-32-15,-4-6-400 16,4-5-528-16,0-5-1241 0,0 0-5449 16</inkml:trace>
  <inkml:trace contextRef="#ctx0" brushRef="#br0" timeOffset="160571.22">23220 17290 6513 0,'0'0'5225'16,"0"0"-3577"-16,0 0-375 15,0 0-17-15,65-82-384 0,-57 76-512 16,-5 6-160-16,-3 0-56 15,0 19 184-15,0 16 184 0,-7 8-160 16,-11 6-127-16,8-2 31 16,-7-2-152-16,6-10-104 0,-2-3-48 15,2-3-521-15,3-11-911 16,-1-5-3705-16</inkml:trace>
  <inkml:trace contextRef="#ctx0" brushRef="#br0" timeOffset="163099.37">17576 17193 640 0,'0'0'6833'15,"0"0"-5193"-15,0 0-1039 0,0 0 343 16,0 0 144-16,0 0-472 15,0 0-136-15,12-29 104 0,-12 26 57 16,0 3-9-16,0 0-24 16,0-4-104-16,0 4-64 15,0 0-168-15,0 0-152 0,0 7 112 16,4 9 168-16,-4 12-56 16,4 5-80-16,-4 4 32 0,0 11-40 15,0 3-16-15,0 2 33 31,-4 12-57-31,0-2-64 32,-8 3 64-32,8-2-32 0,-4 2 72 0,-4 1-80 15,9-1-48-15,-10 1-8 0,1-1-64 0,5-2-8 16,-2-4-32-16,-3-5-16 16,5-5 16-16,-2-2 32 15,5-10-40-15,-3-7-16 16,-1 1 24-16,4-6-16 0,-1-1 8 15,5-5-8-15,-8-2 0 16,5-1 0 0,-1-2 0-16,0-3 0 15,4-1 0-15,0-5-8 0,0-3-80 16,0 1-48-16,0-4 16 16,0 0 24-1,0 0 32 1,0 3 64-16,0-3-8 0,4 0 8 0,7 2 0 15,2-2 8 1,-2 0 0-16,6 0 40 0,6 0-48 16,5 0 8-16,8 0-8 15,7 0 16 1,10 0 32 0,2-2-48-1,10-8 8-15,-5 4-8 0,7-5 8 0,-3 3 0 16,3-1-8-1,-3-1 8-15,0 3-8 0,4 0 16 0,-4 2-8 32,0-2-8-32,3 2 8 15,1-2-8 1,-1 0 8-16,2 1-8 0,2-3 0 16,0 2 0-16,6 1-8 15,-7-4 8-15,7 7 16 0,-5-7-8 0,8 4-8 16,-5-3 0-16,1 2 8 15,0 1 0-15,4 3-8 32,-5-4 0-32,5 1 0 0,0-1 8 15,-1 2-8-15,1-2 0 16,-4 0 8-16,0 1-8 0,-5-1 8 16,2 1-8-16,-2 0 0 15,0-1 0-15,-4 5 0 16,6-5 0-16,-5 1 0 0,2-1 0 15,-4 4 8-15,1-4 0 16,-3 2 0-16,0-2 0 0,-4 5 80 0,-1-2-40 16,5 1-40-1,0-3 8-15,-1 2 32 16,-3-3-40-16,4 4 32 16,-4 1-40-1,3 2 0-15,-3-3-8 0,0 3 8 0,-4 0 0 16,4-4 8-1,-4 2-8-15,4 2 0 0,-4-3 0 0,7-1 0 32,1 1-8-32,-4-1 0 0,7 4 8 15,-3-3 0 1,-4 0 0-16,3 0 0 0,-3 3 8 0,0 0-8 16,4 0 0-1,-4 0 0-15,0 0 8 0,3 0-8 31,-3 0 8-31,0 0-8 0,5 0 0 16,-2-4 0-16,-3 4 8 31,0-3-8-31,-2 1 0 0,-1 2 8 16,-5-5-8-16,-4 5 8 16,-1 0-8-16,-2 0-8 15,-3 0 8-15,4 0 8 0,-11 0-8 16,1 0 0-16,-4 0-8 15,0 0 0-15,-4-2 8 0,-5 2 0 32,-4-3 0-32,2 0 0 0,-4 3 0 15,-10-4 8 1,-3 1 0-16,0 0 0 0,-4 0 48 0,4-1-48 16,-4-2 8-1,3-4-8-15,-3-2-8 0,5 3 0 0,0-4 0 16,-2-3-72-16,1-3 72 0,0-4 0 31,-4 1 0-31,4-2 0 0,-4-5 0 16,4 0 8-1,0-6-8-15,1 0 0 0,-2-6 0 0,1-7 0 16,4 4 0 0,0-7 0-16,0 0 8 0,0 3 0 31,4-6-8-31,0 4 0 0,0 2 8 15,4 0-8-15,0-2 0 16,-5 4-8-16,6 3 8 0,-1 2-8 16,-1 2 8-16,-3 4-8 15,-3 5 8-15,-2 3 0 32,-3 5 0-32,0 3 0 0,-4 4 8 15,4 2 40-15,-4 6-32 16,0-2-16-16,0 5 8 0,0-1-8 0,0 2 0 15,0 3-64 1,0 0 8-16,0 0-16 16,0 0 24-1,0 0-96-15,0 0-56 0,0 0-88 16,0 0-136 0,-8 3-80-16,-3 12-393 0,-3-2-887 0,0-3-3609 15</inkml:trace>
  <inkml:trace contextRef="#ctx0" brushRef="#br0" timeOffset="166117.26">17596 17033 184 0,'0'0'176'15,"0"0"4937"-15,0 0-3297 0,0 0-80 0,0 0-39 16,0 0-145 0,0 0-528-1,0 7-127-15,0-7-81 0,0 0-88 16,0 0-192-16,0 0-64 15,0 0-24-15,0 0-48 16,0 0-80-16,0 0-80 16,0 0-136-16,8 0 0 15,0 0 16-15,-1 0 0 16,6 0-112-16,-1 0 40 0,7 0 17 16,2 0 15-16,3 0 48 15,4 0 8-15,0 0-80 16,4 0 16-16,2 0-16 0,3 0-8 47,3 0-32-47,4-4 40 15,-4 1-48-15,-1 1 0 0,2-5 56 16,-2 4-64-16,-3 0 0 16,-4 3 8-16,0-3 0 0,-1-1 0 15,-3 4 0-15,4 0 8 16,5-3-8-16,-5 0 0 0,3 0 0 15,1 0-8-15,0-1 0 16,3 1 0-16,-2 1 0 16,-1 2 8-16,-2-3 0 0,3 3-8 15,-1 0 0-15,1-4 0 16,-10 4 8 0,5-3 0-16,-9 3-8 0,2 0 0 15,-1 0 8-15,-4 0-8 16,3-4 8-16,4 4-8 15,-2 0 0-15,3 0 0 0,0 0 0 16,4 0 16 0,-4-3-16-16,4 3 0 15,-4 0 8-15,4 0 0 0,0 0-8 16,3-3 0-16,-4 0 8 16,-2 3-8-16,3 0 8 15,-4 0-8-15,0-3 8 0,-4 3-8 31,0 0 8-31,-5 0 0 0,2 0 40 16,3 0-40-16,-5 0 0 16,9 0 0-16,4 0 0 15,0 0 0-15,8 0 8 0,-4 0-8 16,4 0-8-16,-5 0 8 31,-4 0 0-31,2 3-8 0,-5 0 8 16,-4 0 0-16,4 0 0 15,-4 1 56-15,8-4-56 32,-4 0 40-32,4 0-32 0,4 0 32 15,-5 0-40-15,5 0-8 0,-4 0 8 16,0 0-8-16,4 0 16 16,-5 0-16-16,-3 0 8 0,9 0-8 15,-9 0 8-15,4-4-8 16,0 1 0-16,-1 3 8 0,-3 0-8 15,0-3 0 1,-2 3 0-16,8 0 0 16,-11 0 0-1,9-3 0-15,-8 3 0 0,0 0 0 0,4 0-8 16,-3 0 16-16,-6 0-8 16,5 0 0-16,4 0 0 0,-4 0 0 31,3 0 0-31,2 0 0 15,7 0 0-15,-4 0 0 0,7 0 0 16,2 0 0-16,-2 0 8 16,-4 0 0-16,5 0-8 0,0 0 0 15,-3 0 0-15,-2 0 8 32,1 0-8-32,0 0 0 31,1 0 8-31,-2 0-8 0,0 0 8 15,5 0-8-15,-8 0 0 16,0 0 0-16,-4 0-8 0,0 0 8 16,0 0-8-16,0 0 8 15,-4 0 0-15,4 0 0 16,0 0 0-16,0 0 8 0,-1 0-8 16,6 3 0-16,-1-3-8 15,0 3 8-15,2-3 8 0,3 0-8 16,3 0 0-16,-5 0 0 15,2 0 0-15,-5 0 0 32,0 0 0-32,0 0 0 15,-1 3 0-15,1-3-8 0,0 0 8 16,-1 4 0-16,-2-4 8 16,3 0-8-16,0 0 0 0,-4 0 0 15,2 0 0 1,3 0 0-16,-1 0 0 0,0 0 0 0,-4 0 0 31,4 0 0-31,0 0 0 16,-1 0 8-16,0 0-8 0,2 0 0 15,-1 0 0-15,4 0 0 16,-4 0 0-16,4 0 8 16,0 0-8-16,0 0 0 0,-1 0 0 15,2 3 0-15,-1 1 0 0,-5-4 0 16,1 0 0-16,4 3 0 0,-4-3 0 15,3 0 0 1,-3 0 8 0,-4 0-8-16,4 0 0 15,0 0 0-15,-4 0 0 0,0 0 8 16,0 0-8-16,-4 0 0 0,0 0 0 16,-1 0-8-16,1 0 8 0,-7-3 8 31,-2-1-8-31,6 1 0 15,-6-1 0-15,5 1 8 16,1 0-8-16,3 0 0 0,-5 0 8 16,5 3-8-16,0-3 0 0,0 0 0 15,-2 3-8-15,0 0 8 32,-6 0 0-32,0 0 0 15,-5 0 0-15,2 0 0 0,-6-4 8 16,6 4-8-16,-5 0 0 15,-1 0 0-15,0 0 0 0,7 0-8 16,-10 0 8-16,3 0 8 31,1 0-8-31,-4 0 72 16,-4 0-24-16,0 0 24 0,0 0 24 0,0 0-8 16,0 0-80-16,0 0 8 15,0 0-16-15,0 0 8 16,0 0 0-1,0 0 0 1,0 0-8-16,0 0 8 16,0 0 40-1,0 0-40-15,0 0-8 0,0 0 0 16,0 0-104-16,0 0 8 0,0 0-144 16,-4 0-88-16,-4 0-568 0,1-3-1561 15,3-4-11618-15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6-17T21:47:19.0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993 11785 200 0,'0'0'544'0,"0"0"4265"15,16 16-416-15,-16-16-3569 16,4 0 168-16,0 0 64 0,-4 0-216 15,4 0-423-15,-4 0-25 16,0 0 24-16,3 0-16 0,2-4 8 16,0-1-8-16,-2-8 8 15,5-6-32-15,0-4-16 16,0-2-56 0,4-9-48-16,4-5-40 0,-4-2-112 15,0 0-40-15,4-4-56 16,-4 7-8-16,-1 0 16 31,-2 9-8-31,-1 11-8 16,-4 5 8-1,-2 9-8-15,3 4-48 0,-5 13-312 16,4 28 360-16,1 23 24 0,3 18 248 16,-5 10-128-16,5 0-72 15,5-2-64-15,-6-11 0 0,0-13 0 16,2-11 40-16,0-11 16 15,-7-15-56-15,3-17 0 16,-5-2 0-16,4-10-8 0,-4 0-80 16,0 0 80-16,0 0 64 0,0-15-64 15,0-5 0-15,0-6-8 16,0 1-48-16,-4 0 48 31,-3-7 0-31,3 3 0 0,-5 1 8 16,1-4 0-16,4-2 0 15,4 2 0-15,0 3 8 0,0 0 40 0,0 0-48 16,16 5 0-16,0 2-16 16,5-1 8-1,2 7 0-15,1 7 0 16,-8 2-56-16,4 4 8 0,-4 3 8 16,-4 0-32-16,0 0-8 15,0 12-24-15,-1 2-48 0,-6 4 0 16,-5 1-8-16,0 3 168 31,0 1 0-31,-16-4 136 0,0 3-64 16,-4-6-56-16,4 0 112 15,0 0-120-15,8-10 8 0,3 0-16 16,5-2-104-16,0-4-256 16,0 0-296-16,0 0 32 31,9 0 368-31,11 0 248 0,0-13 8 31,0-3 48-31,3-3-48 16,-2-1-8-16,3 2 0 15,-10-5 8-15,3 4 0 0,0 1 0 16,-9 2 0-16,-1 6 0 16,-3 7 8-16,0 3-8 0,-4 0 0 15,0 13 0-15,9 9 392 16,-2 7-80-1,9 0-176-15,-4-4-128 16,7-3 168-16,2-9 72 0,-1-7-48 16,8-6 96-16,-5 0-96 15,9-6-64-15,-5-17-48 0,2-5-24 16,-5-1-64-16,-3-2 48 16,-10-1-40-1,-7 0-8-15,-4 0 8 16,-4 7-8-16,-24-1 0 0,-4 8 8 15,-11 1-8-15,-5 7 8 16,-4 10 0-16,0 0 48 0,8 23-48 16,4 12 8-16,12 6-16 15,13 7-104-15,15 12-240 0,12-10-1376 16,12-11-4489-16</inkml:trace>
  <inkml:trace contextRef="#ctx0" brushRef="#br0" timeOffset="779.93">2081 11485 13170 0,'0'0'1665'0,"0"0"-1185"15,0 0 624-15,-28 133-312 16,25-92-384-16,3 3 16 0,0-5-256 16,0-2-48-16,0-2-72 0,0-3-40 15,3-10-8-15,-3-6 0 16,4-4-200-1,-4-2-192-15,0-10-104 16,0 0 16-16,0 0-120 16,0-13-168-16,0-8 144 15,0-5 264-15,-7 0 168 0,3 0 80 32,0 8 112-32,0-2 0 0,4 6 152 31,0 7 216-31,0 4 32 15,0 3-80-15,4 0-192 16,7 3 152-16,5 9-88 0,8 1-80 16,-4-4 24-16,8 1-24 15,-4-6-56-15,8-4 72 0,-4 0-32 16,0 0-88-16,-1-7-8 16,2-6-32-1,-6-3-168-15,1 1 8 16,-7-2 8-16,-2 2 0 0,2-5-64 15,-10-1-88-15,5 1 136 16,-8-1-48-16,-4-5 104 0,0 1 56 16,0-2 72-16,0-1-32 15,-4 6 48-15,-4 3 8 16,1 6 48-16,-2 6 168 0,1 7 176 16,4 0-392 15,0 0-8-31,-3 7 8 0,7 20 160 0,-4 7 152 0,-1 7 40 15,5 10 72-15,0-3-104 16,0 3 144-16,0-7-208 16,0-4-112-16,0-1-72 0,5-11-32 31,-1 1-48-31,3-6-88 0,-3-8-552 16,0 1-664-16,-4-6-857 15,8-4-3224-15</inkml:trace>
  <inkml:trace contextRef="#ctx0" brushRef="#br0" timeOffset="1076.79">2819 11747 11738 0,'0'0'1568'0,"0"0"-583"16,0 0 151 0,0 0-336-1,0 0-384-15,136-12-136 0,-101 9-160 0,-7-4-120 16,-4 7 0-16,-8-3-424 15,-8 3-352-15,-8 0-648 16,0 0-1769-16,0 0-3761 0</inkml:trace>
  <inkml:trace contextRef="#ctx0" brushRef="#br0" timeOffset="1295.53">2799 11880 12242 0,'0'0'1857'0,"0"0"-185"16,0 0-144-16,0 0-464 0,0 0-487 16,115 4-265-16,-91-4-216 15,0 0-96 1,1 0-544-16,-10 0-1097 15,-6 0-3320-15</inkml:trace>
  <inkml:trace contextRef="#ctx0" brushRef="#br0" timeOffset="1858.01">3787 11808 10786 0,'0'0'2696'0,"0"0"-1375"0,0 0 183 15,-4-146-448-15,4 98-488 0,0 1-352 16,0 6-168-16,8 2 0 0,-3 7-48 16,-1 13 8-1,-4 2-8 1,0 15 0-16,0 2-8 16,0 0-160-16,0 0 16 0,0 19-240 15,0 13 392-15,0 9 120 0,0 10-56 16,0 0-56-16,0 2 80 0,0-2-8 31,0-10-80-31,0-3 0 16,8-2-8-16,-1-11-336 15,6 0-448-15,-2-12-896 0,-3-3-3201 16</inkml:trace>
  <inkml:trace contextRef="#ctx0" brushRef="#br0" timeOffset="2173.41">4103 11461 6993 0,'0'0'5985'15,"0"0"-5129"-15,0 0 185 0,0 0 71 16,0 0-280-16,8 108-384 15,7-82-56-15,1 0-64 0,5-4 48 16,7-6 9 0,-1-4-129-16,9-5-136 15,0-5 0-15,-4-2-80 16,0 0-40-16,0 0-104 0,-1 0-168 31,-6 0-401-31,-10 0-815 0,1 0-1465 16,-12 0-3560-16</inkml:trace>
  <inkml:trace contextRef="#ctx0" brushRef="#br0" timeOffset="2454.65">4330 11493 10746 0,'0'0'2936'0,"0"0"-1695"0,0 0 79 16,0 0-128-16,0 0-440 15,0 0-119 1,0 125-241-16,0-81-168 16,0-1-128-16,0 6-88 0,0-9 48 15,-4 2-56-15,0-3-176 16,0-5-336-16,-5-6-345 0,9-5-735 15,0-7-1577 1,0-10-5440-16</inkml:trace>
  <inkml:trace contextRef="#ctx0" brushRef="#br0" timeOffset="2746.77">4911 11737 12722 0,'0'0'2289'0,"0"0"-1465"15,0 0 240-15,0 0-48 16,60 0-496-16,-39 0-248 16,-1 0-199-16,-2 5-73 0,0-5-177 15,-7 2-711-15,-3 1-1064 16,0 1-3881-16</inkml:trace>
  <inkml:trace contextRef="#ctx0" brushRef="#br0" timeOffset="5374.11">5709 11626 1120 0,'0'0'6801'0,"0"0"-3864"15,0 0-1113-15,0 0 121 16,0 0-657 0,0 0-352-16,27-31-312 15,-18 15-136-15,-1-3-64 0,0-3-7 0,-1-1-137 16,2-2-64-16,3-4-40 15,-5 1-56-15,6 2-40 16,-5 1-64-16,-5 7-8 0,5 4 0 16,-8 5 48-16,0 5-56 15,0 4-72 1,0 4-128-16,0 19 8 16,0 14 192-16,0 10 56 15,0 7 32-15,0 4-40 0,0-7-40 16,0-7 56-16,5-9-64 15,-5-6 0-15,4-4 0 0,-4-6-216 32,0-6-208-32,0-4-361 15,4-2-455-15,-4-5-848 16,0-2-2361-16,0 0-1337 0</inkml:trace>
  <inkml:trace contextRef="#ctx0" brushRef="#br0" timeOffset="5827.22">6052 11500 5873 0,'0'0'1648'0,"0"0"225"15,0 0 399-15,0 0-560 0,0 133-495 16,0-88-465-16,0-1 24 31,0-6-136-31,12-6-224 0,4-7-112 32,-2-9-32-32,8-3-48 15,-3-10 152-15,10-3-192 0,2 0-56 16,2-16-47-16,2-3-73 15,-3-10-8-15,-4-2 0 16,-4-1 0-16,-8-3 0 0,-5-2 8 16,-11-2-8-16,0 0 0 31,0 2-8-31,-15 2 8 0,-13 6 72 16,-4 1-72-16,-8 11-64 15,-5 14 56-15,-1 3-8 16,-3 13 16-16,6 25 8 0,3 7-8 15,12 5 0-15,12 4-353 0,16 10-975 16,0-9-3241-16,12-21-5137 0</inkml:trace>
  <inkml:trace contextRef="#ctx0" brushRef="#br0" timeOffset="6108.45">6475 11794 8225 0,'0'0'4873'0,"0"0"-4025"0,0 0 569 15,0 0-113-15,0 109-656 31,0-84-424-31,3-3 96 0,1 1-224 16,-4 0-96-16,0-5-192 16,0-6-360-16,0 5-656 0,0-9-1361 15,0-1-3776-15</inkml:trace>
  <inkml:trace contextRef="#ctx0" brushRef="#br0" timeOffset="6608.42">6869 11344 280 0,'0'0'10538'0,"0"0"-9050"0,0 0-88 0,0 0 57 15,-56 141-633-15,40-91-336 16,4 0-16-16,4 1-176 16,8-3-72-1,0 0-48-15,0-7 16 16,0-6-120-16,16-4 8 16,-3-2 0-16,6-7-64 0,-3-6 80 15,5-6-88-15,-2-8 40 16,5-2-48-16,-4 0-8 0,-1-2 0 15,2-14-56-15,-6 0-8 16,-2-7 64-16,-6 1 0 0,0-3 8 16,-7 3 0-16,0-1 80 15,-7 8 96-15,-13 5-160 32,1 10 64-32,-14 0 8 0,2 10 64 15,-1 15-79-15,4 7-9 16,4-4-64-16,13 5-16 0,6-5-257 31,5-3-519-15,12-6-680-16,16-9-1721 15,0-4-3096-15</inkml:trace>
  <inkml:trace contextRef="#ctx0" brushRef="#br0" timeOffset="7028.3">7407 11376 12362 0,'0'0'2041'0,"0"0"-1209"31,0 0 472-31,0 0-480 0,0 0-320 16,-48 121-16-16,37-78-63 15,2 6-81-15,5 1-128 16,4 1-72-16,0-4-72 0,0 1-64 16,4-7 16-16,13-2 24 31,2-8-48-31,1-5 0 0,8-4-120 16,0-12-128-16,4-4-72 15,0-6 79-15,3 0 17 16,1-6 56-16,-4-16-16 0,-8-4 64 15,0-3 112-15,-12-2 8 16,0 2 48 0,-12 1 136-16,0 2 176 0,-12 10-63 15,-11 6-9-15,-18 10-48 16,-3 7-64-16,-7 25-128 16,-2 12-48-16,-6 32-176 0,11-8-1145 15,13-13-5160-15</inkml:trace>
  <inkml:trace contextRef="#ctx0" brushRef="#br0" timeOffset="8090.75">2572 12830 7361 0,'0'0'4817'31,"0"0"-2896"-31,0 0 423 0,0 0-584 16,0 0-767-16,0 0-497 15,38-19-128-15,-4 16-104 16,-2 3-48-16,7 0-120 0,5 0-88 16,-8 0 24-16,-4 0-32 31,0 3-296-31,-16 7-264 0,-4-1-296 15,-8 4-801-15,-4 3-1287 16,0 0-1929-16,-16-7-3649 0</inkml:trace>
  <inkml:trace contextRef="#ctx0" brushRef="#br0" timeOffset="8325.12">2610 13033 7945 0,'0'0'4001'0,"0"0"-2673"15,0 0 969-15,0 0-289 0,0 0-839 16,0 0-537-16,0 0-256 16,130 22-168-16,-103-22-144 15,-3 3-64-15,-4 1-208 0,0-1-208 31,-4 0-281-31,-1 1-679 16,-2-4-960-16,-7 0-2481 0,-6 0-3321 16</inkml:trace>
  <inkml:trace contextRef="#ctx0" brushRef="#br0" timeOffset="17144.64">3497 12639 2760 0,'0'0'288'0,"0"0"160"15,0 0 5986-15,0 0-4514 16,0 0-720-16,0 0 129 16,0 0-361-16,0 0-296 0,0 0-40 15,0 0-24 1,0 0-200-16,0 0-72 15,0 0-96-15,0 0-96 16,7 0-72-16,9 0-16 16,8-9-40-16,4 2-8 0,-4 1 0 15,8 6 0-15,-5 0-8 16,-2 0 0-16,-2 0-144 0,-2 0 24 31,-5 6-8-31,-8 1 32 16,-4 2-8-16,-1 1-8 31,-3 3 16-31,0 3 96 0,-11-1 24 0,-5 4 120 16,-4-5-64-1,4 1-16-15,4-9-16 0,4 1-40 16,4-4 40-16,4 0-40 0,0-3-8 16,0 0-72-1,0 0-80-15,0 0 32 16,4 0 72-1,8 0-16-15,4 0 64 0,4 0 0 0,0 0-56 16,-1 0 48-16,2 0 8 16,-1 0-72-16,-5 7 64 0,2 8-48 15,-10-2 0-15,1 3 8 16,-8 3-24 0,0-3 0-16,-8 6 72 31,-16-3 120-31,-4-1 16 15,0 2 80-15,-3-4-88 0,6-3 0 16,2-4-16-16,7-6-104 16,4 4 56-16,8-7-64 15,1 0 0 1,3 0-96-16,0 0-272 16,0 0-200-16,0 0-336 0,0 0-912 15,0 0-2145-15,0 0-408 16</inkml:trace>
  <inkml:trace contextRef="#ctx0" brushRef="#br0" timeOffset="17723.21">4107 12843 5193 0,'0'0'2576'16,"0"0"-551"-16,0 0 247 16,0 0-207-1,0 0-609-15,0 101-312 16,0-79-304-16,0 0-320 0,0-2-240 15,-4 1-136-15,-1-1-64 16,5-1-64-16,-8 0-16 0,4-2-72 16,1-3-288-16,3 0-408 0,0-8-688 15,0-3-1425-15,0-3-2944 16</inkml:trace>
  <inkml:trace contextRef="#ctx0" brushRef="#br0" timeOffset="18350.32">4234 12547 9754 0,'0'0'2536'0,"0"0"-960"0,0 0 145 16,0 0-521-16,0 0-752 15,0 0-160-15,0 0-16 0,0 0-136 16,88-31-80-16,-64 31-40 16,4 0-16-16,-13 0 0 15,-3 5-96-15,-7 12 88 0,-1-1 8 16,-4 3 16-16,0 4 72 15,-9-5 56-15,-3-2-56 0,-3 0 0 32,2-4 0-32,2-5-16 0,2-1 0 15,5-3-64 1,4-3 16-16,0 0-24 16,0 0-160-16,0 0-80 0,0 0-32 15,13 0 24-15,2-3 0 16,6-3 16-16,3 3-8 0,0-1 144 15,-5 4 32-15,5 0 0 32,-3 7 8-32,-2 12 48 0,-3 3 8 31,-4-2 0-31,-9 5 0 16,2-6 104-16,-5 3 48 0,0-3 112 15,-20-3 136-15,-5 0-72 16,-2-7-8-16,-6 1-80 15,6-4-88-15,-5-3-23 0,12-3-121 16,1 4-8-16,6-4-193 16,6 0-207-16,3 3-568 0,4-1-984 15,0 5-1985-15,4-3-584 16,7-2-1736-16</inkml:trace>
  <inkml:trace contextRef="#ctx0" brushRef="#br0" timeOffset="18794.82">4732 12532 10722 0,'0'0'2264'16,"0"0"-839"-16,0 0-25 0,0 0-432 15,0 0-640-15,0 0-112 16,0 15 288-16,0 4 80 0,0 1-215 31,0 2-17-31,9 0-200 16,-5-3-32-16,-1 3-8 0,5 0-56 0,-5 0-40 15,7-6-16-15,0 0 0 0,3-3-16 16,-1-3 8-16,3-1-64 16,2-6-8-16,2 1-64 0,2-4-48 31,-1 0-64-31,4 0-129 16,-8-4-191-16,4-3-456 0,-1 2-192 15,9-8-777-15,-8 3-1087 16,-4 1-2441-16</inkml:trace>
  <inkml:trace contextRef="#ctx0" brushRef="#br0" timeOffset="19107.3">4995 12528 6265 0,'0'0'2856'16,"0"0"-887"-16,0 0 47 0,0 0-511 15,0 0-721-15,0 0 80 0,0 0 160 16,-7 102-240 0,7-61-336-1,0 3-47-15,0 4-209 0,7-3 0 16,1-3-112-16,-4-1-72 15,1-7-8-15,3-2-24 16,-8-4-384-16,0-2-457 0,0 6-759 0,0-10-1561 31,0-6-3968-31</inkml:trace>
  <inkml:trace contextRef="#ctx0" brushRef="#br0" timeOffset="20984.7">1255 14483 10202 0,'0'0'2840'0,"0"0"-919"32,0 0-137-32,0 0-648 15,-34-24-464-15,17 17-255 0,-3 1-169 16,-3-1-80-16,-1 2-112 16,0-2-48-16,0 5-8 0,0-3 0 15,4 3-72-15,4-2-32 31,0 4 0-31,4 0-16 0,0-3-16 0,4 3 48 0,5 0-25 32,3 0 9-32,0 0-48 0,0 0 8 15,0 0 16-15,0 0 16 16,0 0 24-16,0 9-8 16,0 20 88-16,0 5 8 0,0 12 40 15,3 8 48-15,0 6 72 0,6 0 0 16,-1-6-24-16,0 1-80 0,-4-12 40 15,0-1 0-15,0-10-87 16,4-4 79-16,0-9-40 16,0 0 32-16,4-6-72 0,4-1 40 15,0-2-40-15,4 3 48 16,4-10-48-16,0 3 56 0,3-3-64 16,-3-3 64-1,3 0-56-15,2 0 0 16,-5 0 0-16,4 0 8 15,-12-3-16-15,0 3-88 0,-4-3-32 16,-8 0-56-16,0 3-233 16,4 0-511-16,-4 0-1040 0,0 0-3601 15</inkml:trace>
  <inkml:trace contextRef="#ctx0" brushRef="#br0" timeOffset="21500.3">1460 14713 10362 0,'0'0'2152'0,"0"0"-896"0,0 0-247 15,0 0-441 1,0 0 128 0,0 0-104-16,0 0-128 0,0 0-184 15,40 113-80-15,-34-99-64 16,8-5-48-16,-6 0 0 0,3-5-32 0,2 2 24 16,-2-6-16-16,6 0-56 15,-2 0 56-15,5 0-64 16,-4-13-8-16,-4 4-56 0,4-7 16 15,-5 1-16-15,-2-5 56 16,-1 4 8-16,-4 1 8 0,-4-1-8 31,0-3 24-31,0-1-16 16,0-2 56-16,0 0-16 0,-8 0 56 16,-5 3 96-16,-2-1 64 15,-5 5 9-15,-3 2 23 0,-2 7-32 16,1 3-80-16,-4 3-96 15,-1 5-88-15,2 22-48 32,-1 1-152-32,9 7-304 0,7 3-121 15,8-1-415-15,4 5-984 16,7-9-2601-16,10-8-2409 0</inkml:trace>
  <inkml:trace contextRef="#ctx0" brushRef="#br0" timeOffset="21812.79">1777 14567 8969 0,'0'0'4289'0,"0"0"-3352"15,0 0-97-15,0 0 32 16,0 0-16 0,0 0-432-16,33 146-144 15,-26-99-88-15,3-2-96 0,-6-4-88 16,-1-3-16-16,1-6-64 16,0-10-256-16,-4 1-264 15,4-11-312-15,5-6-360 0,-2-6-753 31,5 0-967-31,1-6-1769 0</inkml:trace>
  <inkml:trace contextRef="#ctx0" brushRef="#br0" timeOffset="22094.03">1831 14779 7825 0,'0'0'4193'0,"0"0"-2553"16,0 0-47-16,0 0-497 16,0 0-624-16,0 0 24 15,0 0-80-15,71 10-128 16,-39-7-120 0,-4 0-48-16,4-3-64 0,-8 3-48 0,4-3-8 15,-5 0-56-15,-4 0-72 16,-1 0-144-16,-11 0-592 15,5 0-456 1,0 0-1289-16,-4 0-2312 16,0 0-368-16</inkml:trace>
  <inkml:trace contextRef="#ctx0" brushRef="#br0" timeOffset="22375.26">2113 14614 1504 0,'0'0'5457'16,"0"0"-3569"-16,0 0 569 31,0 0-81-31,0 0-919 16,0 0-537-16,-25-28-80 0,25 28-104 16,0 0-232-16,0 6-280 0,0 16-224 15,0 9 312-15,0 11-55 0,0 8-1 16,0 2-176-16,14-1 16 15,-7-7-48 1,5-3-40 0,-4-5 0-16,4-9-8 0,-5-4 0 15,-2-7-64-15,0-6-192 16,-1-1-305-16,3-3-855 0,5-6-1560 16,-8 3-2722-16</inkml:trace>
  <inkml:trace contextRef="#ctx0" brushRef="#br0" timeOffset="22776.16">2289 14490 9177 0,'0'0'2961'0,"0"0"-1273"0,0 0-39 0,0 0-241 16,0 0-824-16,0 0-160 15,0 0 56-15,0 0-256 16,84 7-63-16,-57-7-73 16,1 0-80-16,0 0-16 31,-4 0-56-31,0 0-345 16,-9 0-295-16,-2 10-912 0,-5-5-1601 15,-8 8-3136-15</inkml:trace>
  <inkml:trace contextRef="#ctx0" brushRef="#br0" timeOffset="23369.81">2488 14224 10898 0,'0'0'3249'15,"0"0"-2161"-15,0 0-160 16,0 0-136-16,0 0 0 0,72 16-392 16,-41-7-160-1,8-3 56-15,-6-3-199 0,3 1-1 0,-8-4-48 16,0 0-40-1,-12 0-8-15,0 0 0 16,0 0-128-16,-4 0-41 16,-8 8 1-16,4 12 0 15,0 6 80-15,0 12-24 0,-4 13 112 16,-1 6-48-16,2 6 48 16,-1-2-8-16,-1 3 0 15,6-5 8 1,-2-2-8-16,6-2 8 0,-1-4 0 15,7-1 0 1,0-2 0-16,2-7-8 0,-1-6-48 0,0-6-16 16,-4-10-104-1,-4-6-72-15,-8-8-16 0,-4-1 32 16,0-4 184-16,0 0 48 31,-8 0 152-31,-11 0-32 0,-1 0 192 0,-8-7-48 16,0 1 8-16,0 0-16 15,0-4 40-15,0 3-176 0,8 2-111 16,0-1-9 0,4-1-201-16,4 0-151 15,4 4-528 1,8-3-1016-16,0 3-2505 0,0 0-3297 0</inkml:trace>
  <inkml:trace contextRef="#ctx0" brushRef="#br0" timeOffset="23659.79">3305 14696 11666 0,'0'0'4049'16,"0"0"-3417"-16,0 0 248 0,0 0-16 16,0 0-488-16,0 0-208 0,0 0-88 15,123-14-7 1,-95 9-65-16,-11 3-8 0,-2-1-72 31,-6 3-161-31,-2 0-399 0,-7 0-832 0,0 0-3793 0,0 3-4585 16</inkml:trace>
  <inkml:trace contextRef="#ctx0" brushRef="#br0" timeOffset="23894.73">3233 14862 7113 0,'0'0'6873'15,"0"0"-5464"1,0 0-161-16,0 0-8 0,0 0-504 0,120 6-455 16,-84-6-161-16,0-6-120 31,-12-1-152-31,0 1-489 0,-9 6-543 16,1 0-968-16,0 0-2681 15,-7 0-1921-15</inkml:trace>
  <inkml:trace contextRef="#ctx0" brushRef="#br0" timeOffset="24509.8">4163 14840 496 0,'0'0'7057'16,"0"0"-4312"-16,0 0-49 15,0 0-311-15,0 0-633 0,0-124-728 16,-5 92-480-16,1 3-255 15,0 1-89-15,0 0-80 0,4 5-64 16,-4 5-48 0,4 4 8-16,0 5-8 15,-3 6 0 1,3 3 56-16,0 0-64 0,0 0-8 0,-4 6-64 0,4 17 64 31,0 11 8-31,0 4 48 31,0 6 0-31,0-2-48 0,0 3 8 16,0-8-8-16,0-1-96 16,0-5-72-16,4-5-176 0,-1-4-201 15,-3-2-319-15,4-9-240 0,4 3-576 16,5-14-649 0,2 2-1760-16,-2-2-24 0</inkml:trace>
  <inkml:trace contextRef="#ctx0" brushRef="#br0" timeOffset="24915.24">4401 14741 6913 0,'0'0'2769'0,"0"0"-521"0,0 0-79 16,0 0-1081-16,0 0-560 31,-8 131-128-31,12-96 40 0,9-13-200 0,6-4-56 16,5-4-40-1,-4-9-24-15,8-5 8 0,-1 0-56 16,6-9-24-16,-5-12-32 0,-5-6-8 16,-2-4 8-1,-5-1 40-15,-8 1-40 0,-4-5 144 16,-4 1 160-16,0 0-8 15,-8 3-8-15,-9 5 9 16,-2 1 7-16,-5 6-64 0,-8 11-40 16,-3 9-96-16,-2 0 0 31,1 19-120-31,4 22-16 0,4 11-72 16,13 1-168-16,2-1-192 15,13-2-417-15,9-12-719 0,18-6-2393 16,-3-19-3064-16</inkml:trace>
  <inkml:trace contextRef="#ctx0" brushRef="#br0" timeOffset="25227.73">4557 14253 12642 0,'0'0'2617'16,"0"0"-1433"-1,0 0 32-15,0 0-248 0,0 0-447 16,0 0-257-16,128 9-168 0,-96-9-96 15,-4 0-16 17,-4 0-528-32,-1 3-889 15,-3 0-3168-15,-13-3-5633 16</inkml:trace>
  <inkml:trace contextRef="#ctx0" brushRef="#br0" timeOffset="25962.06">5235 14081 7153 0,'0'0'3161'16,"0"0"-1297"-16,0 0 177 0,0 0-809 15,0 0-584 1,0 0-128 0,0-82-96-16,0 82-56 0,0 0-168 15,0 0-160-15,0 12 8 16,0 20-16-16,0 9 112 0,0 12 40 15,4 8-88-15,3 3-32 16,-3-4-56 0,1-6-8-16,3-10-80 15,-4-12-88 17,-1-6 40-32,1-14-24 15,0-5-16-15,-4-7-72 0,0 0 56 16,0-3 32-16,0-16 88 15,0-7 64-15,0 2-8 16,0-6 0-16,-11-6 8 0,3 6-8 16,-1-9 8-16,5 7 88 15,4 0 112-15,0 4 184 0,0 3-88 16,0-1-128-16,13 4-96 16,2 6-64-16,6 3 40 15,-1 5 0-15,-1 4-40 0,1 4 168 16,4 0-56-16,-4 7 16 15,0 11-15 1,0 2-49-16,-4 2-72 0,-9-3 40 16,2-4-40-16,-9 1-80 15,0 4-73-15,-9-8 153 16,-14 1 129-16,-1-4-9 0,0 1 8 16,-5-5-40-16,6 0-8 15,8-5-8-15,2 0-16 16,4 0-56-16,9 0-56 0,0 0-176 15,0-7-353 1,0-3-303-16,5 1-672 16,23-4-1321-16,-1 1-2360 0,-2 0-776 15</inkml:trace>
  <inkml:trace contextRef="#ctx0" brushRef="#br0" timeOffset="26290.18">5506 14164 3696 0,'0'0'3201'0,"0"0"-296"16,0 0-585-16,0 0-664 16,0 0-567-16,0 0-329 0,71 111-144 15,-51-102-80-15,8-9-248 32,-3 0-48-32,2 0-40 0,-3-9-72 15,-4-11-56-15,-5-2 0 16,-2 1-64-16,-13-6 256 15,0 2 152-15,0-1-23 0,-17 1 31 16,-10 4-136-16,3-3-56 16,-7 10-72-1,-1 4-96-15,-1 10-64 0,0 0-112 16,6 15-32-16,4 14-112 16,-1 12-24-16,12 4-40 15,4-1-473-15,8 7-719 0,16-12-1169 16,3-11-3208-16</inkml:trace>
  <inkml:trace contextRef="#ctx0" brushRef="#br0" timeOffset="26580.79">5893 13947 10578 0,'0'0'2904'0,"0"0"-1631"0,0 0-113 0,0 0-88 16,0 0-376-16,19 124-152 16,-10-73-184-16,-2-3-167 0,1-1-41 31,-4-6-152-31,-1-2-8 15,7-11-241-15,-7-6-383 0,1-10-672 16,4-5-880-16,0-7-1977 16,-4 0-8-16</inkml:trace>
  <inkml:trace contextRef="#ctx0" brushRef="#br0" timeOffset="26997.38">5953 14185 1720 0,'0'0'4553'0,"0"0"-1344"0,0 0 735 31,0 0-1863-31,0 0-513 0,0 0-600 15,0 0-336-15,0 0-287 16,51-9-145-16,-27 18-56 16,4-2-48-16,-4-1-56 0,0-6-40 15,-1 3 0-15,1-3 0 32,-7 0-48-32,2 0-128 0,-6-3-136 15,1-7-121-15,3-2-199 16,-5 0-184-16,-4 2-40 15,0-7 128-15,-4 2-32 0,-4-2 128 16,0-4 239-16,0-1 193 16,-8-4 200-1,0 1 184-15,0 3 233 0,-3 3 231 16,6 3-56-16,-4 6-40 16,6 4 304-16,-1 6-216 15,4 0-256-15,-4 20-192 0,4 14 320 16,0 14 81-1,0 3-193-15,0 2-112 16,4 1-136-16,3-9-104 0,2-4 24 16,3-7-72-16,-4-2-272 15,-4-9-184-15,4 5-537 16,0-9-1327-16,-4-2-4730 0</inkml:trace>
  <inkml:trace contextRef="#ctx0" brushRef="#br0" timeOffset="29021.76">1197 15998 5257 0,'0'0'2296'0,"0"0"49"15,0 0 7-15,0 0-439 16,0 0-633-16,-72-15-280 0,48 8-240 16,4 4-136-1,-8-7-120 1,9 4-120 15,-2-3-127-15,1-1-121-16,5 0-80 0,1 2-56 15,7 1-16-15,-4 0-64 0,6 1-8 16,1 6 8-16,0-3 0 16,4 3-105-16,0 0 25 0,0 0 0 31,0 0 32-31,0 0 24 0,0 23-112 15,0 8 216-15,0 13 40 16,0 5 168-16,0 4 8 16,4 0-88-16,0-8 40 0,5-3-23 15,-2-8-89-15,-3-7 48 16,-1-3-96-16,2-5 0 0,0 1 0 16,-1-8 0-16,-1 5 0 15,0 1 8-15,2-2-8 16,-1 3 40-16,4-3-40 0,0-1-8 0,0-2 0 15,9-3 0-15,2-3 48 16,5-5 56-16,4-2 88 0,0 0-144 16,0 0-40-16,-5-6 56 15,-3-3-56-15,1 2 0 16,-11 2 8-16,-1-2-16 16,-4 7-264-16,-1 0-481 15,-4 0-1175-15,0 0-3265 16,0 7-3481-16</inkml:trace>
  <inkml:trace contextRef="#ctx0" brushRef="#br0" timeOffset="29474.85">1412 16167 11202 0,'0'0'2504'0,"0"0"-1375"0,0 0-321 15,0 0 72-15,0 0-104 16,0 127-328-16,8-89-176 16,4-7-32-16,4-2-112 0,4-6-32 31,4-7-32-16,-5-7-56-15,5-9 72 16,0 0-64-16,1-4 40 0,-6-14-48 16,-3-5-8-16,-4-2 9 15,-8 0 7-15,-4-4 64 0,0 0-72 16,-8-2 80-16,-16 5 56 0,1-2 96 31,-11 3-144-31,-1 5 80 16,3 8 24-16,1 8 48 0,-1 4-104 15,4 16-144-15,0 16-8 16,8 12-232-16,8 7-128 16,12-3-424-16,7 7-745 0,22-14-1095 15,-1-13-3690-15</inkml:trace>
  <inkml:trace contextRef="#ctx0" brushRef="#br0" timeOffset="30209.19">1777 16065 10218 0,'0'0'4441'0,"0"0"-3657"16,0 0-152-1,0 0 344-15,0 0-408 16,21 143-312-16,-13-95-64 0,3-4 0 15,3-3-104-15,-3-2-80 16,-3-4 0-16,0-7-8 16,0-6-248-16,-4-6-168 15,3-6-312-15,-7-7-216 16,0-3-192 0,5 0-281-16,-5-3-143 0,0-19-952 0,0-4-1 15,0-2 248-15,0-4 1089 16,-5 3 1176-16,-6 1 80 15,3 5 1689 1,5 11 631-16,-6 2 449 16,9 7-385-16,0 3-543 0,0 0-521 15,0 0-624-15,0 0-416 16,4 6 16-16,12 4 16 16,0-4-120-16,4 4-88 0,4-4-63 31,-4-3-57-31,2 0-48 15,4-3 56-15,-6 0-64 0,-6 0-8 16,8 0-8-16,-11 0-80 16,2-6-121-16,-2-3-15 15,2 0-56-15,-5-2-32 0,-5-2 40 32,1 1 64-32,-4-4 16 15,0 3 72 1,0-2 56-16,0 2 48 0,0 3 16 15,-7-3 0-15,3 5 0 16,0 1 64-16,-6 3-48 16,7 4 32-16,3 0 8 0,0 0 88 15,0 0-40-15,0 11-56 16,0 13 48-16,0 11 56 0,0 3 16 16,13 7-8-16,-5 0-16 0,3-4-72 15,1-3 8-15,0-9-80 16,-5-7-8-1,3-2-264-15,-6-11-552 16,11-4-904-16,-7-2-2721 16,0-3-3001-16</inkml:trace>
  <inkml:trace contextRef="#ctx0" brushRef="#br0" timeOffset="30455.44">2269 16024 56 0,'0'0'10738'0,"0"0"-8874"15,0 0 97-15,0 0-417 0,0 0-664 16,127-3-560-1,-99-3-320 1,-4 6-48-16,-7 0-824 0,-14 0-2193 16,-3 0-7505-16</inkml:trace>
  <inkml:trace contextRef="#ctx0" brushRef="#br0" timeOffset="31051.82">2663 15707 12602 0,'0'0'3977'16,"0"0"-3353"-16,0 0 120 15,0 0-32-15,0 0-311 0,0 0-241 16,101 41-48-16,-78-28-40 0,5-7-24 31,-8 0-40-31,-5-3-8 16,2-3 0-16,-9 0-48 16,-2 0-24-16,0 0 24 0,-6 3-40 15,4 8-32-15,-4 7-96 16,4 17 88-16,-4 9 112 0,4 13 7 31,3 11-7-31,-3 1 8 16,0-2 8-16,4-4-48 0,1-5 48 15,-2-8 0-15,2-2 8 0,3-11-8 16,-5-5 8-16,1-3-8 16,5-10 0-16,-10-6-56 15,-3-4-160 1,4-4 16-16,-4-3 96 15,0-2 32-15,0 0 72 16,-4 0 0-16,-16 0 48 0,-3-9 96 16,-5-4 176-16,0 3 25 0,-8 1-89 15,2-1-32 1,8 0-104-16,2 7-48 16,8-1-72-16,1 2-136 31,11 2-256-31,4-3-697 0,0 3-1775 15,19-4-4994-15</inkml:trace>
  <inkml:trace contextRef="#ctx0" brushRef="#br0" timeOffset="31280.82">3282 16218 12658 0,'0'0'2673'16,"0"0"-1649"-16,0 0 160 0,0 0-472 15,0 0-464-15,0 0-152 0,122-23-96 16,-93 19-240-16,-6 4-136 16,5 0-1208-1,-11 0-2761-15,-9 4-6161 16</inkml:trace>
  <inkml:trace contextRef="#ctx0" brushRef="#br0" timeOffset="31493.82">3258 16326 6793 0,'0'0'7418'16,"0"0"-5154"-16,0 0-712 15,0 0-615 1,0 0-457-16,0 0-112 16,0 0-160-16,0 0-208 15,131-7 0-15,-103-2-520 0,-4 6-585 16,-9-1-1399-16,-2 4-4786 0</inkml:trace>
  <inkml:trace contextRef="#ctx0" brushRef="#br0" timeOffset="31946.58">4031 16284 6361 0,'0'0'2480'16,"0"0"353"0,0 0-272-16,3-114-1009 15,-3 80-608-15,0-5-200 0,5 0-256 16,-1 8-56-1,-1 6-112-15,2 6-31 0,-5 2-33 0,0 12-16 16,4 5-96 0,-4 0-144-16,3 9-152 0,1 16 8 0,5 17 144 15,-1 12 168 1,3 3 40-16,2 3-40 16,-5-2-96-1,3-8-64-15,2-8-8 0,-9-10 0 16,3-7-16-1,1-9-184-15,-4-7-240 0,1-4-537 16,2-5-1383-16,1 0-3337 0,0-2-2097 0</inkml:trace>
  <inkml:trace contextRef="#ctx0" brushRef="#br0" timeOffset="32349.89">4309 16218 7377 0,'0'0'3089'15,"0"0"-265"-15,0 0-775 16,0 0-905-16,0 0-480 0,88 114-208 16,-64-98-184-16,-3-10-80 31,3-6-24-31,-5 0 16 0,4 0 8 15,-5-15-71-15,1-8-25 0,-7 1-48 16,-4-10 32-16,0 3 40 16,-8-6 64-16,0 0-48 0,0 1-16 15,0-1 16 1,-8 3 8-16,-12 7 40 16,-4 0 48-1,1 11-88-15,-5 11 24 0,-4 3-112 0,0 17-56 16,0 17-8-16,4 11-264 15,8 2-280 1,8 1-384-16,12-4-673 16,4-12-2176-16,11-10-3264 0</inkml:trace>
  <inkml:trace contextRef="#ctx0" brushRef="#br0" timeOffset="32677.53">4489 15618 11146 0,'0'0'5521'16,"0"0"-4089"-16,0 0-263 31,0 0-217-31,0 0-496 0,0 0-160 0,0 0-8 16,0 0-192-1,108 0-96-15,-84 0-144 0,-5 0-456 16,2 0-376-16,-1 7-681 0,-9-2-2488 0,1 2-3536 15</inkml:trace>
  <inkml:trace contextRef="#ctx0" brushRef="#br0" timeOffset="33525.45">5003 15437 6913 0,'0'0'4169'16,"0"0"-2265"-16,0 0 41 0,0 0-353 0,0 0-624 15,0 0-432 1,4 0-200-16,9 0-184 0,2 0-8 0,0 0-23 15,2 0-65-15,3 0-40 16,-8 0 40-16,-1 3-48 0,-2 3 0 16,-5 3-8-16,-4 4-8 15,0 0 8-15,-4 3 48 0,-16-4 32 16,0 5 8 0,4-5-80-1,1-2 40-15,2-4-32 0,5-3-16 16,8-3 0-16,0 4-48 15,0-4-168-15,8 0-425 32,5 0 257-32,10 2 240 0,1 5-104 0,0 2 56 15,4 3 184 1,-8 2-40-16,-4 1-8 16,-4 2 40-16,-8-4 8 15,-4-1 8-15,0-3 160 16,-4 4 288-1,-12-6-40-15,0 0-64 0,-4-5-39 16,0-2-41-16,7 0-64 16,-2 0-80-16,3 0-112 0,4 0-8 15,0 0-272-15,8 0-593 32,0 0-919-17,0 0-3577-15</inkml:trace>
  <inkml:trace contextRef="#ctx0" brushRef="#br0" timeOffset="33780.51">5446 15666 10474 0,'0'0'5089'15,"0"0"-3857"-15,0 0-144 16,0 0-384-16,0 0-495 0,0 0 63 16,0 0 24-16,0 0-128 15,-13 88-88-15,13-69-72 16,-3-2-8-16,-1-5-88 0,4 1-280 31,0 3-505-31,0-4-1263 0,0-3-3905 16</inkml:trace>
  <inkml:trace contextRef="#ctx0" brushRef="#br0" timeOffset="34358.61">5577 15383 8241 0,'0'0'5449'0,"0"0"-3736"16,0 0 423-1,0 0-703 1,0 0-625-16,0 0-344 16,0 0-136-1,0 0-112-15,0-10-144 0,4 10-64 16,9 0 8-16,2 0-8 0,5 3-8 15,-4 0-8-15,4 4-48 0,-8-1-152 16,0 4-64-16,-8 0 8 31,0-2-40-31,-4 5-56 0,0 3 208 16,-12-3 152-16,-4 0 8 16,-3-4 72-16,6 1-64 0,-2-7 56 15,5 4-24-15,3-7-40 16,7 3-8-16,0-3-112 15,0 0-352-15,7 0-377 0,10 2 473 16,4-2 240-16,-2 10 8 16,5-3 112-16,-4 5 8 0,-1 4 0 31,-6-3 0-31,-5-1 0 16,-4-3 0-16,-4-2 88 15,0 0 176-15,0-1 136 0,-16 1-64 16,-4-4-127-16,0-1-17 15,-4 3 24 1,0 0-80-16,3-5-72 0,1 7-64 16,13-7-216-16,7 6-457 15,0 1-1647-15,0-5-6138 16</inkml:trace>
  <inkml:trace contextRef="#ctx0" brushRef="#br0" timeOffset="34731.05">6039 15354 5217 0,'0'0'7121'16,"0"0"-4720"0,0 0-593-1,0 0-632 1,0 0-392-16,0 0-39 16,-3 54-209-16,3-36-72 15,3 5-96-15,10-7-96 0,2 0-32 0,2-3 0 16,3-3-112-16,3-5-48 15,-3-1-72-15,1-1-8 16,-2-3-224-16,-3 0-528 0,9 0-424 31,-6 0-1177-31,-3 0-5745 0</inkml:trace>
  <inkml:trace contextRef="#ctx0" brushRef="#br0" timeOffset="34949.78">6267 15376 12274 0,'0'0'4017'15,"0"0"-2089"-15,0 0-511 16,0 0-841-16,0 0-424 16,0 0 216-16,-16 108-152 0,12-56-112 15,0 0-104-15,0 0-136 16,0-1-440-16,4 9-232 0,0-16-825 31,0-8-3640-31</inkml:trace>
  <inkml:trace contextRef="#ctx0" brushRef="#br0" timeOffset="37502.92">1335 12801 96 0,'0'0'7505'0,"0"0"-4760"0,0 0-1281 16,0 0-440-16,0 22-264 15,-3 19 265-15,-1 14-49 0,-4 9-304 32,8 2 24-32,0 3-232 15,0-8-240-15,0-10-112 0,0-6 24 16,0-14-136-16,0-8 0 15,0-11 72-15,0-6-72 16,-4-6-112-16,0 0-80 0,-4-9-160 16,-8-17-688-1,0-3 152-15,-7-8 232 16,-1 1-8-16,-1-1 7 0,5 2 401 16,5 1 176-16,2 2-104 15,13 0 184-15,0 3 0 16,0 1 224-16,21 5-8 15,3 2-16-15,4 4 0 16,2 0-16 0,-1 12-120-16,3 1 1 15,-8 4 55-15,4 0 160 16,-8 16 16-16,-8 4-40 16,0-1 96-16,-8-1-80 15,0-2 80-15,-4-3 160 0,0-7 96 16,-8 4-112-16,-12-7-160 15,0 1-176-15,-4 1-72 0,4-5-80 16,1 0 72-16,5 0-8 16,7 0-72-16,7 0-64 0,0 0-96 15,0 0-40-15,16 3 16 32,8 1 120-32,-4-4 56 0,8 0-40 15,-4 0-24-15,8 0-16 16,-4-12-96-16,-2-1 24 15,-1-7 80-15,-5 1-64 0,1 1 64 32,-10-1 80-32,1-1 0 15,-3 1 8-15,-2 4-8 0,-3 1 0 0,0 9 16 16,0-2 0-16,-4 7 32 16,0 0 8-16,0 7-48 15,0 12 168-15,0 8-24 16,0 0-16-1,0-2-64-15,3-2 8 16,6-8-24-16,-1-6 40 16,4-2 32-16,0-7-16 0,4 0-104 15,0 0 96-15,8-16-40 0,-1-6-64 16,-2 0-96-16,-11-4 0 0,4 1 32 31,-14 3 64-31,0 3 0 16,0-4 48-16,-14 8-40 15,-8-2 88-15,-10 5 56 0,-1 2-24 16,-2 7-8-16,-1 3-112 0,0 0 64 31,8 13-72-31,4 9-56 16,13 7 8-16,7-4 40 16,4 7-512-16,15 2-688 0,13-8-1320 15,-1-6-4730-15</inkml:trace>
  <inkml:trace contextRef="#ctx0" brushRef="#br0" timeOffset="38252.89">1902 12601 10458 0,'0'0'2624'16,"0"0"-1936"-16,0 0 705 15,0 0 55-15,0 0-528 16,13 140-448-16,-6-92-216 0,1-7-128 16,0-3-72-16,-4-6-48 15,4-7 8-15,-4-9-16 16,-4-3-64-16,4-10-184 0,-4-3-144 15,0 0 16-15,0 0 72 0,0-6-192 16,0-11-568-16,-8-5 288 31,4 1 120-31,0-2 391 16,4 1 201-16,0 6 64 0,0 7 168 16,0 2 441-16,0 4 175 15,4 3-32-15,8 0-160 0,3 0-32 31,2 3-184-31,-1 6-96 16,3 1-64-16,2-4-112 16,-6-2-8-16,9-1-16 0,-3-3-24 15,-2 0-48-15,1 0 48 16,-3-3-56-16,2-13-48 0,-7 0-8 16,-4-3-88-1,-4-3 88-15,-4-1-40 16,0-2 32-16,0 3-40 15,-12-7 96-15,0 4-136 0,-4 0 24 16,4 0 16-16,4 8 24 16,4 4 80-16,-3 7 8 15,7 6-8-15,0 0-16 16,0 16 16-16,0 18 216 16,0 7 40-16,0 8 80 15,0 5-56-15,0-7 65 0,0-2-145 16,0-7-104-16,3 0-24 15,1-9-72 17,-4 0 0-32,4-11 0 15,-4 5-200-15,0-8-393 16,0 4-295-16,3 7-616 0,-3-3-1049 16,5-9-3680-16</inkml:trace>
  <inkml:trace contextRef="#ctx0" brushRef="#br0" timeOffset="42085">713 12408 392 0,'0'0'3976'0,"0"0"-3335"16,0 0 151-16,0 0 424 0,0 0 0 15,0 0-312-15,0 0 41 0,0-20 7 16,0 20-288 0,0 0-304-16,0 9-200 15,-3 18 344 1,3 4 248-16,-7 14-208 0,2 2 25 0,5 11 127 16,-5 2-168-1,-2 1-112-15,3-5-160 0,0 1-16 16,1-5-128-16,-1-4-24 31,4-4-40-31,-5-6-40 16,1-1 64-1,4-5-8-15,-4 3-56 0,4-3-8 0,0-3 8 16,0-5-8 0,0 5 0-16,0-6 8 0,0-5 0 0,0 2 0 15,0-4-8 1,0-6 0-16,0 2-8 0,0-3-48 0,0 4 48 15,0-3-16 1,0-1 24-16,0 1 0 0,0-4-8 0,4 3 8 16,5 1-8-16,-5-3-136 15,7-1 8-15,1 0-56 16,3 1 88 0,3-4 104-16,-7 1-40 15,9 1 40-15,0-2 16 16,-8 4-8-16,7-1-8 15,-2-3 8-15,2 3-8 0,-2-2 0 16,3-1 0-16,3 1-8 0,1-1 8 16,7-3 0-16,6 0 8 15,3 0-8-15,3 0 0 32,2 0 8-32,-5 0-8 0,8 0 0 0,-5 0 0 15,9 0-8 1,-4 0 16-16,8 0-8 15,3-7 48 1,5 4-40-16,0-1 0 0,3-2 8 0,-2 3 32 16,3-1-32-1,-5 2-16-15,-3-5 16 0,0 4-8 0,0 1 0 16,-8-1 0-16,-2-4 0 31,3 3 0-31,-1 1 0 0,-6 0-8 16,4 0 8-16,-7-1 0 31,5-1 0-31,4 1-8 16,0-2 8-16,4 2-8 0,-5-1-8 15,6-2 8-15,-1 1 8 16,-1-1-8-16,1 0 0 0,-4 2 8 16,0-2-8-16,3 5-8 15,-3-2 8-15,0-3 8 0,3 1 0 16,-3-1-8-16,0-1 8 31,0 1 0-31,3 0-8 16,-3 1 0-16,4 0 0 0,4-1 0 0,-4-3 0 15,4 5 0 1,0-2 16-16,3 1-16 0,1 3 8 16,4-1 0-16,-5 1-8 15,6 3 8-15,-9-4 0 16,2 2-8-16,3-1-16 15,-5-4 16 1,4 2 0-16,-5-2 0 0,4-3 8 16,-3 3 0-1,0 5 0-15,1-5 0 0,-5 4-8 0,0 1-8 0,-5 2-8 32,-7 0 8-32,3 0 8 15,-2 0 0-15,-6 0 8 0,5 0-8 16,0 0 8-1,-1 2-8-15,6 1 8 0,-6-3-8 0,2 0 0 16,1 4 8-16,3-4 8 31,-1 3-16-31,-8-3 0 16,3 2 0-16,-6-2 8 0,-10 4-8 16,-3-1 0-16,-4-3 8 0,-8 0-8 15,-8 0 0-15,1 0 0 16,-5 0 0-16,3 0 8 31,-3 0 0-31,0 0 64 0,0 0-24 0,0-3-40 16,0-10 0-1,0 1 0-15,0-4 0 0,0-3-8 16,-3-3 8-16,-6-6 0 0,0-4-8 16,-1-7-8-1,0 1-8-15,3-6-80 16,3-2 40 15,0 0-88-31,4-2 72 16,0 0-8-1,0-3 24-15,0 1-96 0,0 2 32 16,0-2 88-16,0 4 32 16,0 5-56-16,0 7 48 0,0-1 0 15,0 7 8 16,0-1-8-31,0 6 8 16,0 0 0-16,0 5-8 16,0 2 8-16,-3 4-8 0,3 3 0 15,-4 2 8-15,4 3 0 16,0 4-8-16,0 0 8 0,-5 0 0 16,5 0 8-16,-4 0 40 15,0 0-48-15,4 0 0 16,-7 0 0-16,7 0 0 15,-4-3 8-15,0 3 8 0,-6-3-8 16,7 0-8-16,-4-1 56 0,3-1-56 0,-4 2-16 16,-1-1 0-1,-2-2 8-15,3 2 8 32,-1-2-56-32,-2 3 48 0,-1 3 8 0,-4-6-8 15,0 6 0 1,-4 0-112-16,-8 0 24 0,-4 0 88 0,0 0 8 15,-7 0-16-15,-7 0 8 0,4 0 0 16,-7 6 0 0,2-3 8-16,-1 3 0 0,0 1 8 0,1 0-8 15,-5-4 8 1,-1 2-8-16,2-1 0 0,-5 2 8 0,8 1 0 16,1 0 0-1,2-2-16-15,5 2 16 0,0-2-8 16,5-1 8-16,3 3 0 15,0-5-8 1,-4 5 8-16,4-3-8 0,-3-2 0 16,-1 5 0-16,-4-4 0 15,4-1 0-15,-4 5 8 16,5 0-8-16,-6-4 0 16,5 0 8-16,0 0-8 0,-4 4 0 15,5-3 0-15,-5-2 0 16,0 1 0-1,1 0 8-15,3 1-8 0,-8-4 0 16,7 5 8 0,-3-5-16-16,10 7 8 0,-7-7 0 0,5 3 32 15,4-3-32 1,0 0 0-16,5 0 0 16,-1 0 0-16,-5 0-8 15,6 0 8 1,-5 0 8-16,4 0-8 31,-3 0 0-31,-1 0-8 0,0 0 8 0,-5 0 0 0,2 0 40 16,2 0-40-16,-2 0-40 0,-1 3 40 15,-4 1 0 1,0-4 8-16,-4 3 8 0,1 1-8 16,-2 1-8-16,2-5 0 0,-1 3 0 15,-4 4 0 1,0-7 0-1,0 2 8-15,4 2-8 16,1-4 8-16,1 3-8 0,0 1 8 16,2-1-8-16,0-3 16 15,4 3-16-15,-3 0 0 0,2 1-16 16,-3-1 8-16,4-1 8 31,-3 2 8-31,-1-1-8 0,4-3 16 16,-4 0-16-16,1 3-48 15,-2 0 48-15,1-3 16 16,4 0-8-16,-3 4-8 0,7-4-16 16,-4 0 16-16,4 0 0 15,0 0 0 1,3 0 0-16,3 0 8 16,-6 0-8-16,4 0 8 15,-4 0-8-15,3 0 0 0,-3 0 0 16,4 0 0-16,-4 0 0 15,5 0-8-15,-5 0 0 16,4 0 0-16,-5 0 8 16,6 0 8-1,-5 0 0-15,-1-4-8 0,-2 4 0 0,-1-3 0 16,-3 0 0 0,-5 3 8-16,1 0-8 0,-2 0-16 0,1 0 16 31,1 0-8-31,2-3 8 15,2 3 8 1,-1 0 0-16,0-4 0 0,4 4-8 0,-3-2 0 16,-2 2 8-16,5 0 8 0,0 0-16 15,4 0 0-15,5 0-16 16,-1 0 16 0,8 0 0-1,0 0 0-15,4 0 0 0,0 0 0 16,4 0 16-16,1 0-16 15,-6 0 0-15,5 0 0 0,1 0 0 16,-6 0 0-16,1 0 0 31,5 0 8-31,2 0-8 0,1 0 8 16,0 0 0-16,4 0 8 16,0 0-16-16,0 0 8 0,0 0-8 15,0 0 0-15,0 0-8 16,0 0 8-16,0 0-8 15,0 0-72-15,0 0 80 16,0 0-104-16,0 0-592 0,0 0-1361 16,4 0-2632-1</inkml:trace>
  <inkml:trace contextRef="#ctx0" brushRef="#br0" timeOffset="43837.99">1281 17316 9882 0,'0'0'2880'0,"0"0"-1616"16,0 0-271-16,0 0-329 0,-129-75-296 15,102 55-184 1,3 1-104-16,4 3-16 15,0 6 0-15,0 3-56 0,8 2 56 16,0 5-56-16,4 0-8 16,-4 0 0-16,4 0-8 15,-3 0-8-15,2 9 16 16,1-2-16-16,0 2 16 31,-4 0 0-31,8-2 0 16,-4-4 0-16,5 4 0 0,-1-5 8 15,0-2-8-15,4 7 8 16,-9 6-8-16,5 3 0 16,4 6 0-16,-4 9 48 0,4 17 160 15,0 6 112-15,0 9 112 16,0 7 24 0,0 1-8-16,0-6-71 15,0-6-65-15,4-6-40 16,0-8-16-16,5-7-40 0,-5-9-48 15,3-7-88-15,1-7-8 16,1 1-24-16,-2-5-48 0,4-6 0 16,3 4-8-16,-8-2 8 15,7 2 0-15,-1-2 0 16,-4-1 0-16,4-3 0 0,0 1-8 31,-4-4-88-31,4 0-24 16,0 0 0-16,4 0-72 0,-4 0-16 15,4 0-200-15,0-7-185 16,-1 5-231-16,2-2-368 16,2 4-696-16,-3-3-1329 0,-4 3-2856 0</inkml:trace>
  <inkml:trace contextRef="#ctx0" brushRef="#br0" timeOffset="44291.1">1284 17674 8161 0,'0'0'3921'16,"0"0"-2457"-16,0 0 209 15,0 0-537 1,0 0-496-16,0 0-192 15,-20 109-168-15,20-84-40 0,17 1-128 16,-6-4-24-16,6-6-40 16,-2-6-48-16,1-5 8 15,-1-5-8-15,6 0 0 0,3-2 8 16,-1-14-8-16,-2-9-72 31,-1-1 24-31,-1-6 32 0,-2 0-88 16,-6 1 56-16,-2-4 40 0,-5 0-40 15,-4 3 48-15,0 1 0 16,0 8 16-16,-18 4 112 16,-2 7 40-1,-6 2 88-15,2 10 33 16,-8 3-129-16,0 26-112 0,0 8-48 16,8 8-56-16,3 3-161 15,10 0-311-15,11 5-632 16,0-8-1360-16,11-17-3010 0</inkml:trace>
  <inkml:trace contextRef="#ctx0" brushRef="#br0" timeOffset="44583.25">1687 17488 9177 0,'0'0'4177'0,"0"0"-3456"15,0 0 487 1,-4 114-152-16,4-73-304 16,0 0-400-16,0 0 16 15,4-2-144-15,0-1-96 0,0-6-128 16,-1-4 0-16,-3-3-392 15,5-6-848-15,-5 4-408 0,0-7-2393 32,4-7-1368-32</inkml:trace>
  <inkml:trace contextRef="#ctx0" brushRef="#br0" timeOffset="45046.49">1679 17713 4256 0,'0'0'5634'16,"0"0"-3802"-16,0 0-376 0,0 0-271 16,12 12-57-16,4-1-600 15,7-2-40-15,1 0-16 0,4-6-176 32,0 4-80-32,0-7-128 15,-4 0-40-15,-9 0-48 16,2 0-40-16,-5 0-160 0,-3 0-200 15,-6 0-400-15,1 0-208 0,0 0-249 16,0-7-151-16,0-2-216 31,0-7-465-15,-4-5 601-16,0-6 872 16,0 3 616-16,0-5 32 15,0 3 616-15,0 4 248 0,-4 3 489 0,-4 6 295 16,4 10-168-16,4 3-87 15,-4 0-425-15,4 0-208 0,-3 19-344 16,3 13-96-16,0 5 120 16,0 4-40-16,0 5-120 15,0-5-120-15,0-10-136 0,0 1 0 16,0-3-56-16,0-7 0 16,0-6-120-1,0 3-424-15,0-1-752 16,0-4-1313-16,0-1-3216 0</inkml:trace>
  <inkml:trace contextRef="#ctx0" brushRef="#br0" timeOffset="45343.35">2085 17459 3368 0,'0'0'9130'16,"0"0"-7265"-16,0 0-633 15,0 0-520-15,0 0-280 16,0 0 8-16,0 0-208 0,84 10-136 15,-56-8-96-15,0 2-48 16,-9 2-632-16,2 1-1224 16,-10 3-3505-16,-7-5-1689 0</inkml:trace>
  <inkml:trace contextRef="#ctx0" brushRef="#br0" timeOffset="45999.57">2328 17237 10202 0,'0'0'3024'16,"0"0"-2087"-16,0 0 511 0,0 0-240 15,0 0-616-15,0 0-208 16,0 0-168 0,144 28-120-16,-112-28-24 15,0 0-64-15,-8 0 8 0,0-7-16 16,-8 5-152-16,-6-1-64 16,-4 3 88-16,-2 0 72 0,-4 0-16 15,4 16-24 1,0 12 96-16,-2 11 56 15,7 7 8-15,-4 6 56 16,2-2-56-16,-2 5 0 0,-2-2 8 16,1-5 16-16,3 0-40 15,-1-4-32 1,2-6-8-16,-5-3-8 31,1 0 8-31,0 3-8 16,0 0 0-16,-4 0-8 0,0 0-96 15,0-6-24-15,0-4 120 16,0-11-128-16,0-5 64 0,0-9 64 16,0-3 8-16,0 0 56 15,-4 0 96-15,-7-9-56 47,-6-10 120-47,1 3-40 0,-5 0 0 16,1 0 89-16,1 0 31 15,-4 3-88-15,-1 4-96 0,4 4-104 16,-4-2-8-16,4 3-96 0,-1-2-32 16,10 6-216-1,7 0-337 1,4 0-863-16,0 3-1433 0,0 6-3488 16</inkml:trace>
  <inkml:trace contextRef="#ctx0" brushRef="#br0" timeOffset="46296.43">3237 17656 13866 0,'0'0'2929'0,"0"0"-1633"31,0 0-527-31,0 0-257 0,0 0-232 16,0 0-160-16,0 0 0 15,80-13-56-15,-55 6-64 0,-6 2 0 16,-3-2-168-16,0 4-104 16,-5-3-240-16,2 6-393 15,-9-3-367 1,0 3-1000-16,-4 0-3090 0,0 3-1927 15</inkml:trace>
  <inkml:trace contextRef="#ctx0" brushRef="#br0" timeOffset="46541.44">3226 17732 6937 0,'0'0'5185'0,"0"0"-2784"0,0 0-209 0,0 0-456 16,0 0-711 0,131 4-561-1,-95-8-208-15,-1-3-168 32,-3 2-88-32,-8-2-24 15,-7 0-312 1,-9 5-256-16,-8 2-633 0,0 7-1655 0,0 7-5498 15</inkml:trace>
  <inkml:trace contextRef="#ctx0" brushRef="#br0" timeOffset="54628.02">4186 17138 264 0,'0'0'312'16,"0"0"4737"-16,11 3-1729 0,-6 1-1975 15,-5-4-393-15,4 0-128 16,-4 0-312-16,0 0 48 0,0 0 160 0,0 0-55 0,0 0-89 31,0 3-16-31,0 10 0 0,0 2-72 0,0 4-88 0,-9 7-104 16,3 6-112-1,-7 0-40 1,2-1-16-16,-2 1-32 0,5-3-88 0,4-4 64 0,4-7-72 31,0-1 0-15,0-5-8-16,0-5 8 16,12-4-56-16,1 0 56 0,11 1-8 15,-5-4 0-15,5 0 8 16,-1 0 0-16,-3 0 8 0,5-4 0 15,-5 1 0 1,-5-4-8-16,-2 4 0 16,2 1-144-16,-6 2-120 0,-1 0-136 15,-4 0-304-15,-1 0-712 16,-3 2-721-16,0 8-1023 16,0-3-1529-16</inkml:trace>
  <inkml:trace contextRef="#ctx0" brushRef="#br0" timeOffset="55014.88">4378 17275 4016 0,'0'0'5618'0,"0"0"-3986"0,0 0 8 16,0 0-568-16,0 0-615 0,0 0-105 15,0 0 296-15,0-3-32 16,0 9-112-16,0 20 88 31,0 1-88-31,4 16-88 0,0-2-184 16,-1 0-24-16,1 3-24 15,0-5-63-15,0 2-17 0,1-9-88 0,-1-1-8 16,-4-5-8-16,4-7-32 16,-1 4-281-16,-3-9-439 15,0 2-680-15,0 4-824 0,0-8-1913 16,0-2-576-16</inkml:trace>
  <inkml:trace contextRef="#ctx0" brushRef="#br0" timeOffset="55494.16">4661 17595 96 0,'0'0'1680'0,"0"0"392"16,0 0-103-16,0 0 343 0,0 0 97 16,0 0-697-16,0 7-632 15,0 3-215-15,0 6-113 63,0 3 56-48,0 6-248-15,0 0-160 16,0 1-152-16,0-1-112 0,0-3-48 0,0-3-80 16,3-3-8-16,-3-3-32 31,0-1-456-31,0-5-784 0,0-4-1513 0,0-3-3184 16</inkml:trace>
  <inkml:trace contextRef="#ctx0" brushRef="#br0" timeOffset="55947.25">4792 17241 5089 0,'0'0'6249'0,"0"0"-4537"16,0 0-199-16,0 0-657 15,0 0-464-15,0 0-152 0,0 0 88 16,0-11 24-16,4 18 296 16,4 2-176-16,4 7-160 0,4 0-56 15,-4 3 16-15,4 3 65 16,0 0-233-16,4 2-56 16,-5-3-32-16,6 1-8 0,-1-3 0 15,-1 1-8-15,-2-5 8 16,-2 1-8-16,2-3-8 0,-10-4-104 15,5-2 40 1,-7-4 24-16,-5-1 0 16,4 2-8-16,-4-1 8 15,0-3-8-15,0 7 56 0,-4-4 64 16,-10 0-8-16,0 4-8 16,-7-2-40-16,6-1 40 0,-5 2-48 15,-4-2 0 1,8-1-72-16,-8 3-313 15,7-3-295-15,-2 4-448 16,-2-7-856-16,6 0-2641 0,3 0-2625 16</inkml:trace>
  <inkml:trace contextRef="#ctx0" brushRef="#br0" timeOffset="56228.5">4759 17253 8833 0,'0'0'4113'15,"0"0"-3433"-15,0 0 41 0,0 0 79 16,0 0-328-16,0 0-120 15,133-73-32 1,-105 62-120-16,-9 6-200 16,2 2-304-16,-10 3-432 0,2 0-881 15,-5 0-1191-15,-5 0-2409 16</inkml:trace>
  <inkml:trace contextRef="#ctx0" brushRef="#br0" timeOffset="56703.4">5099 17111 7705 0,'0'0'5865'16,"0"0"-4976"-16,0 0-105 15,4 0-120-15,12 0-240 16,4 0 224-16,-1 0-40 0,6 0-264 16,3 0-152-16,-8 0-112 15,4-7-32 1,-5 0 32-16,-2 1-72 0,-7-1 40 15,-1 7-40-15,0-3-8 16,-5 3-72-16,-1 0-8 16,5 19 0-16,-4 9 80 0,5 10 48 15,-2 11-40-15,0-2 48 0,-2 4-40 16,4-6 56-16,-6-4-72 0,1-3 0 47,4-4 0-47,-4-2-8 0,0-6-48 0,-1 3-368 0,2-7-296 15,-5 0-336-15,4-9-560 16,0-4-1153-16,-4-2-1272 0,0-7 736 16</inkml:trace>
  <inkml:trace contextRef="#ctx0" brushRef="#br0" timeOffset="56937.75">5199 17512 8649 0,'0'0'4089'0,"0"0"-3065"16,0 0 425-16,0 0-529 16,120-56-408-16,-78 40-256 0,-5 3-64 15,-2-3-112-15,-7 7-80 0,-7 2-296 16,-5 4-392-16,-4 3-584 15,-8 0-1089-15,-4 0-3024 0</inkml:trace>
  <inkml:trace contextRef="#ctx0" brushRef="#br0" timeOffset="57375.24">5801 17294 11738 0,'0'0'4497'16,"0"0"-2569"-1,0 0-207-15,0 0-345 0,0 0-328 16,0 0-232-16,0 0-183 0,0 0-353 15,0 0-176-15,0 0-104 16,4-9-192-16,-4 9-577 16,0 0-503-1,0 9-216-15,-4 3-697 16,-5 5-3968-16</inkml:trace>
  <inkml:trace contextRef="#ctx0" brushRef="#br0" timeOffset="57781.46">6119 17241 6145 0,'0'0'7665'0,"0"0"-5904"0,0 0-241 0,0 0-504 16,0 0-608-16,16-118-224 16,-11 95-15-16,-5 4-25 15,0 0 0-15,0 6-40 16,0-3-8-16,0 11 48 31,0-5-16-31,0 10-8 16,0 0-112-16,0 0 80 0,0 0-88 15,0 6-16-15,0 19 8 16,4 10 8-16,-1 6 40 16,1 10-24-16,-1 0 56 0,2 0-72 15,0-6 16-15,-1-1-8 0,0-5-8 16,-4-8 0-16,3-6-256 16,1-3-480-16,0-8-481 15,4-14-743-15,-4 0-2145 0,8 0-1112 16</inkml:trace>
  <inkml:trace contextRef="#ctx0" brushRef="#br0" timeOffset="58172.07">6339 17256 6601 0,'0'0'2600'0,"0"0"-791"15,0 0-9-15,0 0-648 16,16 121-503-16,-6-103-161 16,8-5-104-16,-3-1-88 15,6-5-80-15,3-7-104 16,-5 0-40 0,5 0 16-16,-4-7-24 0,-1-5 40 15,2-7-24-15,-8 0-8 0,2-6 48 16,-7-4 112-16,-8 0-64 15,0-2 32-15,0 2 72 0,-4 0 160 32,-15 4-64-32,-2 0-32 0,-3 5 41 15,0 8 7-15,-4 2-88 16,0 10-144-16,5 5-152 16,-5 16-112-16,4 16-448 0,4 24-441 31,4-6-783-31,12-4-3593 0</inkml:trace>
  <inkml:trace contextRef="#ctx0" brushRef="#br0" timeOffset="60342.64">6450 16866 1856 0,'0'0'3145'0,"0"0"-1369"16,0 0 224-16,0 0-31 31,0 0-273-31,0 0-144 0,0 0-39 16,0-10-129-16,0 10-264 15,0 0-279-15,0 0-177 0,0 0-232 16,0 0-224-16,0 0-136 16,8 0-72-1,9 0 0-15,2 0 0 16,9 0 0-16,0 0 0 0,0 0 0 16,-4 0-144-16,-4 0-56 15,-8 0 8-15,-5 0-88 0,2 0-176 16,-9 0-313-16,0 3-1071 15,-5 9-2393 1,-10-2-5121-16</inkml:trace>
  <inkml:trace contextRef="#ctx0" brushRef="#br0" timeOffset="60717.75">6750 16733 8009 0,'0'0'4649'0,"0"0"-3048"15,0 0 71-15,0 0-536 16,0 0-696-16,0 0-136 0,15 28 128 15,-15-7-224-15,4 8-56 16,1-6-80-16,-2-1-56 16,1 0-8-16,4-9 65 0,0 3-65 47,1-7 8-47,-2 1 32 15,5-4-40-15,-3-3 48 16,2-3-8-16,1 0 0 0,4 0-40 0,-2 0 0 15,4 0-8-15,-3 0-56 0,2 0-225 16,-7-3-415-16,8-3-432 0,-3-1-440 16,-2 0-1081-16,-2 5-2368 15</inkml:trace>
  <inkml:trace contextRef="#ctx0" brushRef="#br0" timeOffset="61061.48">6944 16786 9233 0,'0'0'4553'31,"0"0"-3136"-31,0 0-49 0,0 0-616 16,0 0-208-16,0 0 0 0,0 0-103 15,0 0-217-15,17 126-80 16,-13-97-48-16,0-3-88 0,-1-3 0 16,1-5-8-16,-4-2-328 15,0 0-481 1,0-4-631-16,0-2-1577 15,0-3-3888-15</inkml:trace>
  <inkml:trace contextRef="#ctx0" brushRef="#br0" timeOffset="61936.44">7204 17278 8977 0,'0'0'4177'0,"0"0"-2552"15,0 0-129-15,0 0-688 0,0 0-96 16,0 0-192-16,4 149-23 16,0-101-113-16,2 3-64 0,-1-10-144 31,0-6-48-31,3-9-80 0,-8-11-40 16,3-5-8-16,-3-10 16 15,5 0 32-15,-5 0 8 16,3-17 40-16,-3-7-48 0,0-5-48 15,0-6-112-15,0-1 24 32,0-5-24-32,0-3 16 0,0-1 40 15,0 1 8-15,-3 3-32 16,3 2 64-16,0 11-32 16,0 6 48-16,0 7 0 0,0 8-8 15,0 7-80-15,0 0 80 16,0 12-56-1,7 7 64-15,6 8 64 16,-5-2-16-16,-1-4-40 0,2-5 0 16,-1-6 0-16,-5-3 0 15,1-1-8-15,4-6 0 16,0 0 0 0,4 0 0-16,5-16-8 15,-2-3-96-15,6 0-72 0,-2-3-8 16,1-1 0-16,4 8 15 15,-5 2 17-15,2 9 80 0,-1 4-80 16,-1 17 152-16,2 24 128 0,-5 13 192 31,-1 13 1-31,-7-1-17 16,5 3 40-16,-6-8-128 0,1-10-96 16,1-10-112-16,-5-12-8 15,-1-7-144-15,1-6-416 0,-4-10-625 16,0-3-1383-16,0-3-4754 0</inkml:trace>
  <inkml:trace contextRef="#ctx0" brushRef="#br0" timeOffset="64047.92">12669 11589 176 0,'0'0'8065'15,"0"0"-6792"-15,0 0 31 16,0 0 72-16,0 0-672 0,0 0 553 16,11 89-305-16,-11-39-160 15,0 7-168-15,0-3-176 0,0-6-72 16,0-3-176 0,-3-11-144-16,-1-2-48 15,4-11-8-15,0-3-296 16,0-12-728-16,4-6-1120 0,-1 0-2674 15</inkml:trace>
  <inkml:trace contextRef="#ctx0" brushRef="#br0" timeOffset="64642.15">12462 11414 10986 0,'0'0'1992'0,"0"0"-359"16,0 0-569-16,0 0-688 0,0 0-264 15,0 0-104-15,135-18 56 16,-92 18-48-16,2 11-16 16,-9 8 0-16,-9 6 0 0,-3 4-8 15,-11-3-8 1,-9 6 16-16,-4-7 0 15,0 1 8-15,-9-7 96 0,-6-1 168 16,-10-8 104-16,1 4-104 16,8-9-72-16,1-1-80 15,10-1-120-15,5-3 0 0,0 0-152 16,0 0-136 0,25 0 32-16,-5 0-72 15,8 0-24-15,-5 0 200 0,5 16 80 16,-4 9 64-16,-3 7 0 15,-6 2 8-15,-2 8 8 16,-10-4 128 0,-3-3 88-16,-3-3 176 15,-23-4 96-15,-4-6 8 0,-6-6-152 16,-1-2-80-16,-2-9-8 16,3 2-63-16,8-7-49 15,0 0-32-15,13 0-104 0,2-10-16 16,9 1-136-16,4-4-361 31,0-3-143-31,8 0-288 0,12 4-56 16,7-2-168-16,2 2-481 15,7-1-495-15,-4-3-201 16,11-6 233-16,-6 3-297 0,-5 0-839 0</inkml:trace>
  <inkml:trace contextRef="#ctx0" brushRef="#br0" timeOffset="64936.37">12920 11763 56 0,'0'0'4184'15,"0"0"-2175"-15,0 0 639 16,0 0-79-16,0 0-1057 16,16 121-608-1,-1-89-391-15,-2-4-185 0,7-6-128 16,7-12-48-16,-2-4 88 16,3-6 88-16,4-3-104 0,-1-22-104 15,-3-7-40-15,-1-6-16 16,-6-7-16-16,-9-2-40 15,-8 2 144-15,-4-2-96 16,0-1 144-16,-20 0 328 16,-12 7-112-16,0 4-24 15,-7 4 8-15,-6 11 41 0,2 12-97 16,-5 10-160-16,-1 13-136 16,6 25-48-16,7 13-8 15,4 9-336 1,12 4-537-16,16 18-935 15,4-15-2417-15,0-16-3633 0</inkml:trace>
  <inkml:trace contextRef="#ctx0" brushRef="#br0" timeOffset="65233.23">13423 11485 12322 0,'0'0'1536'0,"0"0"-895"16,0 0 279-16,-37 129-280 15,29-75-392-15,8 0-136 16,0 0-64-16,0-7 0 15,0-2-40-15,0-10 0 16,0-6-8-16,8-7-152 16,-3-10-456-16,-1-9-856 0,3-3-2553 15,-3 0-1192-15</inkml:trace>
  <inkml:trace contextRef="#ctx0" brushRef="#br0" timeOffset="65764.45">13287 11719 8313 0,'0'0'2889'16,"0"0"-489"-16,0 0-287 16,0 0-889-16,0 0-840 0,0 0-368 15,24-4 184-15,0 4-24 16,8 4-104-16,0-1-64 15,7 0 80 1,6 0-80-16,-6-3 40 0,1 0-40 16,0 0 0-16,-8 0-8 15,4 4 0-15,-8-1-144 16,0-3-144-16,-5 7-224 0,1-7-80 16,-4 0 8-16,-4 0 8 15,-1 0-136-15,-2-10 312 31,-5-3 135-31,-4-6 249 16,-4-3 16-16,0-1 0 16,0-2 16-16,-4-1 0 15,-4 1 88-15,-5-4 201 0,6 8 23 16,-1 1 56-16,0 1 88 16,0 7-40-16,4 2-80 0,1 0-120 15,-2 10 64-15,1 0-24 16,-4 3-216-16,-3 26 168 0,2 10 136 15,-3 14-56-15,8 11 16 16,4 0-16-16,0 2-95 0,0-9-105 31,0 0-96-31,4-15 56 16,8-8-64-16,0-9-16 16,0-6-377-16,4-12-695 0,-1-5-1408 15,-2-2-6170-15</inkml:trace>
  <inkml:trace contextRef="#ctx0" brushRef="#br0" timeOffset="66530.03">14431 11506 7881 0,'0'0'5377'0,"0"0"-3904"0,0 0-113 16,0 0-104-16,0 0-560 15,0 0-80-15,116 0-271 0,-41 0 63 32,13 6-80-32,28-6-208 15,-9 0-104-15,1 0-16 16,-10 0 0-16,-17 0-8 0,-5 0-80 16,-17 0-88-16,-24 0-24 15,-15 0 8-15,-6 0 96 0,-14 0 96 16,0 0 0-16,0-3-8 15,-14-4-48 1,8 2-8-16,-11-5 56 16,6 3-40-16,-1 1 48 0,0 0-8 15,-4-1-48-15,-4-3-32 16,0 5-65-16,-12-5-143 16,-4 4 128-1,-7-5 72-15,-6 6 72 16,2-4-32-16,-1 2 48 15,8 5 8-15,12-5 0 0,12 7 0 0,12 0-56 16,4 0 8-16,0 0 40 16,20 0 8-1,8 0 8-15,4 0 8 16,4 0-8-16,3 3 8 16,-3 1-8-16,0-2 0 0,0-2 8 15,-8 7-8-15,0-5 0 16,-8 1 0-16,-4 4-8 0,-4-5 0 31,-5 5 0-31,-7-3-8 16,0 2 8-16,0-3 0 15,0 1 112-15,0 1 80 0,0-2 0 16,0 1-112-16,-7 2-80 16,3 1-272-16,0 5-832 0,-9-2-1648 31,10-3-5066-31</inkml:trace>
  <inkml:trace contextRef="#ctx0" brushRef="#br0" timeOffset="67077.12">15400 11872 9618 0,'0'0'2472'16,"0"0"-1264"-16,0 0-63 0,-132 0-161 15,77 0-240-15,-10 0-384 0,-6 0-136 31,-10 3 56-31,-6-1 24 16,-4 5-128-16,3-1 16 16,0-3-96-16,16 4-40 0,4-1-48 15,17 1 0-15,11-4-8 16,20-1-8-16,8-2 8 0,8 0-112 31,4 0-16-31,0 0 72 16,8 0 56-16,4 0 8 15,4 0 0-15,4 0 56 0,4 0-64 0,8 0 0 16,0 0 0-16,4 0 0 16,-1 0 8-1,5 7 56 1,0-4 0-16,4 6 8 0,-5-2 24 16,6-1 32-16,-6 4-16 15,-8-4-104-15,-6 1 40 0,-9-1-48 16,-8-3 0-16,-4 4-8 15,-4-5-264 1,0 8-344-16,-8 3-1032 16,-4-8-5178-16</inkml:trace>
  <inkml:trace contextRef="#ctx0" brushRef="#br0" timeOffset="67540.55">16253 11354 10922 0,'0'0'2248'16,"0"0"-1552"15,0 0 185-31,0 0 327 0,0 0-440 16,24 146-296-16,-17-96-48 0,-3-5-184 15,0-1-112-15,4-3-72 0,-4-9-56 16,1-7-56-16,-1-6-312 16,7-8-976 15,-2-9-1897-31,2-2-4704 0</inkml:trace>
  <inkml:trace contextRef="#ctx0" brushRef="#br0" timeOffset="68053.82">16180 11258 11090 0,'0'0'2176'0,"0"0"-1031"31,0 0 55-31,0 0-432 16,0 0-424-16,0 0-216 15,144-10-56-15,-103 14-72 0,-6 12 16 16,0 0-8-16,-10 6-8 0,-9 0-8 16,-13 4 8-16,-3-8 0 15,0 2 216-15,-19-7 104 31,-1-1 128-31,-4-10-96 0,5 5-64 16,2-7-15-16,9 0-65 16,5 0-16-16,3 0-40 0,0 0-56 15,3 0-96-15,17 0-72 16,4 0-72-16,0 0-16 16,0 0-48-1,0 20 80-15,-5 8 71 0,2 10 57 16,-6 7 9-16,-6 2-9 15,-6-1 8-15,-3-3 0 0,0-4 64 16,-7-15 80-16,-21 3 72 16,0-13 64-1,-4-3 16-15,-3-2-64 16,-2-9-96-16,5 0-24 16,0 0-16-16,8 0 0 0,8 0-104 15,5 0-40-15,2-3-256 0,5-3-296 16,4 2-361-16,0-3-1023 15,17 2-3201-15,-2-2-3881 16</inkml:trace>
  <inkml:trace contextRef="#ctx0" brushRef="#br0" timeOffset="68438.37">16846 11277 13474 0,'0'0'2249'15,"0"0"-969"1,0 0-8-16,0 0-511 16,0 0-433-16,0 0-104 15,148 0-80-15,-100-2-72 0,-8-5-64 0,-1 4-8 16,-6-1 0-16,-10 4-224 16,-10 0-368-16,-6 0-385 15,-7 0-527-15,0 0-872 0,-3 0-3194 31,-10 7 145-31</inkml:trace>
  <inkml:trace contextRef="#ctx0" brushRef="#br0" timeOffset="69969.08">17066 11093 1840 0,'0'0'2480'0,"0"0"-1127"16,0 0 479-16,0 0 8 15,0 0-623-15,16 0-321 16,-16 10 256-16,0 2 104 0,0 8-287 15,0 5-249-15,0 0-240 16,0 1 8-16,0 2-112 0,0-2-64 16,0-2-104-16,-5 2-80 31,2 0-32-31,-1-7-88 16,0 0 8-16,0-2 32 0,4-3-48 15,-5 2-96-15,5-6-200 16,0 2-272-16,0-2-544 0,0-3-969 15,0-1-2352-15,0-3-1272 0</inkml:trace>
  <inkml:trace contextRef="#ctx0" brushRef="#br0" timeOffset="71036.9">17927 11646 312 0,'0'0'9826'0,"0"0"-8482"15,0 0-344-15,0 0 312 16,0 0-575-16,0 0-465 0,0 0 160 0,39 9 88 15,-11-5-120 1,4-1-80 0,0-1-96-16,5 5-56 15,-5 0-48-15,-4-7-64 0,-2 2 0 16,-1 5-56-16,-9-7-80 16,0 0-288-16,-4 0-432 0,0 0-1257 15,-9 0-3400-15</inkml:trace>
  <inkml:trace contextRef="#ctx0" brushRef="#br0" timeOffset="71318.14">18078 11480 336 0,'0'0'11338'0,"0"0"-9746"31,0 0-952-31,0 0 385 16,0 0-209-16,0 0-464 0,0 0-216 16,0 121 0-16,0-86-128 31,0 7 64-31,0-5-72 0,-4-1-168 15,-3-2-256-15,-6 11-768 0,2-14-1737 16,3-2-3008-16</inkml:trace>
  <inkml:trace contextRef="#ctx0" brushRef="#br0" timeOffset="71867.5">19023 11480 10202 0,'0'0'2848'16,"0"0"-2032"0,0 0-367-16,0 0 615 15,0 0-256-15,0 0-320 0,0 0-240 16,28 109-32-16,-12-87-8 16,0 0-32-16,0-3-80 15,7-7 0-15,0 2-16 0,6-12 8 16,-4-2-40-16,3 0-40 47,-4 0 72-47,4-9-24 0,-9-10-48 15,-3-3 0-15,-4-4 72 0,-1-2-80 16,-6-5 16-16,-1-1 64 16,-4-1-80-16,0 4 8 0,-9-5 8 15,-14 5 80 1,-5 5 104-16,-13 11-96 0,1 8-55 15,-6 7-49-15,-2 13 64 16,4 13-56-16,4 12-8 16,16 3-153-16,4 0-143 0,12 1-392 15,8-4-192-15,5-1-1128 16,14-15-2649-16,9-5-5097 0</inkml:trace>
  <inkml:trace contextRef="#ctx0" brushRef="#br0" timeOffset="72158.1">19840 11330 4793 0,'0'0'8385'0,"0"0"-7545"15,0 0-383-15,0 0 911 16,0 0-384-16,0 0-488 16,-32 135-136-16,25-94-8 0,3 0-208 15,-1 1-88-15,0 2-56 16,5-6-456 0,-3-4-472-16,-1-4-952 0,-3-9-2473 15,2-8-216-15</inkml:trace>
  <inkml:trace contextRef="#ctx0" brushRef="#br0" timeOffset="72638.7">19681 11474 7705 0,'0'0'4121'0,"0"0"-1784"15,0 0-561 1,0 0-576-16,0 0-768 15,0 0 184-15,0 0-200 16,0 0-111-16,144 52-113 0,-101-43-80 16,5-4-48-16,-4 2-48 15,-6-7-8-15,3 0 8 0,-1 0-16 47,-8 0 0-47,-8 0-152 31,-4 0-104-31,-4 0-73 0,-8 0-143 16,-4-4-272-16,0 1-80 16,-4-2-152-16,0-4 8 15,0-5 183-15,0-1 513 0,0-4 224 0,0-1 48 16,0 1 208 0,0-1 112-1,0 6 225-15,0 5 31 0,0 2 80 0,0 3-16 16,-4 4-128-16,-4 0-360 15,-4 16-24-15,0 13 224 16,0 9-8-16,1 3-32 0,-2 0-80 16,5 1-8-16,8-4-87 15,0-4-33-15,0-2-56 0,0-6-48 16,0-4-136-16,0-3-441 16,16-9-703-16,0-7-1312 15,-4-3-4210-15</inkml:trace>
  <inkml:trace contextRef="#ctx0" brushRef="#br0" timeOffset="72919.92">20506 11059 13050 0,'0'0'2273'0,"0"0"-721"32,0 0 40-32,0 0-631 15,0 0-529-15,144 0-184 16,-105 0-152-16,1 0-88 0,-3 0-8 16,-10 2-304-16,-7 1-304 15,-9 4-753-15,-6 0-1791 0,-5-5-5906 0</inkml:trace>
  <inkml:trace contextRef="#ctx0" brushRef="#br0" timeOffset="74294.87">10971 12439 7057 0,'0'0'2160'16,"0"0"697"-16,0 0-632 16,0 0-865-1,0 0-592-15,0 0-200 0,0 0-168 16,0 0-160-16,0 0-168 16,0 0 8-16,15 7 24 0,6-1 16 15,7 0 32-15,3 1-80 16,5-4-16-1,5 1-48 1,-6-4 40-16,1 0-48 0,-4 0 0 0,-8 0 0 16,0 0-136-16,-8 0-176 15,-5 0-160 1,-2 3-296-16,-9-1-480 16,0 5-1049-16,0-4-2416 15,0-3 1561-15</inkml:trace>
  <inkml:trace contextRef="#ctx0" brushRef="#br0" timeOffset="74891">11162 12468 8105 0,'0'0'1232'0,"0"0"577"15,0 0 15-15,0 0-519 16,20 108-473 0,-8-70-208-16,-3-3-216 15,-2 0-184-15,1-4-96 0,4 1-56 16,-4-4-64-16,0-5 0 0,-4 0 0 16,0-8 16-16,3-5-16 15,-7 3 8 1,0-8-8-1,0-1-8-15,0 3 8 0,0-4-8 16,0-1-56-16,0 2 56 16,-11 3 64-16,-9-5-48 0,0 1 88 0,-8 1-48 15,-4-4 0-15,-4 3-48 32,0-3 56-32,-4 0 112 15,5 0 112-15,7 0 8 0,0 0-48 31,8 0 88-31,8 0 0 0,4 0-31 0,4 0 7 0,4 0-144 16,0 0-128-16,12-3-32 31,12 3-8-31,16-4 48 0,8-1-40 32,3-2-8-32,5 3 0 15,-4-1-240-15,-4 5 48 0,-8-4-56 16,-8 1 47-16,-8 3 137 15,-10 0-144-15,-5 0 104 0,-9 0 56 16,0 0 48-16,0 0-16 0,0 0-56 16,0 0-56-1,0 0-112 1,-4 0-136-16,-1 7-648 0,-9 2-1032 16,5-2-2025-16,-2-2-824 15</inkml:trace>
  <inkml:trace contextRef="#ctx0" brushRef="#br0" timeOffset="77594.88">12462 12674 3832 0,'0'0'4473'0,"0"0"-2792"16,0 0 567-16,0 0-696 0,0 0-839 31,0 4-185-31,0 2-144 16,0 3 48-16,0 4 24 15,4 3-8-15,3 6-80 0,9-3-72 16,0 0-136-16,4 0-88 16,4-6 8-16,4-4-80 0,-3-2-88 15,-2-7 8-15,1 0 80 16,0-7 8-1,-4-8 184-15,0-11-136 16,-12-5-48-16,-4-1-8 0,-4-3-16 16,0 0 8-16,-4 0-40 15,-17 7 48-15,-2 2 80 0,-1 7 136 16,-8 3 32 0,-4 12-32-16,0 4-104 15,1 7-112 1,-6 19 0-16,9 9-96 0,4 3-224 0,9 6-328 15,7-3-704-15,12 10-736 16,0-13-3266-16,12-9-2975 0</inkml:trace>
  <inkml:trace contextRef="#ctx0" brushRef="#br0" timeOffset="77860.5">12924 12744 4745 0,'0'0'2920'0,"0"0"-1496"15,0 0 633-15,0 0-489 0,0 127-640 16,0-102-423-16,0 1-33 15,0-4-112-15,0-3-208 16,0-2-80 0,0-9-72-16,0-1-768 15,0-4-1593-15,0-3-3296 0</inkml:trace>
  <inkml:trace contextRef="#ctx0" brushRef="#br0" timeOffset="78391.72">13079 12547 12162 0,'0'0'2377'0,"0"0"-1393"15,0 0 128-15,0 0-344 31,0 0-472-31,0 0-96 16,0 0-24-16,0 0-64 0,0 0 40 16,143 39-48-16,-110-36-104 15,-13-1-8-15,-8 3-80 0,-5 0-216 16,-7 2 40-16,0-1 256 16,-12 3 8-1,-11 5 80-15,3-9-8 16,-4 2 8-16,8 2 56 0,-1-5-64 15,15-1-64-15,-2 0-8 16,4 0-88-16,0 0-208 0,6 3-80 16,11 4 80-1,6 0-40-15,2 5 224 16,-1 8 40 0,-1-1-8-16,-6-3 64 0,-6 3-64 0,-7-2 80 15,-4-5 8-15,0-1 200 16,-11-2 288-16,-17-3 0 0,-4-2-80 47,-1-1-112-47,2 1-80 15,2-5-63-15,6 1-113 16,8-3-48-16,2 0-385 0,9 0-655 16,4 4-1736-16,0-4-5594 0</inkml:trace>
  <inkml:trace contextRef="#ctx0" brushRef="#br0" timeOffset="79545.95">13702 12639 7417 0,'0'0'2121'0,"0"0"-569"16,0 0-248-16,0 0-48 15,0 0-191-15,0 0-257 0,39 83-48 0,-31-58-152 31,1-2-168-31,-3-4-120 16,-1-10-112-16,-1-6-8 0,-4-3 40 16,0 0 80-16,0 0 1 15,0-3-57-15,0-13-136 16,0-3-128 0,0-6-88-16,0 2-24 15,-4-2-24-15,-1-3 32 16,2 5-16-16,0-2-49 0,3 2 33 15,0 1 24-15,0 7 104 16,0-1-64-16,3 6 72 16,5 0 16-1,-4 10-16-15,0 0-24 16,0 0-48-16,1 0-120 0,-2 20 192 16,1-1 96-16,0 0 8 15,3 3-8-15,-2-6-40 16,0 0 8-16,-5-9-8 0,3-5-8 31,-3 1-32-31,4-3 64 16,-1 0-8-16,2 0-72 0,3 0 57 15,0-9 63-15,8-7-112 16,4-3-8-16,-1 3-56 0,5-6-105 16,1 7-15-16,-5 2 104 15,-1 2 0 1,-6 11 64-16,-2 0-136 15,1 11 144-15,-3 11 120 0,-2 6 160 16,5 4 81 0,-3 0-33-16,2-7-8 15,1-3-80-15,-4-6-64 16,0-3-72-16,0-4-104 0,-4-2-96 16,-1-1-424-16,10-3-681 15,-9-3-1623-15,-1 0-6114 0</inkml:trace>
  <inkml:trace contextRef="#ctx0" brushRef="#br0" timeOffset="80342.8">16560 12545 7257 0,'0'0'5169'0,"0"0"-3857"0,0 0 121 15,127 0-9-15,-67 0-400 16,-1-4-424-16,1 1-176 16,-4-3-63-16,-7 6-193 0,-10-4-104 31,-15 4-64-31,-8 0-128 0,-9 0-385 15,-7 0-807-15,0 7-872 16,-11-1-121-16,-6 3-4016 0</inkml:trace>
  <inkml:trace contextRef="#ctx0" brushRef="#br0" timeOffset="81092.92">19294 12627 12394 0,'0'0'1737'16,"0"0"-1425"-16,0 0 72 16,0 0 168-16,187 10-256 15,-59-1-136-15,47 3 208 0,5 1 120 16,-5-4-312-16,-47 1-88 16,-41-7-88-16,-19-3 16 0,-16 4 32 31,0-1-32-31,-4-3 40 15,-13 0-56-15,-18 0-88 0,-17 0-456 16,-12 0-312-16,-22 0-2377 16,0 0-3976-16</inkml:trace>
  <inkml:trace contextRef="#ctx0" brushRef="#br0" timeOffset="82483.48">11469 13566 6305 0,'0'0'2656'0,"0"0"-127"15,0 0-417-15,0 0-575 0,0 0-497 16,0 0-400-16,0 0-96 16,-72-47-88-16,52 47-40 31,-8 0-96-31,4 3 49 0,-7 12-17 15,7 12-32-15,4-3-56 16,4 9-128-16,8-5-32 0,8 0-48 16,0-1 40-16,0-6-96 0,0 1 8 15,8-10-8 1,8 5-8 0,4-7-64-16,-1-5 24 0,9 2-72 15,-1-4-64-15,6-3-128 16,-5 0 40-16,4 0-72 0,-4 0-449 15,4 0-543-15,-8-3-48 16,8-4-721 0,-12 5-2080-16,-1-5-95 15</inkml:trace>
  <inkml:trace contextRef="#ctx0" brushRef="#br0" timeOffset="82922.98">12478 13653 3568 0,'0'0'7690'0,"0"0"-5922"0,0 0 97 31,0 0-161-31,0 0-704 0,0 0-472 16,119-32-184-16,-71 25-120 15,0 5-39-15,-8-2-97 16,-4 4-88-16,-12 0 0 0,-4 0-200 16,-8 0-617-16,-9 13-823 31,-3-5-1385-31,0-1-3712 0</inkml:trace>
  <inkml:trace contextRef="#ctx0" brushRef="#br0" timeOffset="83219.85">13326 13455 13474 0,'0'0'1681'0,"0"0"-1417"16,0 0 288-16,0 0 480 16,0 0-424-1,0 0-240-15,125 77-40 16,-90-58-160-16,-7-4-120 0,0-1-48 15,-8 1-32-15,0 2-312 16,-9-3-464-16,-2 0-736 0,-1-1-3329 16,-4-11-4073-16</inkml:trace>
  <inkml:trace contextRef="#ctx0" brushRef="#br0" timeOffset="83454.2">13642 13408 12170 0,'0'0'2465'15,"0"0"-1449"-15,0 0 512 0,0 0-408 16,0 0-631 0,-131 129-273-1,98-90-96-15,-7-1-64 0,8 1-56 16,-3-5-144-16,-1 4-625 0,0-4-871 15,3-4-3393 1,9-8-4993 0</inkml:trace>
  <inkml:trace contextRef="#ctx0" brushRef="#br0" timeOffset="84403.85">16420 13436 6833 0,'0'0'3265'0,"0"0"-1433"47,0 0 184-47,0 0-567 15,0 0-929-15,0 0-104 0,0 0-16 16,128 0-152-16,-85 0-120 16,-3 0-56-16,1 0 32 0,-7 0-96 15,-5 0 0-15,-10 0-8 0,-2 0-104 16,-17 4-600 0,0 3-960-1,0-4-3177-15</inkml:trace>
  <inkml:trace contextRef="#ctx0" brushRef="#br0" timeOffset="84669.4">16635 13249 8193 0,'0'0'3049'16,"0"0"-2441"-16,0 0-136 0,0 0 720 16,0 0-303-16,0 0-321 0,-4 133-128 15,4-97-184-15,0-2-112 0,0-5-64 32,0-5-72-32,4 0 80 15,1-2-88-15,-1-2-192 16,-1-3-632-16,5-7-1465 0,0 0-3320 15</inkml:trace>
  <inkml:trace contextRef="#ctx0" brushRef="#br0" timeOffset="85002.48">17029 13271 11978 0,'0'0'1992'0,"0"0"-1223"16,0 0 343-1,0 0 88-15,0 0-600 16,0 0-248-16,112 83-56 0,-84-65-128 15,0 5-24-15,-3-4-112 16,-6 3-32-16,1-6-88 0,-7 0-232 16,-2-7-360-1,-3 7-544-15,0-6-1177 16,-4-8-4168-16</inkml:trace>
  <inkml:trace contextRef="#ctx0" brushRef="#br0" timeOffset="85221.22">17277 13239 1664 0,'0'0'10098'0,"0"0"-8026"0,0 0 25 31,0 0-145-31,0 0-895 15,0 0-633-15,-123 102-200 0,103-64-136 16,3-3-88-16,2 3-64 16,2-6-440-16,1 13-649 0,9-17-831 15,-5-2-3745-15</inkml:trace>
  <inkml:trace contextRef="#ctx0" brushRef="#br0" timeOffset="86160.11">19649 13297 8513 0,'0'0'2377'0,"0"0"-353"15,0 0 57-15,0 0-873 16,0 0-632-1,0 0 256-15,18 37-192 16,-8-20-167-16,2 2-153 0,-5 3-120 0,-3 0-56 16,4 0-56-16,-8 1-80 15,0-1 40-15,0-3-48 0,0 0-104 32,0-4-296-32,0 2-393 15,-3-8-487-15,-2 2-768 16,1-9-2881-16,1 1-3721 0</inkml:trace>
  <inkml:trace contextRef="#ctx0" brushRef="#br0" timeOffset="86378.84">19513 13459 9161 0,'0'0'3961'15,"0"0"-2928"-15,0 0 103 16,0 0 56-16,0 0-520 0,124 0-320 16,-88 0-152-1,-1 0-104-15,-6 0-96 16,-1 3-448-16,-6 3-360 0,-1-3-576 16,-4-3-1665-16,-2 0-2568 15</inkml:trace>
  <inkml:trace contextRef="#ctx0" brushRef="#br0" timeOffset="86750.21">20219 13319 10610 0,'0'0'2640'47,"0"0"-799"-47,0 0-73 0,0 0-576 16,0 0-768-16,0 0-55 0,0 0-25 0,115 32-144 15,-83-13-104-15,0 6-24 0,1 1-72 16,-6 0-8-16,-3-2 0 16,-4 1-208-16,-4-2-417 0,-4-5-783 31,0-1-592-31,-8-11-4042 0</inkml:trace>
  <inkml:trace contextRef="#ctx0" brushRef="#br0" timeOffset="87000.2">20502 13287 10970 0,'0'0'2864'15,"0"0"-1471"-15,0 0 383 0,0 0-448 0,0 0-719 16,0 0-337-16,-95 127-72 15,74-89-80-15,-3 1-80 16,0-1-40 0,5-7-368-16,-5 1-393 15,-4 5-879-15,11-8-2873 16,2-6-5193-16</inkml:trace>
  <inkml:trace contextRef="#ctx0" brushRef="#br0" timeOffset="88715.37">7997 17354 4777 0,'0'0'1848'0,"0"0"48"16,0 0 9-16,0 0-225 15,0-9-224-15,0 5-191 0,0 1-137 16,4 3-112 0,-4-2-80-16,4 2-192 15,0-5-271-15,4 5-137 0,4 0-200 16,3-2-64 0,6 2-8-16,3 0-56 0,-1 0-8 0,6 0-8 15,-10 0-128 1,1 0-96-1,1 0-112-15,-6 0-249 16,-7 0-239-16,4 0-336 0,-8 0-608 16,0 7-1241-16,-4-5-2056 0</inkml:trace>
  <inkml:trace contextRef="#ctx0" brushRef="#br0" timeOffset="89025.73">8077 17462 1744 0,'0'0'8898'0,"0"0"-6378"0,0 0-599 15,0 0-497-15,0 0-456 16,0 0-232-16,0 0-232 0,0 0-263 15,96 0-169 1,-73 0-8 0,-3 0-64-16,-3 0-8 0,-2 0-120 0,-2 7-161 31,-2-1-135-31,-3 0-376 16,1-3-472-16,-2 11-696 15,-3-9-2337-15,-1 2-2833 0</inkml:trace>
  <inkml:trace contextRef="#ctx0" brushRef="#br0" timeOffset="89443.93">8591 17278 8369 0,'0'0'4289'15,"0"0"-3377"1,0 0 57-16,0 0 175 16,0 0-368-16,0 0-368 0,128 35 112 15,-89-17-96-15,1 2-104 0,-4-1-144 0,4 0-104 16,-9 0-64 0,2-4-8-16,-13 2-8 0,-1-5-160 0,-11-2-128 31,1-1-296-16,-5-5-456-15,-4-4-848 16,0 0-2609-16,0 0-2609 0</inkml:trace>
  <inkml:trace contextRef="#ctx0" brushRef="#br0" timeOffset="89732.02">8953 17169 8465 0,'0'0'3209'15,"0"0"-857"-15,0 0-479 16,0 0-601-16,0 0-600 16,0 0-192-16,-51 17 73 0,31 9-57 15,0 3-152-15,-3 8-104 16,2 1-88-16,-3 4-56 15,5-1-48-15,2 3-48 0,1-3-240 32,1-2-448-32,-2-1-561 0,1-7-1287 15,9-8-4210-15</inkml:trace>
  <inkml:trace contextRef="#ctx0" brushRef="#br0" timeOffset="93858.82">419 16954 1176 0,'0'0'3280'0,"0"0"-1775"16,0 0-257-16,0 0-104 0,0 0-160 31,0 0-335-31,0 0 103 16,0 0-112-16,-4 13-72 0,4-13 0 15,0 0 40-15,0 6-16 16,0 1 9-16,0 8-17 0,0 1-104 16,0 13-80-16,0 3 48 31,0 9 40-31,8 7 16 0,-3 3-136 16,2-1-88-16,0 7-32 15,6 3-56-15,-9 1-88 16,8 2-88-16,-4 1 64 0,-1-3-32 15,-2-1-40-15,-1-7 8 16,0 1-8-16,-4-3 72 31,3-7-15-31,-3-3-9 0,0-5 16 16,0-11 32-16,0 1-88 0,0-4 32 16,0-6-40-16,0 3-8 0,0-10 8 15,0 7 0 1,0-4 0-1,5 2 0-15,-5-1 0 16,4 2 0-16,-1-2 0 0,2 3-8 16,-1-4 8-1,4 1-8-15,-4 3 0 16,3-4 8-16,-3 5-8 0,1-5 48 16,-1 4-48-16,-4-3 0 15,4-1 8-15,0 1-8 16,-4-3 0-16,4-4 0 0,-4 1 8 15,0-4-8-15,0 4 0 16,3-5 0-16,-3 1-8 0,0 1 0 16,0-1 8-16,4-1 0 31,1 5-8-31,-5 0 8 0,4-4 0 16,0 4 0-16,-4-4-8 15,8-1-56-15,-5 1-32 0,1 1 16 16,5-1 72-16,-1 4-16 31,3-1 16-31,2-3 0 16,-3 3 0-16,8 1 0 0,-7-1 0 15,5-2-56-15,4-4-9 16,0 0 65-16,0 0 0 0,8 0-64 16,-1 0 72-16,9 0 0 0,5 0 40 15,-2-7-32 1,10-3 65-1,-6 4-25-15,1-3-48 0,0 5 80 16,-5 1-72-16,-7 3-8 16,0-3 8-16,-4 3 48 0,4-4-56 0,-4 1-16 15,4 1-40-15,4-5 48 32,4 1 8-32,3-4-16 15,6-3 16-15,3 1 16 0,-5 2-8 16,1 4-8-16,-4 0 8 15,-5-1-8-15,-2 4 16 0,-6 0-16 32,-2 3 16-32,-1-4-16 15,-6 4 16-15,3 0-16 0,-1 0 0 16,0-2 0-16,4-1 0 16,0-1-8-16,4 1 8 0,-1 0-8 15,6 0 8-15,2-1 16 31,-3 1-16-31,4-1 8 16,0 1 0-16,-4-2-8 0,3 1 48 31,2 1-40-31,-2 1-8 0,1-5-8 16,-4 3 8-16,0 2-8 16,0-2 8-16,0-3 0 0,-6 7 8 15,3-3-8-15,-5 1-8 16,0 2 0-16,0 0 0 0,-4 0 0 15,0 0 0 1,0 0 0-16,0 0 8 16,0 0-8-16,0 0 8 15,-5 0-56-15,5 0 48 16,-3 0 8-16,3 0 8 0,4 0-8 16,-5-3 0-16,9-3-48 0,-4 3 48 15,7-4 8-15,2 3 0 16,-1-2-8-16,-4-1 8 0,3 4 0 31,1-4-8-31,-4 7 8 16,4-2 0-16,-5 2 0 0,-3 0 0 15,4 0-8-15,-4 0 0 16,0 0 16-16,0 0-16 0,0 0 8 16,0 0 0-16,0 0-8 15,4 0 0-15,-4 0-8 31,-1 2 8-31,-2-2 8 0,7 7-8 16,-8-4 0-16,3 1-8 16,5-1 0-16,1 0-8 0,2 0 16 15,8 1 0-15,2-4 0 16,-1 0 0 0,4 0 0-16,-5 0-8 15,2 0 0-15,-2 0 8 0,-3-4 8 16,0 4 0-16,-4 0-8 15,0 0 0-15,-1 0 0 0,1 0 0 16,-4 0 0 0,5 0 0-16,2 0 16 15,-3 0-32-15,7 0 32 16,-2 0-8-16,-2 0-8 0,1 0 0 16,0 0 0-16,4-3 8 15,-5 0-8-15,2 0 8 0,-5 3 0 16,3-4-8-16,2 4 0 47,-6-3 0-47,5 1 0 0,-4 2 0 15,4-5 8-15,0 5-8 16,-1-2 16-16,2 2-8 0,-2 0-8 16,5-3 0-16,0 3 0 15,0-3 0-15,0 3 40 16,3-4-32-16,-2-2-8 0,2 3-8 31,-3-3 8-31,0-1 8 16,0 4 0-16,0-1 8 15,-1-1-16-15,5 2 8 0,-4-1-8 0,0-2 0 16,3 3 8 0,1-1-8-16,5-3 0 0,-2 5 0 0,-3-1-8 15,0-4 8-15,-2 7 0 16,4-2 8-16,0 2 0 15,-1 0 24-15,3 0-32 16,-4 0-8-16,4 0 0 16,-4 0 0-16,3 0 8 15,-3 0 64-15,-4 0-64 16,8 0 0-16,-8 0 0 0,0 0 8 16,-1 0 0-16,5 0-8 15,-4 0 8 1,4 0 0-16,4 0 0 15,-1 0 0-15,5 0 0 16,0 0 56-16,0 0-56 0,-4 0-8 16,-1 0 8-16,1 0 0 15,0 0-8-15,-4-4 8 0,4 1-8 32,0 3 8-32,-1 0 0 15,5 0-8-15,-4 0 0 0,4 0-8 16,0 0 8-16,0 0 0 15,-1-3 0-15,5-1 8 16,-4 4 0-16,4-3 0 0,-5 0-8 16,-2 0 8-1,-2 3 8 1,1-6-8-16,0-1 88 0,-5 4-88 16,2-4-8-16,-1 4 8 0,3-3-8 15,1 3 8-15,-5 0 0 16,5 0 0-16,-3-1-8 31,-6 4 0-31,2 0 0 16,-6 0 8-1,-3 0-8-15,-1 0 8 0,-3 0 0 0,-4 0 0 16,-4 0-8-16,-3 0 0 16,3-3 0-16,-10 0 0 15,4 3 0-15,-11 0 0 0,1 0 8 16,-4 0-8-16,-4 0 8 15,0-4 0-15,3 4-8 0,-3 0 8 0,0-5 24 0,6 1 48 16,-2 1-72 0,-1-3 48-16,1-1-8 0,-1-2 0 0,-3-7-40 31,0 4-8-31,0-8 8 0,0-2 0 16,0 0-8-16,0-10 0 15,0 4 8-15,0-4 40 16,0-6-40-16,0 3-8 15,0-6 8 1,-3 0 64-16,-1-7-72 16,1-3 56-16,-1-2-40 0,-2-5 40 15,6 0 0-15,0 2-48 16,0 2-16-16,0 2 8 16,0 1 0-16,0 1 8 0,0 3-8 31,0-1 72-31,0 7-64 15,0-4 0-15,0 1 40 0,0 2 16 16,0 4-64-16,-3 4 96 16,-1 2-96-1,-4 6-8-15,5 4 0 16,-1 3 0-16,-1 3 8 0,1 3 0 16,0 1 0-16,-1 2 0 15,5-2 72-15,-3 2-24 0,0-2-40 16,3-1-8-16,-4-1 8 15,0 0 0 1,4-3 8-16,-5-2-8 16,5 3 0-16,0 0-8 0,0 1 8 15,0-2-8-15,-4 5 48 16,4 0-40-16,0-1-8 0,0 0 0 16,0 1 0-16,0 2 8 15,0 3-8-15,0 1 8 16,0 2-8-1,0 4-8-15,-4 0-64 16,4 0-96-16,-4 0-72 0,1 0-104 16,3 0 24-16,-4 10 144 15,4 12-432-15,0 1-1097 16,-8-8-2696-16</inkml:trace>
  <inkml:trace contextRef="#ctx0" brushRef="#br0" timeOffset="97593.62">459 16964 520 0,'0'0'2424'16,"0"0"-760"-16,0 0-615 16,0 0-169-16,0 0-144 0,0 0 144 15,0 0 104-15,0 0-127 16,0 0 87-16,0 0-248 0,0 0-184 15,0 0-88 1,0 0 56-16,0 3 104 16,0 3 33-16,0-3-185 15,0 1-32-15,8-1-96 0,-4 1-8 16,0-1-112 0,0-1 40-16,-1 1-72 15,6 4 8-15,2-4-24 16,1 3-24-16,5-2 24 0,7-1 128 15,0 0-24-15,3-3-192 16,1 0 48-16,9 0 56 0,-10 0-104 16,9 0 8-16,-4 0-56 15,0 0 104 1,8 0-56-16,-8 0 16 16,-1 0-56-16,1 0 40 15,-4 0 56-15,0 0-40 0,-4 0-56 16,0 0 56-16,0 0-56 15,4 0 0-15,-4 0 96 0,4 0 64 32,4 0-104-32,-1 0-56 15,0 0 72-15,6 0-72 32,-5 0 0-32,4-3 0 0,0 3 8 15,0 0-8-15,-4-3 0 16,-1-1 0-16,0 4 0 0,6-3 41 15,-5 0-49 1,5 0 0 0,-6-4 8-16,9 4-8 0,-4 1 8 15,2-1 0-15,8-1 0 0,-7 1-8 16,-4-1-8-16,3 4 8 16,-11 0 8-16,4 0 40 15,2-3-48-15,-1 3 0 16,-1 0-8-16,2 0 8 15,-1-3 0-15,-1 0 8 16,1 3-8-16,-4-3 8 0,0 0-8 16,-1 0 8-16,-3 3-8 15,4-4 0-15,-1 4 0 16,2 0 0-16,-5 0 8 0,8 0-16 16,-4 0 8-16,4 0 0 15,0-3 0-15,4 3 0 0,2-3 8 16,3 3-8-16,-1-4 8 15,0 4-8-15,0 0 16 0,8-3-16 32,-5 3 0-32,1 0 0 15,1 0 8-15,-2-2 0 0,-3 2 0 16,4-4 0-16,0 4-8 16,-4 0 0-16,4-3 8 15,-5 0 0 1,5 0 0-16,-4-4-8 15,4 7 16-15,-4-7-8 16,0 5 0-16,0-1 8 0,0-4 32 16,-1 5-48-16,-3-5 16 15,1 3-8 1,-2-2 64-16,0 3-8 16,-2 0 0-16,-1-1 8 0,-4-1-8 15,3 1 8-15,1 1-24 16,4 0-40-16,0-1 72 0,0 1-72 0,8 0 0 15,-1 0 0-15,-2-3-8 32,6 3 0-32,-6 3 0 15,-2 0 0-15,-3-4 0 0,-1 4 8 16,1-3-8-16,1 3 0 16,-5 0 0-16,0 0 8 0,-1 0-8 15,1-3 0-15,0-1 8 31,-1 2-8-31,2-1 0 0,-1-1 0 16,-4-2 8-16,3 6 0 16,-4-3-8-16,2 0 8 0,2-1-8 15,2 2 0-15,3-2 0 16,-5-3 0-16,1 4 0 31,-4 1 0-31,0-1 8 0,0-4-8 16,-3 3 8-16,-6 2-8 15,1 2 0-15,0-3 0 0,0 3 0 16,4 0 0-16,0-4 0 0,0 1 0 16,-5 3 0-16,5-3 0 15,3 0 0-15,-1-1 0 16,-2 1 0 0,4 3 8-16,-6-2-8 15,-2-5 0-15,5 7 0 0,-5-3 0 16,0 3 0-16,4-4 8 0,0 4-8 31,-5-3 0-31,5 3 0 16,1-3 0-16,-1 0 8 0,-5 0 0 15,1-1-8-15,0 4 8 16,-4-2-8-16,0 2 8 0,-1-7-8 16,2 7 0-16,-1-7 8 15,0 7-8-15,4-3 0 0,-4 1 0 47,0-2 0-47,0-2 0 16,0 3 8-16,2 0-8 0,0-4 8 15,2 3-8-15,-1 2 0 16,1-1 0-16,4-4-8 0,0 5 0 16,4 2 0-16,-4-7 8 15,4 7 8 1,-4-7-8-16,-5 7 0 15,2-3 8-15,-1-3-8 16,-5 6 8-16,2-6-8 16,-7 6-8-16,4-3 8 15,-7 3 0-15,5 0-40 16,-4 0 32-16,4 0 16 0,-5 0-8 0,7-4 8 16,-3 4-8-16,-3 0 0 0,8 0 0 15,0-3 8 1,4 3-8-16,-5-7 0 15,6 7 8-15,-1-3-8 16,-1 1 0-16,5 2 0 0,0-4 0 16,4 1 8-16,8 0-8 15,-4-4 0-15,4 7-8 0,4-6 8 16,-8 6-8-16,8-4 0 31,-5 2 0-31,0-1-48 0,3 3 40 16,1 0-40-16,-3-4 48 15,0 1-16-15,-1 3 16 0,-2-2-40 16,-1-2 48-16,0 4-8 16,4-3-8-16,-5 3 8 31,1 0 8-31,4-4-8 0,0 1 0 16,-1 3-40-16,1-3 48 15,1 3 0-15,2-3 0 0,1 3 0 16,0 0 0-16,0-4-8 15,-1 1 8-15,2 1 0 16,-1-1-8 0,3-4 8-16,1 5 0 0,0-5 0 15,0 0-8-15,3 1 8 16,2-1 0-16,-6 4 0 16,5 1 0-16,-4-5 0 0,4 4-8 15,-6-1 8 1,-1 1 0-16,3 3 0 15,1 0 0-15,-2-3 0 0,-3 0 0 16,4-4 0-16,-4 7 0 16,-5-4 0-16,1 2 0 15,-3-1 0-15,6-1 0 0,-7 4 0 32,-1-3 0-32,2 1 8 0,-1 2 0 15,0-3 0-15,-1-1 0 31,-3 1-8-31,4 0 0 16,-4 0 0-16,0 3 8 0,-4-7 0 16,-4 7-8-16,3-4 0 15,-3 2 8-15,0 2 0 0,0-7 0 16,1 7 0-16,-2-3 0 16,1 1-8-16,1-1 0 15,-2 3 0 1,1 0 8-16,-3-4 0 15,-3 1-8-15,0 3 0 16,-3 0 0-16,-3-4 0 0,0 1 0 0,0 3 8 16,0 0-8-16,4-3 0 15,-1 3 0-15,2-3 0 16,3-1 0-16,0 2 0 0,0 2 0 16,-1-7-8-1,-6 7 16-15,-1-3-8 16,-4 3 0-16,3-3 0 0,-3 3 0 15,0 0 8-15,5 0-8 16,2-3 0-16,-3-1-8 16,9 4 8-16,-6-2 0 0,-2 2 0 31,-1 0-8-31,-5 0 16 0,-3 0-16 16,0 0 8-16,0 0-8 15,0 0-8-15,0 0-56 16,0 0 16-16,0 0-64 0,0 0 112 15,0 0-48-15,-3 0-200 32,-10 0-465-32,1 0-1023 0,-3 0-5410 0</inkml:trace>
  <inkml:trace contextRef="#ctx0" brushRef="#br0" timeOffset="99045.58">11242 14275 3528 0,'0'0'3065'0,"0"0"-545"16,0 0 89-1,0 0-761-15,0 0-783 16,0 0-289-16,-4-13-72 0,4 6-48 16,0 5-48-16,4-5-88 15,4 4-184-15,3 0-176 0,2 3-144 16,7 0 32-1,3 0 24-15,4 0-64 16,6 3 0-16,-5 0 48 16,4 4-48-16,-8-5-8 15,4-2-16-15,-4 0-112 0,-2 0-200 16,0 0-384-16,-6 0-416 0,-4 0-432 31,-12 0-793-31,0 0-2184 16,0 0-1192-16</inkml:trace>
  <inkml:trace contextRef="#ctx0" brushRef="#br0" timeOffset="99498.69">11258 14281 4913 0,'0'0'4440'0,"0"0"-3103"15,0 0 239-15,-8 19-144 0,4-1-567 16,0 2-161-16,4 6 80 15,0 5-104-15,0 1-40 16,0 0-136-16,0 3-160 0,0-4-32 16,0 2-176-16,0-8 33 0,0 0-65 15,0-3-96-15,4-2 56 0,4-8-56 16,-1 1 0-16,6-4 0 31,7 0-8-31,3-6 0 0,1 4-64 16,0-7-8-16,8 0 8 15,-4 0-97-15,4 0 1 0,-8 0-128 16,4 0-136-16,-12-7-200 31,-6 4-120-31,4 3-888 16,-10-2-1337-16,-4-2-1800 0</inkml:trace>
  <inkml:trace contextRef="#ctx0" brushRef="#br0" timeOffset="99748.68">11174 14554 11122 0,'0'0'2216'0,"0"0"-1111"15,0 0 263-15,0 0-440 0,132-47-520 0,-100 43-216 16,-5-2-184-16,-2 6-8 16,-10 0-456-16,-2 0-728 0,-13 3-961 31,0 4-2864-31,0 2-3368 16</inkml:trace>
  <inkml:trace contextRef="#ctx0" brushRef="#br0" timeOffset="100420.52">12542 14391 544 0,'0'0'8089'16,"0"0"-5720"-16,0 0-113 16,0 0-599-16,0 0-929 0,0 0-544 15,0 0-40-15,0 0 88 16,0 0-104-16,4 51-32 0,11-31-24 31,1-7 0-31,4-5 8 16,0 3-8-16,3-8-64 0,6-3 144 15,2 0-56-15,2-7-96 32,-1-8 0-32,-8-1-96 15,0-6-8-15,-9 3 56 0,2-1 48 16,-13-2 16-16,-2 3-16 15,-2 0 0-15,0-1 0 0,-6-1 72 16,-11 1 72-16,-7 5-40 16,0 6 168-16,-8-4 120 15,0 13-112-15,-7 0-88 0,2 0-136 16,6 22-48 0,3 3-8-16,4 4-16 15,13 0-328-15,7 2-520 0,4 1-888 16,4-3-2217-16,11-14-2208 15</inkml:trace>
  <inkml:trace contextRef="#ctx0" brushRef="#br0" timeOffset="100704.47">13044 14383 12226 0,'0'0'2545'0,"0"0"-1745"15,0 0 112-15,0 0-64 16,0 0-504-16,0 0-232 0,0 92 0 16,0-70-64-16,0 0-48 31,0-3 0-16,-4 4-248-15,-4-1-400 0,4-4-608 0,-1-5-1145 0,5 0-2872 16,0-10-1976-16</inkml:trace>
  <inkml:trace contextRef="#ctx0" brushRef="#br0" timeOffset="101220.07">13195 14233 5249 0,'0'0'7161'0,"0"0"-5561"16,0 0-335-16,0 0-97 15,0 0-648-15,56-7-224 0,-36 7-40 16,0 0-8-16,0 0-88 15,-9 0-104-15,-2 0-48 0,-1 0-8 16,-8 10 0-16,0-3 0 16,0 3 64-16,0-1 104 15,-13 4 120-15,2-7-80 0,-5 0-47 16,8-3-33 0,4 1-56-1,-1-1-72-15,5-3 0 0,0 3-96 0,9-3-72 16,11 4 112-16,0-1-65 15,8 3 17-15,-5-1-16 16,5 6 0-16,-5 5 24 0,-1-2 40 16,-11 10 48-1,1-9-80-15,-12 7 80 16,0-5 8-16,-8-2 16 16,-16-1 184-16,-8-5 48 0,-4-1-7 15,0-1-33-15,5 0-48 16,2-4-32-16,6-3-72 0,11 0-56 31,7 3-248-31,5-3-697 16,9 0-1527-16,6 0-5138 15</inkml:trace>
  <inkml:trace contextRef="#ctx0" brushRef="#br0" timeOffset="101657.04">14008 14408 5577 0,'0'0'6969'16,"0"0"-5288"-16,0 0 31 15,0 0-168-15,0 0-912 16,0 0-312-16,0 0-7 16,0 0-113-16,104-3-96 0,-81-1-32 15,2 1-72-15,-10 3-160 0,-2 0-385 32,-2 0-695-32,-7 0-1264 15,-4 0-4578-15</inkml:trace>
  <inkml:trace contextRef="#ctx0" brushRef="#br0" timeOffset="101922.66">14386 14281 13050 0,'0'0'1969'0,"0"0"-1097"0,0 0 312 15,0 0-408-15,137 41-464 0,-94-25-176 16,2 5-128 0,-10 3-8-16,-3-6-272 15,-12 1-480-15,0 3-376 16,-12-5-1065-16,-4-5-3688 0,-4-8-808 15</inkml:trace>
  <inkml:trace contextRef="#ctx0" brushRef="#br0" timeOffset="102125.77">14690 14224 9762 0,'0'0'3160'16,"0"0"-1023"-16,0 0-273 15,0 0-408-15,0 0-519 0,0 0-353 32,-107 123-312-32,81-81-152 15,3-1-120-15,4 0-40 16,-1-3-424-16,-1 4-528 0,6-7-1313 16,2-10-5625-16</inkml:trace>
  <inkml:trace contextRef="#ctx0" brushRef="#br0" timeOffset="102718.87">16894 14229 9874 0,'0'0'3136'15,"0"0"-1775"1,0 0 503-16,0 0-496 0,0 0-704 16,0 0-240-16,0 121-95 15,0-98-113 1,0 2-144-16,0-3-24 0,4-3-48 0,0-3-64 0,0 0-280 15,-4-7-449-15,5 1-639 32,-5-3-1345-32,0-4-3456 15</inkml:trace>
  <inkml:trace contextRef="#ctx0" brushRef="#br0" timeOffset="102937.61">16763 14389 1112 0,'0'0'10506'0,"0"0"-8202"0,0 0-455 15,0 0-49-15,0 0-904 16,0 0-471-16,0 0-161 31,0 0-144-31,111-6-120 0,-83 6-40 16,-4 6-280-16,4 0-577 15,-8 0-1295-15,-8-2-4498 0</inkml:trace>
  <inkml:trace contextRef="#ctx0" brushRef="#br0" timeOffset="103234.47">17433 14309 13218 0,'0'0'2001'0,"0"0"-1241"16,0 0 392-16,0 0-312 15,0 0-456-15,119 64-136 16,-87-48-111-16,0 0-97 0,-4-1-40 15,-5-5-145-15,-2 2-271 16,-5-5-496-16,-4-4-744 0,-9 0-2169 31,-3-3-2336-31</inkml:trace>
  <inkml:trace contextRef="#ctx0" brushRef="#br0" timeOffset="103437.58">17608 14236 4152 0,'0'0'9282'0,"0"0"-7265"0,0 0-233 16,0 0-199-16,0 0-793 16,0 0-376-16,0 0-144 0,0 0-160 15,-84 106-112-15,56-72-272 0,-16 17-736 31,8-12-1225-31,1-2-4216 16</inkml:trace>
  <inkml:trace contextRef="#ctx0" brushRef="#br0" timeOffset="104203.17">19840 14325 10970 0,'0'0'2664'0,"0"0"-1831"15,0 0 655-15,0 0-136 16,0 0-528-16,0 0-312 0,45 124-135 16,-38-98-185-16,1-1-96 15,-4-6-48-15,0 0-40 16,4-3 0-16,-4-3-8 15,-4-1-184-15,0-5-305 16,0 2-527-16,0-3-1024 16,0 1-4033-16</inkml:trace>
  <inkml:trace contextRef="#ctx0" brushRef="#br0" timeOffset="104437.53">19749 14487 11162 0,'0'0'2832'0,"0"0"-1631"16,0 0 79-16,0 0-160 15,115-16-472-15,-79 16-328 0,-4 0-168 16,0 0-152-16,-8 0-136 15,0 0-584-15,-9 0-800 0,-3 0-1425 0,-7 0-5456 16</inkml:trace>
  <inkml:trace contextRef="#ctx0" brushRef="#br0" timeOffset="104782.77">20621 14277 11986 0,'0'0'4105'31,"0"0"-2553"-31,0 0-536 0,0 0-255 0,0 0-209 0,0 0-184 15,145 30-192-15,-98-8-96 0,9-1-8 32,0 5-24-32,-5-1-48 15,-3 1-96-15,-16-4-200 16,-5 0-304-16,-14-10-192 0,-9 5-617 16,-4-10-1487-16,0-5-5762 0</inkml:trace>
  <inkml:trace contextRef="#ctx0" brushRef="#br0" timeOffset="105001.51">21032 14253 11858 0,'0'0'3937'0,"0"0"-2185"16,0 0-407-16,0 0-321 15,0 0-616-15,0 0-176 0,0 0-88 32,-148 106-80-32,109-64-64 0,-1 3-416 15,-12 16-752-15,9-10-1065 16,11-8-4496-16</inkml:trace>
  <inkml:trace contextRef="#ctx0" brushRef="#br0" timeOffset="105923.71">11334 15735 7137 0,'0'0'5361'16,"0"0"-3344"-16,0 0-73 31,0 0-504-31,0 0-720 0,0 0-439 15,0 0-113-15,10-19-96 16,-10 25-72-16,5 10 216 0,-1 7 0 16,1 2-56-16,-1 4-16 31,-4 6-128-31,0-1-8 16,0 2 56-16,0-8-64 0,0 0-216 15,0-2-192-15,0-7-393 16,0-7-751-16,0-8-1296 0,0-4-2866 0</inkml:trace>
  <inkml:trace contextRef="#ctx0" brushRef="#br0" timeOffset="106345.19">11616 15583 1488 0,'0'0'11610'16,"0"0"-10105"-16,0 0-449 15,0 0 184-15,0 0-520 16,-103 95-304-16,68-64 72 0,3-2-143 16,-5 0-145-16,5-6-120 15,8-5-64-15,9-6-8 0,2-1-8 16,9-5-32-16,4-3-208 31,0 0-113-31,0-3-207 0,0 0 96 16,4 0 176-16,9 0 248 15,-7 0 40-15,8 2 8 16,1 9 88-16,6 1 32 0,-2 4 48 16,5 0 96-16,0 4-120 15,-4-2 64-15,0-2-40 0,-4-4-32 16,-4-2-88-16,-6 0-8 0,8-4-48 15,-10 0-40 1,3-2-232 0,-3-1-664-16,1-3-1448 0,-5 0-4930 15</inkml:trace>
  <inkml:trace contextRef="#ctx0" brushRef="#br0" timeOffset="106874.35">11665 15852 11090 0,'0'0'3857'0,"0"0"-3241"31,0 0 464-31,0 0-136 0,0 0-416 16,0 0-256-16,24 128-80 15,-20-103-112-15,-1 3-64 0,-3-5 33 16,4-4 23-16,-4-3-72 16,0-3 0-16,0-4-137 15,0-3-23-15,4-3-184 0,-4-3-168 16,4 0-288-16,4 0-288 16,4-3 760-1,0-10 264-15,4-6-112 0,0 4 24 0,0-8 144 16,2 4 8-1,0 4 0 1,-3-2 8 0,6 11 48-16,-9 3 24 0,3 3 168 15,-3 0 24-15,1 9-88 16,-6 10-72-16,1 1 200 0,-3 1-128 16,3 2-16-16,-8 0-64 15,0-8 216-15,0 2-16 16,-21-5 144-16,-7-3-112 0,-7 1-32 15,-9-7 9 1,0-3-9-16,4 0-64 16,8 0-96-16,5 0-144 0,10 0 0 15,9-3-304-15,8-1-521 16,0 2-951-16,11-2-3201 16,10 1-528-16</inkml:trace>
  <inkml:trace contextRef="#ctx0" brushRef="#br0" timeOffset="107280.59">12369 15815 3976 0,'0'0'6266'0,"0"0"-3794"0,0 0-7 16,0 0-361-16,0 0-936 0,0 0-527 15,0 0-177-15,37 0-72 16,-14 0-56 0,14 0-152-16,-6-4-88 15,5 1-24-15,-4-1-72 16,-8 2-120-16,0 2-120 0,-12 0-304 16,-4 0-344-16,-8 0-665 15,0 0-1463-15,0 0-4034 16</inkml:trace>
  <inkml:trace contextRef="#ctx0" brushRef="#br0" timeOffset="107483.7">12378 15938 5857 0,'0'0'4385'0,"0"0"-2505"16,0 0 609-16,0 0-561 0,0 0-832 15,0 0-504-15,140 19-344 16,-105-19 25-16,1 0-273 0,-8 0-185 16,-5-3-1023-16,-3 0-752 0,-3-4-2985 15,-14 4-4801-15</inkml:trace>
  <inkml:trace contextRef="#ctx0" brushRef="#br0" timeOffset="108249.28">13582 15300 11810 0,'0'0'2337'0,"0"0"-569"16,0 0-56-16,0 0-800 15,0 0-623-15,0 0 31 16,0 0 0-16,-20 7 56 31,-9 6-64-31,-2-4-168 16,-9 3 32-16,1-2-120 15,-2 0 48-15,9-5-96 0,4-1-8 16,5-1 0-16,6-3 0 16,6 0-48-16,2 0-72 15,6 0 40-15,3 0-16 0,0 0-112 31,0 0 48-31,0 0 48 0,0 0 40 16,0 0 72-16,0 0-48 31,0 3-120-31,0 16 64 16,0 6 96-16,0 17 8 0,0 0 88 16,7 2 56-16,6 3-64 15,2-5 88-15,2-5 56 0,-2-4-32 16,6-8-24-16,3-3-40 15,0-3-32-15,4-6-24 16,0-4-56-16,4-2 40 0,-9-1-48 16,1 1 8-16,-1-7-16 0,-7 3-112 15,-3-1-32-15,-9-2-184 0,-4 4-272 16,0-1-417-16,0 1-1615 16,-8-4-5802-16</inkml:trace>
  <inkml:trace contextRef="#ctx0" brushRef="#br0" timeOffset="108533.67">13709 15561 10626 0,'0'0'5825'0,"0"0"-4865"16,0 0-136-16,0 0-103 16,0 0-89-16,0 0-408 0,0 0-64 15,60 117-72 1,-56-83-88-16,4-8-160 16,-3 3-304-16,-5-6-393 15,0-11-399-15,0 1-992 0,0-8-2761 0,0-5-1841 0</inkml:trace>
  <inkml:trace contextRef="#ctx0" brushRef="#br0" timeOffset="109015.96">13614 15465 10762 0,'0'0'3008'15,"0"0"-823"-15,0 0-681 16,0 0-808-16,0 0-344 0,0 0-111 0,99-10-121 16,-71 10 80-1,-5 3-112-15,-6 4-88 0,-5 6-80 32,-8-7-16-32,-4 4 96 0,0-4 48 15,0 1 24 1,0-1 32-16,-4-3 16 0,-3 0-48 0,2 0-16 15,5-3-8 1,0 0-48-16,0 0-136 0,0 0-296 31,0 4-297-31,12-4 545 0,-1 7 176 0,6 1-16 16,-1 5 16 0,0 7-88-16,-1 1-24 0,-2 9 120 0,-1-3 0 15,-5 1 0 1,-7 1 120-16,0-3 8 15,0 0 88-15,-19-8 80 16,-1 2-23-16,-4-4-49 16,1-7-32-1,-2-2-64-15,9-1 32 0,1-3-48 0,6-3-112 16,1 0-8-16,8 0-488 0,0-13-1209 31,0 1-3304-31</inkml:trace>
  <inkml:trace contextRef="#ctx0" brushRef="#br0" timeOffset="109305.93">13941 15420 832 0,'0'0'12682'16,"0"0"-10009"-16,0 0-993 31,0 0-591-31,0 0-481 0,0 0-128 16,120-3-128-16,-85 3-80 0,1 0-224 0,0 0-48 31,-8 0-40-31,-8 3-328 0,-5-3-296 16,-2 0-569-1,-5 0-1527-15,-8 0-4298 0</inkml:trace>
  <inkml:trace contextRef="#ctx0" brushRef="#br0" timeOffset="109562.05">14096 15307 10122 0,'0'0'4545'16,"0"0"-3137"-1,0 0 144-15,0 0-584 0,0 0-167 16,0 0-377 0,0 0-128-16,8 117-248 0,-4-86-48 15,-4-2-224-15,0-4-408 0,0-1-537 16,0-9-903-16,0-2-3633 15,0-11-4385-15</inkml:trace>
  <inkml:trace contextRef="#ctx0" brushRef="#br0" timeOffset="110080.98">14326 15279 13586 0,'0'0'2505'0,"0"0"-1249"16,0 0 137-16,0 0-441 0,0 0-408 16,0 0-160-16,117 34-120 15,-93-34-176-15,8 0-16 0,-8 0 16 16,-4 0-88-16,-1 0-72 15,-2 0-56-15,-2 0 32 0,-6 0-16 16,2 0-16-16,-8 16-120 31,6 12 104-31,0 13 144 16,-6 7 0-16,-3 6-40 0,4 3-56 16,0 1 80-16,0-4-64 15,0-1 80-15,4-5-16 31,0-7-80-31,4-7 40 0,-4 0-216 0,0-7 136 16,0-8-280 0,-4-3-89-16,0-6 41 0,-4 0-104 15,0-5 176-15,0-1 128 0,-4-4 216 0,-8 0 48 32,-8 0 88-32,-4 0 160 0,-4 0 248 15,-12-9 168 1,9 2-55-16,-5-3-89 15,8 4-152-15,4 2-176 0,12 4-192 16,3 0-40-16,6 0-432 0,3 0-1105 16,0 0-4376-1</inkml:trace>
  <inkml:trace contextRef="#ctx0" brushRef="#br0" timeOffset="110715.47">15288 15287 9826 0,'0'0'2688'16,"0"0"-367"0,0 0-201-16,0 0-816 0,0 0-415 0,0 0-201 15,-60 0 32 1,24 0-232-16,1 0-160 0,-10 0-184 16,2 9-80-16,3-2-56 15,4-3-8-15,4 2-64 0,9 1-200 16,6-4 24-16,5-1 88 0,8-2-40 15,4 0-80-15,0 0 32 32,0 0 0-32,0 0-96 15,0 0 112-15,0 0 224 0,4 0 0 16,0 0 8-16,0 0 8 16,4 0-16-16,0 16-88 0,4 9 64 15,0 14 24-15,4 11 184 0,-4 8 112 16,-1 3 56-16,2 2-48 15,-5-6-56 1,4-3-56 0,0-10-8-16,-4-3-64 0,4-9-24 0,-4-3-32 15,2-10-56 1,0-4 32-16,2-5-32 0,-1 0-8 16,2-7 64-16,1-3-16 15,7 0-48 1,-5 0-64-16,-4 0-176 0,8 0-104 15,-4 0 56-15,-1-3-136 0,-2-4-304 16,-1 0-601-16,-4 1-2856 16</inkml:trace>
  <inkml:trace contextRef="#ctx0" brushRef="#br0" timeOffset="111137.33">15284 15595 11258 0,'0'0'4457'0,"0"0"-3841"0,0 0 0 15,0 0 352-15,0 0-224 16,0 0-327-1,43 108-49-15,-22-85-112 16,-1-1-144-16,-1-3-64 0,2-10-48 16,-1-2 0-16,-1-7 8 15,1 0 80 1,1 0-80-16,-6-4-8 16,1-12 0-16,0-3-16 0,-7-6-40 15,-6 0 8-15,1-7-40 16,-4 3 80-16,0-2-32 0,-4-1-8 15,-12 7 48-15,-4 6 88 32,-7 6 184-32,-10 13-152 0,-2 0-96 15,-1 25-24-15,-1 16-16 16,10 10-336-16,7-1-360 0,12 18-641 16,12-17-1527-16,0-13-3914 0</inkml:trace>
  <inkml:trace contextRef="#ctx0" brushRef="#br0" timeOffset="111418.56">15699 15586 11898 0,'0'0'3961'16,"0"0"-3425"-16,0 0 1048 0,0 0-375 16,0 0-593-1,8 123-248-15,3-94-152 16,2 3-136-16,-6-7-80 16,1-2-8-16,0-4-464 0,-8-6-680 31,5-4-1737-31,-5-6-5497 15</inkml:trace>
  <inkml:trace contextRef="#ctx0" brushRef="#br0" timeOffset="111887.29">15627 15671 11802 0,'0'0'2152'0,"0"0"-783"0,0 0 407 15,0 0-736-15,0 0-399 16,0 0-265-16,135 32-136 16,-103-28-120-16,-4-4-8 0,4 0-104 15,0 0-8-15,-8 0-184 16,-2-4-152-16,3-1-56 0,-9-2-305 16,4 0-175-1,-7 1-176-15,-6-1-344 16,-7-2-225-16,0-3-311 15,0 2-737-15,0-5 1089 0,0-5 1264 16,-11 1 312 0,-2-4 624-16,2 5 608 15,3-1 633 1,-1 6 255-16,5 4-191 16,0-1-457-16,4 10-320 15,0 0-312-15,-3 0-392 16,3 0-272-16,0 15 16 0,0 12 65 15,0 4 103-15,0 7-40 16,0 0-96-16,0 3-112 0,3-6-64 16,5-3-48-16,1-4 0 15,-1-3-8-15,-1-2-264 0,1-7-480 16,1-3-769-16,-1-7-1463 16,-5 0-4082-16</inkml:trace>
  <inkml:trace contextRef="#ctx0" brushRef="#br0" timeOffset="112152.9">16153 15417 9842 0,'0'0'5545'0,"0"0"-3969"0,0 0-248 15,0 0-471-15,0 0-545 0,0 0-32 16,60 0-88-16,-37 0-168 16,-2 7-24-16,-1-5-568 0,-5-2-953 15,2 0-2688-15,-13 0-6881 16</inkml:trace>
  <inkml:trace contextRef="#ctx0" brushRef="#br0" timeOffset="112755.13">16277 15237 9794 0,'0'0'5713'0,"0"0"-4209"16,0 0 88-16,0 0-351 15,0 0-721-15,0 0-176 0,123-10-72 0,-88 10-136 16,-2 0-80 15,-1 0-48-31,0 0-8 0,-9 0-8 16,-2 0-96-16,-6 0 8 15,-7 0-96-15,1 0 24 16,-5 3-32-16,3 17 0 0,-7 5 112 16,8 9 88-16,-8 14 8 31,0 10 64-31,0 5-64 0,0 0 40 15,0 1-40-15,0-3 8 16,0-5-8-16,0-8 0 16,0-10 0-16,0-6 0 0,4-10-8 15,0-5-112-15,5-5-40 16,-6-6-96 0,-3-3-24-16,0-3-48 15,0 0 176 1,0 0 56-16,0 0 88 15,-7 0 0-15,-14-6 56 16,5-4 144-16,-11-2 88 0,3 2 48 16,0 4-32-16,3 2-168 15,9 2-136-15,0 2-16 0,5 0-616 16,3 0-1689 0,0 2-6209-16</inkml:trace>
  <inkml:trace contextRef="#ctx0" brushRef="#br0" timeOffset="113898.33">13159 16202 4216 0,'0'0'1233'16,"0"0"-473"-16,0 0 136 16,0 0 360-1,0 0-255-15,0 0 215 16,40-11-80-16,-31 11-32 0,-2 0-104 16,5 0-223-16,0 0-241 15,4 0-88-15,4 0-96 0,12 0-96 16,11 0 8-16,13 0 272 15,8 0-200 1,8 0-112-16,4 0-136 0,4 4-8 16,-1-4-24-16,1 0 8 15,-5 0-56-15,1 0 40 0,-4 0-40 16,0 0-8-16,2 3 8 31,4 1 8-31,1-4 32 16,1 0-48-16,0 0 0 0,7 0 8 15,-3 0-8-15,4 0 0 16,-4 0 0-16,3 0 0 0,1 3-8 31,-1 0-48-31,1-3 56 16,-4 0 0-16,0 0-48 16,-4 0 40-16,-5 0 8 0,1 0 0 0,-4 0-8 15,3 0 0-15,-3 0-40 16,4 0-48-16,0 0 24 0,3 0-88 15,-3 0 72 1,7 0 80 0,-3 0-48-16,4 0 56 15,0 0 0-15,0 0 0 0,-1 0 0 16,1 0-8-16,4-6 8 0,-4 2 0 16,3 1-8-1,-7-3-8-15,0-4-64 16,-1 5 32-16,-7 1 40 15,-4-3-72-15,-12 5 0 16,-13-2-8-16,-6 1 80 0,-14-1-80 16,-11 4 0-16,-12 0-192 0,0 0 48 15,0 0 32-15,-3 0 24 32,-14 0-584-32,-3 0-881 15,1 4-2944-15,2-4-2648 0</inkml:trace>
  <inkml:trace contextRef="#ctx0" brushRef="#br0" timeOffset="114629.97">14319 16644 360 0,'0'0'7985'0,"0"0"-5424"15,0 0-785-15,0 0-71 0,0 0-449 16,0 43-448-16,0-24-328 0,7 4-88 15,-1-7-144-15,-2-3-144 16,-4-1-32-16,3-3-72 16,-3-6 0-1,0 1-280-15,0-1-504 16,0-3-736-16,0 0-2353 16,0 0-1376-16</inkml:trace>
  <inkml:trace contextRef="#ctx0" brushRef="#br0" timeOffset="115140.04">14267 16528 10610 0,'0'0'2840'0,"0"0"-1679"0,0 0-241 31,0 0-280-31,132-28-168 0,-88 22 72 15,-13 6-48-15,-3 0-72 16,-3 0-256-16,-15 0-168 16,-10 0-48-16,0 12 48 0,0-2 32 31,-14 2 184-31,-10 5-8 16,-4-8-63-16,3 3-65 0,2 2-16 15,3-5-56-15,8-5-8 16,7 1-8-16,5-5-200 15,0 4-185-15,0-1-255 0,9 0 208 16,7 4 112-16,0-1 248 16,3 3 72-1,2 7 8-15,-1 7-80 16,-1-2 80 0,-6 2 8-16,-5 0 72 15,-5-5 16-15,-3 2 168 16,-3-8 192-16,-22 1 32 0,-3-7-80 15,-3 0-127-15,-1-2-73 16,0-4-72-16,4 0-8 0,3 0 0 0,10 0-112 31,4 0-16-31,6-7-296 16,5 1-553-16,5-1-495 16,14 1-1024-16,1-1-3802 0</inkml:trace>
  <inkml:trace contextRef="#ctx0" brushRef="#br0" timeOffset="115527.42">14630 16690 12170 0,'0'0'2441'0,"0"0"-985"16,0 0-296-16,0 0-464 0,0 0-400 15,0 0 0-15,0 0-7 16,36 96-129 0,-12-93-24-16,4-3-128 0,0 0 88 15,3 0 40-15,0-10-40 16,2-6-96-16,-9-2-80 16,-3-1 64-16,-10-3-40 15,-7-1 48-15,-4 0-8 31,0-5-40-31,-4 3 56 16,-15 3 200-16,-5 0 32 0,0 6 8 16,-4 9-16-16,0 7-144 15,0 0-80-15,-4 16-152 0,8 13-312 32,0 15-441-32,4-9-743 15,12-3-4145 1</inkml:trace>
  <inkml:trace contextRef="#ctx0" brushRef="#br0" timeOffset="115902.57">15139 16557 11090 0,'0'0'5593'0,"0"0"-4273"15,0 0-535-15,0 0-337 0,0 0-208 16,0 0-112-16,9 80-56 0,0-55-64 16,-9 0-8-16,3-2-64 15,-3-4-56-15,0-7-184 32,4-2-160-32,-4-3-193 0,0-7-335 15,0 0-632-15,0 0-2329 0,0 0-1712 0</inkml:trace>
  <inkml:trace contextRef="#ctx0" brushRef="#br0" timeOffset="116392.6">15108 16634 8937 0,'0'0'4713'15,"0"0"-2816"-15,0 0-257 16,0 0-624-16,0 0-495 0,0 0-161 16,0 0-104-16,105-4-88 15,-79 4-64-15,3 0-88 0,-5 0-8 47,0 0-8-47,-4 0-32 16,-4 0-144-16,0 0-192 15,-4 0-41-15,-2 0-215 16,0-6-40-16,-6-3 80 0,0-1 120 16,-2-2 96-16,-2-5 152 0,0 2 80 31,0-8 136-31,0 8 64 0,0-2 200 16,0 2 168-1,0 5 144-15,0 1 56 0,0 9-112 0,0 0-112 16,0 0-135-1,0 0-137-15,0 25 0 0,0 6 144 0,0 5 16 16,0 2-104 0,0-3-56-1,0-3-32-15,0-2-96 0,0-3-8 16,0-5-296-16,0-3-456 16,0-7-665-16,0 2-2512 0,0-12-6305 15</inkml:trace>
  <inkml:trace contextRef="#ctx0" brushRef="#br0" timeOffset="116912.65">15516 16440 9602 0,'0'0'5465'0,"0"0"-3625"0,0 0-440 16,0 0-551 0,0 0-473-1,0 0 64-15,0 0-72 16,0 0-168-16,0 0-104 0,79 51 24 0,-59-48-72 16,0-3-32-1,0 0 24-15,-8 0-40 0,0 0-72 0,-5 0-8 0,-3 12-32 31,-4 5-112-31,4 14 216 16,-4 8 8 0,5 5 16-16,-5 0-8 0,0 4 0 0,0-3 48 31,0-8-56-31,3-5 8 16,-3-4-8-16,5-8 8 0,-5-8-8 15,3-5-72-15,-3-5-144 16,0-2-72-16,0 0 144 0,0 0 136 15,0 0 0-15,-3 0 8 16,-14-9 0-16,-2 4 8 0,-5-6 72 31,-4 5 32-31,0 0 24 16,-4 2 24-16,4 2-56 16,-4 2-40-16,0 0-64 0,12 0-8 15,1 0-112-15,1 9-304 0,16 0-873 16,-2 2-1367-16,4-2-4818 15</inkml:trace>
  <inkml:trace contextRef="#ctx0" brushRef="#br0" timeOffset="118124.22">13857 16452 4761 0,'0'0'1800'0,"0"0"-760"0,0 0 280 31,0 0-279-31,0 0-185 0,7 4 24 16,-7-4 56-16,0 0 160 15,0 0-79-15,0 0-177 0,0 0-56 16,0 0-408 0,-15 0-248-16,-5 0 8 0,0 0-8 15,-3 0-56-15,1 0 16 0,2 0-40 0,6 0-40 16,1 0-8-1,5 0-8-15,1 0-48 0,3 0-96 0,4 0-48 32,0 0-48-32,0 6 72 15,0 1 104 1,0-4 56-16,0 6-40 16,0 4 56-1,0 9 0-15,11 7 80 0,1 9 192 0,-3 6 48 16,2 10 32-1,-3 3 64-15,1 0 104 0,-3 4-152 16,-1-7 81-16,-5-6-105 16,0-7 0-1,0-9-96 1,0-7-104-16,0-7-72 0,0-8-24 0,0-3-32 16,0-4-16-16,0 0 8 15,0 0 0-15,0 1-8 0,8-4 0 16,4 0 8-16,3 2 96 15,14-2 80-15,2 0-64 0,10 0-48 16,-1 0-64-16,3 0-8 0,-2 0-56 16,-9 5-16-1,-4 0-496 1,-21 4-280-16,-3 4-1281 16,-4-3-6609-16</inkml:trace>
  <inkml:trace contextRef="#ctx0" brushRef="#br0" timeOffset="119219.26">17744 15957 10786 0,'0'0'3929'0,"0"0"-2497"0,0 0-272 16,0 0-136-16,0 0-559 16,111-6-201-16,-87 6-168 15,0 0-56-15,-4 0-40 0,-8 0-120 0,-4 0-176 31,0 6-305-31,4-2-343 16,-5-2-248-16,6 1-776 0,-2 4-2673 16,-2-7-2985-16</inkml:trace>
  <inkml:trace contextRef="#ctx0" brushRef="#br0" timeOffset="119484.87">17783 16097 11562 0,'0'0'2561'16,"0"0"-1233"-16,0 0 384 15,0 0-832-15,0 0-440 0,64 3-71 0,-36 1-249 16,0-4-120-16,-4 5-40 16,-4-1-537-16,8 2-839 0,8 1-1000 15,-1 0-2305-15,-3-4 1664 16</inkml:trace>
  <inkml:trace contextRef="#ctx0" brushRef="#br0" timeOffset="120000.47">19421 15637 9578 0,'0'0'4785'0,"0"0"-3697"16,0 0-48-16,0 0 192 16,0 0-440-16,0 0-311 0,116 6-209 15,-92 13-32-15,0 3-88 0,0 3 56 16,0 4-152-16,-4-4 16 15,-6 2-56-15,4-2-16 0,-3-3-48 16,6-3-240-16,-5-3-208 16,3-4-417-16,9-5-647 0,-11-7-1321 31,2 0-3936-31</inkml:trace>
  <inkml:trace contextRef="#ctx0" brushRef="#br0" timeOffset="120250.46">19741 15625 9842 0,'0'0'3232'0,"0"0"-1623"15,0 0 55-15,0 0-296 16,0 0-496-16,-116 69-383 15,84-41-145 1,0 4-232-16,8-3-56 16,-4 3-56-1,9-7-176-15,3 0-304 16,-2-3-489-16,4 0-743 0,6-6-2585 16,4-7-2648-16</inkml:trace>
  <inkml:trace contextRef="#ctx0" brushRef="#br0" timeOffset="120862.35">19940 15208 7937 0,'0'0'5737'16,"0"0"-4632"-16,0 0 39 0,0 0 280 0,0 0-704 15,0 0-224 1,72 10-151-16,-45-8-193 16,2 5-40-1,-10-1-112 1,-2 4 0-16,-6-3 0 0,-11 5-128 15,0 8-8-15,0 1 128 16,-20 5-80-16,-3 2 88 0,-5 1 56 16,4-3-48-16,2-12 8 31,12 4-16-31,1-9 80 0,9-4-64 16,0-1-16-16,9-1 8 15,15 4 152-15,8-7-32 0,7 0-120 16,-3 0-8-16,0 0-8 31,-1 0-192-31,-2 0-169 16,-10 0-423-1,-2-4-432-15,-5 4-1328 16,-9-3-3634-16</inkml:trace>
  <inkml:trace contextRef="#ctx0" brushRef="#br0" timeOffset="121752.92">18537 16163 3712 0,'0'0'5513'15,"0"0"-2728"-15,0 0-560 0,0 0-585 32,0 0-576-32,0 0-400 0,0 0-216 15,0 0-24-15,39-6-135 16,-15 3-161-16,12-1-120 16,8 4 40-16,9 0-40 0,10 0 0 31,9 0-8-31,12 0 0 31,23 0-8-31,33 4-72 0,39-1 24 16,12-3-16-16,5 0-17 15,-9-3 17-15,-16-10 64 16,5-2-80-16,3-2-24 0,-3-1-72 16,2 2 24-16,3-3-16 15,2 3-120-15,-9 0-152 0,-9 4 0 0,-18-5 40 16,-36 11-176-16,-28 0-24 15,-26-1 64-15,-21 7-73 16,-1 0 289-16,-10 0 176 0,-9 0 144 16,-16 0-504-1,0 0 512-15,-13 0 64 16,-2 0 8-16,-6 7-72 0,-2-1-984 16,6 3-1592-16,6-2-593 15</inkml:trace>
  <inkml:trace contextRef="#ctx0" brushRef="#br0" timeOffset="122565.39">18903 16513 4152 0,'0'0'4329'31,"0"0"-2144"-31,0 0 167 0,0 0-447 16,0 0-537-16,0 0-384 15,0 0-280-15,-24-9-256 16,19 9-95-16,-1 9-65 0,2 1-104 16,4-1-72-1,0 4-64 1,0-1-40-16,15-3-8 0,2 1-8 16,11-10 8-16,-4 0 32 0,8 0 80 15,3 0-24-15,-3-10-40 16,-4-2 0-16,4-4-40 0,-12 1-8 15,-2-2 8 1,0-5-8-16,-7 3 8 16,-3-1 0-16,-5-1 0 15,-3-1 0-15,0 0 0 0,0 3-8 16,-3-1 0-16,-12 8 120 16,-7 2-24-16,-1 10-96 0,-12 0 0 31,-1 7-16-31,0 15-112 15,1 3-256-15,7 10-585 0,3 6-663 16,9-9-1241-16,12-7-3128 16</inkml:trace>
  <inkml:trace contextRef="#ctx0" brushRef="#br0" timeOffset="122844.36">19305 16494 11546 0,'0'0'2737'16,"0"0"-1249"-16,0 0 248 0,0 0-608 31,0 0-615-31,-22 101-233 0,13-75-136 15,0-3-144-15,2 2 0 16,-9-4-448-16,8 2-585 0,-7 2-655 16,1-5-1537-16,8-11-2976 15</inkml:trace>
  <inkml:trace contextRef="#ctx0" brushRef="#br0" timeOffset="123406.83">19530 16367 10402 0,'0'0'4529'0,"0"0"-2585"16,0 0-424-16,0 0-615 31,0 0-633-31,0 0-56 16,0 0-48-16,0 0-56 0,87-4-64 15,-71 4-48-15,0 10-8 16,-8 0-88-16,-4-1-32 0,0 3-16 31,-4 2 88-31,0-1 48 16,-16-4 0-16,-8 0 8 15,0 1 16 1,-1 0 56-16,3-7-72 0,9-1 48 16,5 3-40-16,5-5-8 15,3 0 0-15,0 0-208 0,11 0-296 16,9 0 232-16,-5 2 159 16,6 1-71-16,-1 7 120 15,-8 0 16-15,-1 2 40 16,2 4-184-16,-9 0 40 15,-4 0 144-15,0-4 8 16,-8 1 48-16,-12-4 120 0,-4 1 24 16,1-1-40-16,-2-2-7 15,5-4-73-15,-1 0-64 16,10-3-8-16,11 0-577 0,0 0-1159 31,0 0-3721-31</inkml:trace>
  <inkml:trace contextRef="#ctx0" brushRef="#br0" timeOffset="123688.06">20143 16532 12738 0,'0'0'2993'15,"0"0"-1513"1,0 0-512-16,0 0-423 16,0 0-345-16,0 0-120 0,0 0-16 15,124-26-64-15,-108 24-112 0,0 2-705 16,-5 0-1559-1,-6 0-5682-15</inkml:trace>
  <inkml:trace contextRef="#ctx0" brushRef="#br0" timeOffset="123984.92">20689 16431 5049 0,'0'0'8857'15,"0"0"-7384"1,0 0-409-16,0 0 224 15,0 0-544-15,104 48-447 0,-73-30-153 16,2 1 200-16,-6-3-224 0,6 0-120 16,-14-3-320-16,9-1-585 15,-11-2-839-15,-2-4-3385 16</inkml:trace>
  <inkml:trace contextRef="#ctx0" brushRef="#br0" timeOffset="124234.9">21041 16341 10658 0,'0'0'4161'0,"0"0"-2353"0,0 0-368 16,0 0-527-16,0 0-377 0,0 0-168 15,-120 102-160-15,83-64-96 16,4 4-112-16,-5-4-472 31,-9 9-761-31,6-9-1383 0,9-6-5594 0</inkml:trace>
  <inkml:trace contextRef="#ctx0" brushRef="#br0" timeOffset="127862.4">13702 17443 384 0,'0'0'728'0,"0"0"1032"0,0 0 1105 16,0 0-1825-16,0 0-448 0,0 0 368 15,0 0-56 1,19-41-231-1,-19 34-49-15,5 4-8 0,-5-3-168 16,0 6-120-16,0 0 128 16,0 0 248-16,0 0 152 0,0 0 153 15,0 13-265-15,0 11-504 0,0 15 680 32,0 15 64-32,0 10-464 15,-9 3-95-15,5-3-129 16,-5-9-120-16,3-3-40 0,-3-11-80 15,5-10-48-15,0-5-8 0,0-4 0 32,1-9-368-32,3-4-417 15,0-2-655-15,0-4-1224 0,0-3-2089 16,0-10 1944-16,0-5-3248 0</inkml:trace>
  <inkml:trace contextRef="#ctx0" brushRef="#br0" timeOffset="128312.9">13872 17564 6617 0,'0'0'4609'16,"0"0"-2929"-1,0 0 25-15,0 0-457 16,0 0-528-16,0 0-144 0,5 0 24 15,-5 0-248-15,0 0-240 16,0 3-56-16,-16 7 64 0,0-1-112 16,-5 7 248-1,6-3-127-15,-1 0-65 16,9-5 0-16,2 3-56 16,1-5-8-16,4-3-56 0,0-3-48 15,0 0-193-15,0 0-23 16,4 4 112-16,4 1 208 0,4 2 72 15,4 2 8-15,4 7 56 32,0 0 72-32,0 7-32 0,3-2-39 31,-2 2-41-31,-1-8-8 16,-6 2-24-16,0-5-56 0,-3-6 0 15,-3 4 0-15,1-6-8 16,-1 1-40-16,-5-5-200 15,4 7-233-15,2-7-439 0,2 6-496 16,-2 1-977-16,2-7-2800 0</inkml:trace>
  <inkml:trace contextRef="#ctx0" brushRef="#br0" timeOffset="128845.98">14184 17660 5113 0,'0'0'8001'16,"0"0"-6464"0,0 0-361-16,0 0-112 15,-16 126-400 1,16-82-344-16,-4 1 0 0,0-4-24 0,-4-12-120 15,4-4-79-15,4-12-41 16,0-4-56-16,0-9 0 0,0 0-105 16,0 0-119-16,0 0 32 31,12-15 192-31,-1-8 24 0,14 0-24 16,-5-2-192-16,4 1 8 31,-1-2-136-31,-3 7 48 0,5 6 32 0,-7 4 192 0,-1 6-16 15,0 3 48-15,-6 6-136 16,1 13-40-16,-4 6 184 0,-4 3-88 31,0 1 88-31,-4 0 8 16,0-3 0 0,-8-1 336-16,-12 0 184 0,-8-2-64 15,-4-8-40-15,1 1-40 16,-5-10-7-16,4-6-185 15,4 0-88-15,8 0-96 0,4 0-272 16,8-9-409-16,8-14-831 16,0 8-1521-16,8 2-3568 0</inkml:trace>
  <inkml:trace contextRef="#ctx0" brushRef="#br0" timeOffset="129174.09">14746 17484 9193 0,'0'0'6490'0,"0"0"-5466"16,0 0-472-16,0 0 88 31,0 0-120-31,0 0-143 0,0 0-129 32,84 0-104-32,-56 0-144 15,-4 0 0-15,3 0-344 0,-3 0-321 16,0 0-751-16,-4 0-1184 0,-8 0-3482 15</inkml:trace>
  <inkml:trace contextRef="#ctx0" brushRef="#br0" timeOffset="129408.45">14714 17688 10594 0,'0'0'3913'16,"0"0"-2993"-16,0 0-80 16,0 0 160-16,0 0-480 0,123 0-272 31,-82-7-144-31,-2 0-104 0,-7 5-424 16,-4-1-1024-16,-9 3-3497 15,-6 0-3577-15</inkml:trace>
  <inkml:trace contextRef="#ctx0" brushRef="#br0" timeOffset="132079.64">15735 17272 384 0,'0'0'4152'0,"0"0"-1695"0,0 0-329 15,0 0-391-15,0 0-617 16,0-7-480-16,0 7-152 0,0 0-8 16,0 0 41-16,0 0 103 15,0 0 80-15,0 4-400 16,-4 9 96-16,-13 9 264 16,5 5-48-16,-8 3-216 15,5 4-144-15,-1-6-8 16,4-2-80-16,3-4-96 0,2-9-16 15,3 1-48-15,4-5-8 16,0-6-88-16,0-1-32 16,11-2 120-1,10 0 144-15,3 0-40 16,3 0-39-16,6 0-57 16,-6 0-8-16,2 0-8 0,-1 0-241 15,-9-2-295-15,1 2-216 31,-4 0-496-31,-8 0-945 0,0 0-2760 16</inkml:trace>
  <inkml:trace contextRef="#ctx0" brushRef="#br0" timeOffset="132376.5">15834 17341 6105 0,'0'0'6593'0,"0"0"-4840"16,0 0-433-16,0 0-208 16,0 0-416-16,0 0-80 15,0 0-71-15,-20 111-201 0,16-75-128 16,0-1-88-16,0-7-112 31,4 4 32-31,-4-7-48 16,-3 0 0-16,3-2-192 0,-1-2-248 15,1-1-457-15,-4 3-991 16,4-7-2841-16,0-4-1432 0</inkml:trace>
  <inkml:trace contextRef="#ctx0" brushRef="#br0" timeOffset="132735.01">16117 17567 2968 0,'0'0'9994'0,"0"0"-7921"0,0 0-705 16,0 0-192-16,0 0-520 16,-4 13-272-16,-4 9 57 0,0 0-73 15,-4 3-72 1,0 3-112-16,1-1-112 0,2-2-8 0,1-2-64 15,-4-2-64 1,4-5-288-16,0 7-544 16,4-8-881-16,1 2-2296 15,3-12-2160-15</inkml:trace>
  <inkml:trace contextRef="#ctx0" brushRef="#br0" timeOffset="133172.49">16232 17310 2720 0,'0'0'8490'16,"0"0"-6266"-16,0 0-1079 0,0 0-625 15,0 0-16-15,0 0-104 16,0 0-80 0,25 76 80-16,-14-51-152 0,-2-2-96 15,2-1-80-15,1-3-24 16,1 4 32-16,-2-5-80 16,-2 2 0-16,2-8 0 0,1 1-64 15,-8-1 48-15,1-2-64 16,-1-3-16-16,-4-2-32 15,0 2 8-15,0-7 16 16,0 3-320-16,0 4 384 16,-13-4 40-16,-2 3 152 15,-2 1 40-15,-7-4-40 0,5-1-48 32,-5-2-56-32,3 3-48 0,6-3-104 15,-3 0-464-15,8 0-928 16,6 0-1745-16,-5-8-5937 0</inkml:trace>
  <inkml:trace contextRef="#ctx0" brushRef="#br0" timeOffset="133426.22">16193 17316 11386 0,'0'0'3209'16,"0"0"-1865"-16,0 0-592 15,0 0-80-15,116-44-416 16,-77 30-112-16,5 5-112 0,-8 4-32 16,-4 2-472-1,-9 3-944-15,-6 0-721 31,-10 3-9665-31</inkml:trace>
  <inkml:trace contextRef="#ctx0" brushRef="#br0" timeOffset="133866.44">16555 17341 13074 0,'0'0'2457'15,"0"0"-1489"-15,0 0-8 16,0 0-144-16,0 0-343 0,0 0-169 16,132 38-144-16,-96-38-96 15,0 3 48-15,-4-3-112 16,-13 4-48-16,2 2 40 0,-14 4-112 31,1 3-80-31,-8 9 88 0,0 7 40 16,0 3 72-16,-8 2 80 15,1 1 32-15,-5-3-32 16,3-3-32-16,2-1-48 0,3-3-16 16,0-5-256-16,4-5-289 15,-4 1-519-15,4-7-848 0,0-2-2969 16,0-3-1305 0</inkml:trace>
  <inkml:trace contextRef="#ctx0" brushRef="#br0" timeOffset="134085.19">16631 17561 7073 0,'0'0'7842'0,"0"0"-6234"16,0 0-1032-1,0 0 40-15,0 0-344 16,0 0-168-16,140-49-104 16,-97 44-608-16,-11-2-1112 15,-12 5-4145-15</inkml:trace>
  <inkml:trace contextRef="#ctx0" brushRef="#br0" timeOffset="134350.79">17253 17554 912 0,'0'0'13963'0,"0"0"-11451"0,0 0-887 15,0 0-793 1,0 0-656 0,0 0-176-16,-5-13-128 0,5 13-136 15,5 0-496-15,3 0-1025 16,-4 0-3800-16</inkml:trace>
  <inkml:trace contextRef="#ctx0" brushRef="#br0" timeOffset="134716.93">17644 17481 3088 0,'0'0'10226'0,"0"0"-8633"15,0 0-577 1,44-111-80-16,-28 86-448 0,-4-1-264 16,-5 6-120-1,2 11 16-15,-5 1-48 0,-4 4 64 0,0 4 80 16,0 0-64 0,0 0-152-16,0 21 0 0,0 9 248 0,0 8 33 15,0 1-121 1,0 4-80-16,-4-1-32 31,-1-4-32-31,1-3-16 0,4 0-144 0,0-6-377 16,0-4-687-1,0-6-1704-15,0-3-2962 0</inkml:trace>
  <inkml:trace contextRef="#ctx0" brushRef="#br0" timeOffset="135146.5">17963 17443 4905 0,'0'0'8449'0,"0"0"-7000"0,0 0-593 16,0 0-48-16,0 0-448 31,0 0-224-31,0 0-56 31,24 118 40-31,-8-106 32 0,3-5 96 16,2-1-64-16,-6-2-72 0,5-4-112 16,-3 0-8-16,-2 0-40 15,-4-10 48-15,6-3 0 0,-5-3 0 16,-7-3 48-1,2-1-40-15,-3-1 0 0,-4 1 56 16,0-2 64 0,0 0 152-16,-16 3 105 15,0-3 7-15,-4 10-72 0,-4-1-160 0,-4 6-32 16,1 7-128 0,-5 0-104-16,-1 11-280 0,-2 23-529 0,10-3-1031 15,5-2-4441 1</inkml:trace>
  <inkml:trace contextRef="#ctx0" brushRef="#br0" timeOffset="135499.73">18258 17287 8833 0,'0'0'3129'0,"0"0"-2057"0,0 0-256 0,0 0 17 15,0 0-505 17,0 0-192-32,107-29 56 0,-83 29-72 15,-4 0-104-15,-4 0-16 0,-4 0-304 0,3 0-993 16,-9 11-2679 0,1-5-3138-16</inkml:trace>
  <inkml:trace contextRef="#ctx0" brushRef="#br0" timeOffset="136487.4">18683 17208 5513 0,'0'0'5129'0,"0"0"-3161"0,0 0 1 16,0 0-585-16,0 0-648 0,0 0-272 15,0 0-88 1,5 0-128-16,-5 0-72 0,4 0 64 0,-4 0-16 16,4 0-24-1,-4 0-55 1,0 0-41-16,5 0-32 0,-5 0-16 0,0 0-48 16,0 0-8-1,0 0 8-15,0 0-8 0,0 0-8 16,0 0-56-1,0 0 56-15,0 0-136 16,0 4-33-16,0-4-95 0,0 0 8 16,0 3 16-16,0-3-8 15,0 2-16-15,0-2 152 16,0 4 48-16,0-1-32 16,0-3-16-16,0 0 8 0,0 0 16 31,0 0-8-31,-5 0 88 0,5 0-32 15,0 3 48-15,0 0 16 16,0-3 32-16,0 0-48 0,0 0-8 16,0 4 0-16,0-4 0 15,0 0 8-15,0 0-8 32,0 0 8-32,0 0 0 0,0 3 8 0,0-3-8 15,0 0 0-15,0 0-8 0,0 0 16 16,0 0-8-1,0 4 0-15,0-4 0 16,0 0 0 0,0 0 0-16,0 3 0 0,0-1 8 15,0-2-8-15,0 0 8 16,0 0 0-16,0 0-8 0,0 3 0 16,0 1 0-1,0-1 8-15,-4 3-8 16,4 1 0-16,-9-1 0 15,6 1 64-15,0 1-64 16,-11 6 0-16,11-2 64 0,-5 3-56 16,1-1 0-16,7-5 64 15,-4 4-56-15,4-3-8 0,0-5-8 16,0 2-112-16,15-1 104 31,2-6 0-31,6 0 8 0,1 0 0 0,4 0-48 16,-4 0-8-1,0-9 56-15,-8 5-64 16,0 4-160-16,-8-3-432 16,-8 3-408-1,0 0-625-15,0 0-1423 16,0 0-1873-16</inkml:trace>
  <inkml:trace contextRef="#ctx0" brushRef="#br0" timeOffset="136845.17">18851 17208 8849 0,'0'0'3201'16,"0"0"-560"-16,0 0-753 15,0 0-816-15,0 0-640 16,0 0-240 0,0 0 176-16,0 0-119 0,-15 86-121 15,7-51-56-15,4 1 24 0,-1-6-40 31,-2 2-48-31,3-7-8 16,-4-2-144-16,4-7-329 0,-5 0-839 16,5 6-1016-16,1-10-2625 15,-1 1-1505-15</inkml:trace>
  <inkml:trace contextRef="#ctx0" brushRef="#br0" timeOffset="137251.4">19083 17183 9313 0,'0'0'3193'0,"0"0"-1689"15,0 0-383-15,0 0-313 16,0 0-24 0,0 0-72-16,0 0-168 0,62 102-168 15,-44-64-120-15,-3 6-135 0,-2 4-121 16,-9-1-65-1,-4-2 9-15,0-1 48 16,0-5-40-16,-13-1-88 16,-2-10-216-16,-7-3-240 15,-1-2-152-15,-5 5-544 0,9-12-1601 16,3 0-2080-16</inkml:trace>
  <inkml:trace contextRef="#ctx0" brushRef="#br0" timeOffset="137829.5">19438 17157 7585 0,'0'0'5329'0,"0"0"-3848"0,0 0-233 16,0 0-72-1,0 0-632-15,0 0-320 16,0 0 0-16,11 4 56 16,6 1-112-16,-7 5-88 0,4-6-32 15,1 2-48-15,-4 1 0 0,3-2-48 16,-3-1-24-16,-3-1 0 31,-3 0 64-31,-5 4 0 16,0-5-112-16,0 5-32 0,0 6-48 15,-13-1 200-15,-6 8 0 16,-6-4 328-16,4 5-8 0,1 2 81 47,6-4-81-47,6 0-144 16,4-4-104-16,4-5-56 15,0-3-16-15,8 0-40 0,7-5 40 16,8-2 0-16,-2 0-200 0,8 0-265 15,-10 0-351-15,-3 0-256 0,5 0-944 16,-10-2-2665-16,-3-5-4489 16</inkml:trace>
  <inkml:trace contextRef="#ctx0" brushRef="#br0" timeOffset="139127.32">15571 17202 912 0,'0'0'1544'16,"0"0"-488"-16,0 0-296 0,0 0-55 15,0 0 3215 1,0 0-2159-16,-4 0-273 15,4 0 88-15,-4 0-303 0,4 0-361 16,0 0-160-16,-4 0-104 16,-4 6-144-16,-4 10-16 15,4 13-47-15,-7 3-97 16,-2 9-120-16,6 7-24 16,-2 1 16-16,1-1-144 15,9-3 32-15,-1-3-32 16,4-8-72-16,0-2-8 0,0-3-40 31,0-5-8-31,4 0 48 16,7-5-128-16,2 2-136 0,-2-5-176 15,1 0-409-15,0 0-695 16,0 7-1113-16,1-11-2344 0,-10 4-728 16</inkml:trace>
  <inkml:trace contextRef="#ctx0" brushRef="#br0" timeOffset="140361.64">15220 18183 2496 0,'0'0'3049'0,"0"0"-1385"16,0 0 304-16,0 0-7 31,0 0-689-31,0 0-456 0,0 0-64 16,-24-32 193-16,24 32-297 15,0-7-264-15,0 4 168 0,0 1 96 0,4 2-48 16,-4 0-80-1,0 0-80 1,4 0-135-16,8 0-185 16,4 0-24-16,12-7 32 0,4 7-56 15,12-3-64-15,0-3 0 0,4 6 8 16,3-4 32-16,-3 4-48 0,0 0 0 31,0 0 0-31,-4 0 0 16,-1 0 8-16,6 0 0 15,-2 0-8-15,5 0 8 0,0 0 0 16,8 0 40-16,3 0-48 16,9 0 0-16,0 0-8 0,4 0 8 15,-5-3 8-15,-7-3 0 32,3-4 8-32,-8 8-8 0,3-5 0 15,-3 0 0-15,6 1-8 16,-2-1 8-16,5 2 0 15,3-2-16-15,4 0 8 0,5 2 0 16,-3 1 8-16,-2-2 0 16,1-1-8-16,-1 1 0 0,2 2 0 15,-6-1 8 1,-3 1-8 0,4 1 0-16,-4 1 0 0,3-2 0 15,-3 1 8-15,0-1 0 0,3 1-8 16,2-3-8-16,1 3 8 15,3-3 0-15,-3 3-8 16,11-4 0 0,-1 5-64-16,-1-9 48 15,9 5-24-15,-5 3 40 16,9-4 0-16,-4 0-40 0,0 2 40 0,4-5 8 31,-4 4 40-31,3 0-40 16,-3-1 0-16,0-3 8 0,-1 8-8 15,1-8 0-15,-4 7 8 16,-1 0-8-16,-7-4-16 16,-4 7-32-16,-8 0 48 0,-13 0-8 15,-2-3 8-15,-14 0 8 0,-3 3-8 32,-16 0 8-32,-4 0 56 15,-9 0-64-15,-7 0-8 16,0 0-128-16,0 0-40 0,0 0 32 15,0 0-64-15,0 0-113 32,0 0-191-32,0 0-432 0,-4 3-720 15,-11 0-329-15,2 4-1199 16,2-1-1353-16</inkml:trace>
  <inkml:trace contextRef="#ctx0" brushRef="#br0" timeOffset="141610.25">15675 18418 1920 0,'0'0'2112'0,"0"0"-599"0,0 0-393 0,0 0 112 15,0-6 0-15,0 6 49 16,0 0-25-16,0 0-136 0,0 0-88 16,0 0-23-16,0 0-233 0,0 0-128 15,0 0-32-15,0 0-112 16,0 0-80-16,-4 0-64 0,4 0-152 15,-4 0-144-15,-5 0-64 32,6 6 0-32,-1 3 96 0,-5 8 40 15,9-2-23-15,-3 2-33 16,3-3-72-16,0 0-8 16,0-4 0-16,8-5-88 0,6-1 31 31,7-1 49-31,-1-3 8 15,5 0 0-15,-6-7-48 16,5-8-24-16,-3 1 8 0,-2 0-128 16,-7-3 40-16,-8 5 64 0,0-1 88 15,-4-3 8-15,0 3-8 16,-8 3 8-16,-4-2 40 31,-7 2-8-31,-2 3-40 0,5 2-8 16,-3 5-136-16,-2 0-112 15,1 3 152-15,1 16 32 0,-1 3-248 16,0 4-784-16,0 9-1225 16,6-7-1959-16,8-8-786 0</inkml:trace>
  <inkml:trace contextRef="#ctx0" brushRef="#br0" timeOffset="141953.97">15997 18437 432 0,'0'0'8073'0,"0"0"-5496"16,0 0-737-16,0 0-535 0,0 0-513 15,0 0-144-15,0 0 168 32,0 0-248-32,0 0-288 0,-27 111-160 15,18-94-64-15,1-2-56 16,5 2-72-16,-1-6-408 0,4-1-672 15,0-4-1481-15,0-3-3368 0</inkml:trace>
  <inkml:trace contextRef="#ctx0" brushRef="#br0" timeOffset="142610.21">16224 18325 4640 0,'0'0'8058'0,"0"0"-5609"0,0 0-761 16,0 0-608-16,0 0-536 16,0 0-296-16,0 0-143 31,20-9-89-31,-11 9-16 0,-2 7-48 16,1-1 40-16,1 7 0 15,-5-3-73-15,-1-1-39 0,-3 0 48 16,0 1-32-16,0 0 104 15,-3-2 80-15,-5-1 48 16,-5 0-112 0,10-1 137-16,-5-6-57 0,8 3-24 15,0-3 0-15,0 0-72 16,0 0-224-16,0 0-217 0,4 0-71 16,7 0 416-1,6-3 96-15,-2 3 16 16,2 0 32-16,-2 0-40 15,1 0 8-15,0 0-16 0,-4 3-8 16,0 10 0-16,-4-3-80 16,0-1-8-16,-8 0-120 0,0 2-64 15,0-2-96-15,-8 3 376 32,-12-2 184-32,-4 5 216 0,0 1 112 15,-8-3-32-15,8-1-71 16,0-2-177-16,1-7-96 0,3 4-128 15,8-1-8-15,0-2-120 16,8-2-201-16,-4-2-407 31,8 5-416-31,-4 0-1544 0,0 1-3338 16,0-3-1871-16</inkml:trace>
  <inkml:trace contextRef="#ctx0" brushRef="#br0" timeOffset="143159.03">16706 18431 5737 0,'0'0'6121'0,"0"0"-4105"16,0 0-871-16,0 0-137 15,0 0-192-15,93-19-424 16,-54 9-192-16,1 3-48 0,1 2-80 16,-6-2-72-1,-7 7-8-15,-4 0-664 16,-13 0-688-16,-2 0-1425 0,-9 0-5393 15</inkml:trace>
  <inkml:trace contextRef="#ctx0" brushRef="#br0" timeOffset="144033.97">17401 18338 856 0,'0'0'7009'0,"0"0"-4288"0,0 0-593 16,0 0-519-16,0 0-577 16,0 0-552-16,0 0 24 0,0 0-48 15,0 0-160 1,0 0-120-16,0 4 176 16,-9 6-56-16,2-1 16 15,3 3-112-15,4 1-104 0,-4-4-56 16,4-2-40-16,0 3-56 15,0-4 16-15,4-3 40 16,12 0 96-16,3 0-24 0,2-3-72 31,-1 0-8-31,3 0-40 0,1 0-152 16,-4 0-376-16,0 0-216 16,-8 0-264-16,0 0-913 15,-1 0-2023-15,-2 0-857 0</inkml:trace>
  <inkml:trace contextRef="#ctx0" brushRef="#br0" timeOffset="144315.23">17604 18269 2496 0,'0'0'9082'15,"0"0"-7106"-15,0 0-527 0,0 0 31 16,0 0-400 0,0 0-448-1,0 0-128-15,0 0-87 0,0 114-217 16,0-95-112-16,0 0-80 0,-5-3-8 16,2 0-56-16,-5 4-368 15,-1-8-593 1,6 4-671-16,-5-1-1129 15,4-5-2672-15,-1-5-688 16</inkml:trace>
  <inkml:trace contextRef="#ctx0" brushRef="#br0" timeOffset="144676.4">17867 18366 5193 0,'0'0'4361'0,"0"0"-1961"0,0 0 9 31,0 0-673-31,0 0-888 31,0 0-168-31,0 0-88 16,0 52-144-16,-8-36-175 0,4 6-177 16,-4-5-80-16,0 4 40 15,4-5-56-15,-4 3-72 0,0 0-361 0,-1-2-615 16,2-2-1088-1,0-3-2297-15,3-5-2809 16</inkml:trace>
  <inkml:trace contextRef="#ctx0" brushRef="#br0" timeOffset="145129.51">18018 18260 9690 0,'0'0'2864'0,"0"0"-1560"0,0 0-95 15,0 0-417 1,0 0-384-1,21 17 16-15,-14 0-136 0,1 5-136 16,5-3-104-16,-2 3 0 0,-3 1-40 16,1-8-8-16,2 5 0 15,-3-8-16-15,-4 1-88 0,-1-4-88 32,-3 1-168-32,0-3 40 15,0 0 96-15,0-2 48 0,0-1 112 16,-3 1 64-16,-5-5 88 15,-3 0 0-15,-7 0 0 0,4 0 32 16,1 0-16-16,-2 0-32 16,2 0-72-16,-2 0 0 0,2 0-272 31,2 0-680-31,-1-2-1257 16,3-5-3344-16</inkml:trace>
  <inkml:trace contextRef="#ctx0" brushRef="#br0" timeOffset="145348.25">17966 18272 7801 0,'0'0'1793'0,"0"0"-425"16,0 0-136 0,0 0-640-16,124-57-592 0,-96 50 0 0,-5-2-1184 15,-2 9-1089-15,-9-4-1703 16</inkml:trace>
  <inkml:trace contextRef="#ctx0" brushRef="#br0" timeOffset="145816.97">18282 18228 7785 0,'0'0'5521'16,"0"0"-3264"0,0 0-521-16,0 0-672 15,0 0-663-15,0 0-89 16,0 0 40-16,56 15-152 0,-37-15-128 15,-2 4 0-15,-2-2-64 16,-6 2-8-16,2 3-40 0,-8 2-104 16,2 6-24-1,-5 5 88-15,0 5 8 16,0 0 72-16,0 1 0 16,0-1 48-16,-5-3-48 0,-2-2-8 15,0-8-144-15,1 2-120 16,3-5-369-16,-1-4-351 0,0 2-496 15,4-4-1273-15,0-3-2512 16,0 0-2104-16</inkml:trace>
  <inkml:trace contextRef="#ctx0" brushRef="#br0" timeOffset="146051.32">18254 18421 864 0,'0'0'9826'0,"0"0"-6858"0,0 0-1287 16,0 0-801-16,0 0-512 16,0 0-232-16,0 0-136 15,0 0-296 1,123-51-888-16,-98 45-1793 15,-10 3-3496-15</inkml:trace>
  <inkml:trace contextRef="#ctx0" brushRef="#br0" timeOffset="146348.19">18787 18364 6769 0,'0'0'7426'15,"0"0"-4914"-15,0 0-576 16,0 0-559-16,0 0-593 0,0 0-584 15,0 0-200-15,0 0-88 16,0 0-176-16,0 0-128 0,0 0-192 31,0 0-937-31,0 0-3128 16,0 0-6073-16</inkml:trace>
  <inkml:trace contextRef="#ctx0" brushRef="#br0" timeOffset="146796.87">19027 18342 7985 0,'0'0'4513'16,"0"0"-2192"-16,0 0-425 16,0 0-464-16,0 0-519 0,0 0-361 15,0 0-264-15,0 0-144 16,0 0-48-16,67-114-96 16,-54 98 16-16,-5 3-8 0,-1-1-8 15,-2 9 0-15,-5 2 0 16,0 3-48-16,0 0-80 0,0 0-104 15,0 15 80-15,0 8 144 16,0 5 8-16,0 6 48 31,-5 2 40-31,1-4-16 0,1-4-64 16,-5-6 88-16,4 1-96 16,0-7 0-16,-1-3-144 0,1-1-248 15,-3 2-545-15,3-5-583 16,4-4-824-16,-4 2-2577 15,4-7-2153-15</inkml:trace>
  <inkml:trace contextRef="#ctx0" brushRef="#br0" timeOffset="147249.97">19350 18262 1584 0,'0'0'6905'16,"0"0"-4760"-16,0 0-473 16,0 0-160-16,0 0-399 0,-24 57-529 15,24-41-288-15,0 1-192 16,0-5-56-16,0-3-32 0,8-2 48 15,0-7 168-15,8 0-64 16,-4 0-72-16,4 0-48 0,0 0-48 31,0-10 0-31,-4-3-8 16,-4 1 8-16,0-4 0 16,-5 0 56-16,1 0 16 0,-4 0-16 15,0-3 168-15,0 4 16 16,-11-1 88-1,-6 4-24-15,2 1-88 16,-5 8-120-16,0 3-24 0,-8 0 64 16,0 10-136-16,4 11-152 15,-1 5-504-15,5 3-896 0,13-1-1449 16,7-12-3344-16</inkml:trace>
  <inkml:trace contextRef="#ctx0" brushRef="#br0" timeOffset="147545.15">19537 18170 6753 0,'0'0'4129'16,"0"0"-2137"-16,0 0-591 16,0 0-529-16,0 0-408 0,0 0-304 15,56-3-160-15,-44 3-312 0,4 0-1145 16,-4 0-2455-16,-5 0-1473 15</inkml:trace>
  <inkml:trace contextRef="#ctx0" brushRef="#br0" timeOffset="147989.88">19792 18112 5537 0,'0'0'4817'0,"0"0"-2937"0,0 0-296 16,0 0-335-16,0 0-521 0,0 0-360 15,0 0 144-15,0 0 288 16,0 0-104-16,0 0-336 0,-8 73 1 16,4-53-129-16,4-6-104 15,-3-2-56-15,3-3-32 16,0 0-40-16,0-2-72 15,3-1 16-15,9 1 40 16,4-7 0-16,4 3-112 16,-4-3-40-16,4 0-233 0,1 0-535 31,-2 0-496-31,-7 0-777 16,-4-3-3824-16</inkml:trace>
  <inkml:trace contextRef="#ctx0" brushRef="#br0" timeOffset="148286.75">19998 18024 7865 0,'0'0'4473'16,"0"0"-2568"-16,0 0-265 0,0 0-360 15,0 0-504-15,-14 127-304 0,9-93-151 16,5 0-185 0,0-4-88-1,-3-5-48-15,3 2-225 0,-5-5-543 16,-6 7-832-16,3-8-1409 0,-1-4-3112 15</inkml:trace>
  <inkml:trace contextRef="#ctx0" brushRef="#br0" timeOffset="149486.99">15463 18373 1016 0,'0'0'1072'0,"0"0"1537"0,0 0-41 16,0 0-704-16,0 0-95 16,0 0-313-16,-7 0-208 15,1 0-255-15,3 0-73 0,-5 0-144 16,0 7-96-16,1 3-192 16,-9 8-104-16,-5 8 80 0,6 6-88 0,-2 9-159 15,10 0-217 1,-1 3 40-1,8-2-40-15,0-4-88 16,0-7-129-16,15-4-351 0,10-6-480 16,14-5-496-16,2-6-777 15,-10-10-3336-15</inkml:trace>
  <inkml:trace contextRef="#ctx0" brushRef="#br0" timeOffset="150737.61">20398 18078 496 0,'0'0'496'0,"0"0"-32"0,0 0-128 16,0 0-168-16,0 0 32 16,0 0 1832-16,0 0-1063 0,0 0-969 15,-4 6-152-15,0-2-473 16,-4-1-1215-16</inkml:trace>
  <inkml:trace contextRef="#ctx0" brushRef="#br0" timeOffset="151076.61">20398 18078 1144 0,'-111'6'4945'0,"111"-6"-2625"0,0-3-79 15,0 3-233-15,0 0-583 0,0 0-393 16,0 0-312-16,0 0-200 15,8 0-8-15,-1 0 72 16,6 10-104-16,-5 6-184 0,7 0-72 16,1 12-96-1,-1 4-40-15,2 4 33 16,-5 5-49-16,0 0-40 0,-4 0-32 16,-4 0-16-16,-4-3 16 15,0-3 0-15,-12-9-8 16,-4 2 8-1,-3-9 64-15,-2-3-64 16,-10-1-144-16,7-5-865 16,-4-7-3640-16</inkml:trace>
  <inkml:trace contextRef="#ctx0" brushRef="#br0" timeOffset="152957.06">20884 17619 72 0,'0'0'464'0,"0"0"-328"15,0 0-80-15,0 0-48 16,-33 5 4057-1,30-1-2553-15,0-4 256 16,-1 0 305-16,4 0-201 0,0 0-168 16,0 3-247-16,0-3-217 15,0 2-320-15,0-2-536 0,7 0-280 16,10 3 72-16,2 1-80 0,9-1-48 31,0-3-48-31,0 0-8 16,-4 0-224-16,-3 0-216 0,-2 0-272 15,-8 0-288-15,-2 0-544 16,-1 0-777-16,-4 0-768 16,1 0-7-16</inkml:trace>
  <inkml:trace contextRef="#ctx0" brushRef="#br0" timeOffset="153203.03">20904 17725 5089 0,'0'0'4601'0,"0"0"-2641"15,0 0 40-15,0 0-535 16,0 0-649-16,0 0-136 0,0 0-328 16,0 0-208-1,112-12-144-15,-96 12-248 16,0 0-608-16,5 0-712 0,-2 0-1473 15,-4 0-2448-15</inkml:trace>
  <inkml:trace contextRef="#ctx0" brushRef="#br0" timeOffset="153618.38">21148 17386 9498 0,'0'0'2712'31,"0"0"-1840"-31,0 0 161 0,0 0 207 15,24 16-480-15,-4-3-384 16,3-5-192-16,-3-1-96 0,5 3 0 16,-6-3-80-16,1-5 0 15,0 5-8-15,-4-1-96 16,-4 3-152-16,-8 1-128 0,-1 9 16 16,-3 7-64-16,0 2 104 15,0 1 208 1,-10 3 112-16,-7-4 0 0,2 1 264 15,-6 0 16-15,-3-5 56 16,4 3-96-16,1-6 32 16,6-5-72-16,1 3-112 0,9-6-88 15,3-4-72-15,0 1-400 0,0 3-536 16,0-4-1457-16,11 1-3128 16</inkml:trace>
  <inkml:trace contextRef="#ctx0" brushRef="#br0" timeOffset="154135.66">21745 17198 1792 0,'0'0'8314'16,"0"0"-6098"-16,0 0-912 0,0 0-103 47,0 0-129-47,0 0-288 15,0 0-208-15,-3 118-56 0,6-76-216 16,6-5-120-16,-6 2-80 16,1-4-96-16,-4-6 56 0,0-1-64 15,0-6-112-15,0-3-408 16,0 0-784-16,4-3-1177 0,-4-6-3088 16</inkml:trace>
  <inkml:trace contextRef="#ctx0" brushRef="#br0" timeOffset="154554.57">22013 17246 8129 0,'0'0'2641'16,"0"0"-1569"-16,0 0 256 16,0 0-175-16,-132 108-601 15,100-76-248-15,0-3-96 0,-3-7 8 0,10-3-56 32,-3-4-40-32,13-2-72 15,2-6-40-15,10 0-8 0,-1-5-40 31,0-2-8-31,4 0-104 16,0 3-40-16,0-3-24 16,0 4 80-16,11 1 136 0,2 2 0 15,2 3 0-15,10 5 48 0,-9-1-48 16,3 1 0-16,5-5 8 16,-7 2 0-16,-2-5 40 31,-2-4-48-16,-2 4 0-15,-4 0-784 0,2-2-1673 16,-1 2-3048-16</inkml:trace>
  <inkml:trace contextRef="#ctx0" brushRef="#br0" timeOffset="155196.07">22113 17554 8041 0,'0'0'5961'0,"0"0"-4136"15,0 0-337-15,0 0-384 16,0 0-583-16,0 0-345 0,0 0-88 15,0 4-24-15,0 11-16 0,0 4 24 16,0 10-56-16,0 6 56 16,0 0-72-16,0 3 8 0,0-1 8 15,0-5-8-15,-4-3-8 16,0-7 0-16,4-6 0 16,0-9-64-16,0-4-32 0,0-3-32 31,0 0-96-31,0-3 48 0,8-7 168 15,-1-8 0-15,6-2 0 16,-2-2-105-16,5 3 9 16,4 2 0-16,0 5-32 0,0-1 8 15,-4 8 24-15,-1 1-16 16,-2 1 0-16,-1 3 120 0,-4 0-64 31,0 0-24-31,4 12 24 16,-9 4-8-16,-3 7 64 15,0-1 8-15,0 0-8 0,-3-2 8 16,-13-2 88-16,-8-2 64 16,-8 0 48-1,-4-6 120-15,-4-4 81 0,4-6-65 16,1 0-88 15,6 0-96-31,9-9-152 16,9-5-240-16,11 9-577 31,0 1-1567-31,0 1-7530 0</inkml:trace>
  <inkml:trace contextRef="#ctx0" brushRef="#br0" timeOffset="172431.92">22348 17237 5233 0,'0'0'1968'31,"0"0"112"-31,0 0-399 16,0 0-193-16,0 0-104 16,0 0-343-16,19 0-361 15,-15 0-176-15,9-3 80 0,-6-1-248 16,1 1-8-16,1 0-24 15,-2-4 64-15,1 7-24 0,-4 0-64 16,0-2 33 0,5 2-97-16,-2 0-40 15,1 0-168-15,0 0 0 32,4 0 8-32,-4 0-16 0,-4 0-48 15,8 0-88-15,-8 0-72 16,0 0-161-16,-4 0-255 15,0 0-544-15,0 0-1208 0,0 0-3138 0</inkml:trace>
  <inkml:trace contextRef="#ctx0" brushRef="#br0" timeOffset="172648.54">22348 17237 4681 0</inkml:trace>
  <inkml:trace contextRef="#ctx0" brushRef="#br0" timeOffset="172688.31">22348 17237 4681 0,'0'57'7337'0,"0"-57"-4944"0,8 0-1209 0,-1 0-424 16,6 0-48-16,2 0-272 0,6 0-272 0,-10 0-64 0,6 0-104 16,-2 0-96-16,-7 0-520 31,4 0-528-31,-9 0-1129 15,6 3-2344-15,-9-1-1800 16</inkml:trace>
  <inkml:trace contextRef="#ctx0" brushRef="#br0" timeOffset="173264.94">22729 16992 8017 0,'0'0'4633'0,"0"0"-3136"0,0 0-361 16,0 0-192-16,0 0-168 15,33-2-208-15,-17 2-176 0,5 0-144 16,-6 0-112-1,1 5-72-15,-4-1-16 0,3 2-40 0,-2 0 0 16,-1 1-8-16,-4 3-8 31,0-5-40-31,4 2-64 0,-9 2 32 16,1 4 8-16,-4 4-176 16,0 4 248-16,0 11 0 0,0 5 136 15,-7 2 8-15,-5-1 24 16,-1-2-40-16,6-5-8 15,-1-3-64-15,0-4-48 0,3-7 8 16,2-4-16 0,-2-2-56-1,5-9-200-15,0 5-264 0,-3-7-568 16,3 0-600-16,-8 3-1217 16,4-1-1456-16,0-2-2160 0</inkml:trace>
  <inkml:trace contextRef="#ctx0" brushRef="#br0" timeOffset="173581.93">22743 17290 24 0,'0'0'176'16,"0"0"9002"-16,0 0-5338 0,0 0-2367 16,0 0-57-1,0 0-72-15,0 0-488 16,0 0-367-16,0 0-201 0,0 0-192 16,131-25 16-16,-99 22-112 15,-4-1 0-15,-4 2-136 31,-5-1-377-31,-6 3-175 0,-3 0-408 16,-5 0-544-16,-1 0-1105 16,-4 0-2320-16</inkml:trace>
  <inkml:trace contextRef="#ctx0" brushRef="#br0" timeOffset="176721.09">23459 17173 11226 0,'0'0'5457'0,"0"0"-4049"0,0-19-711 16,0 13-113-16,0-1-184 16,0 4-192-16,4 3-144 0,-4 0-48 15,0 0-16-15,5 0 0 16,-5 0-96-16,0 0-144 0,0 0-112 0,0 0-256 0,0 3-361 31,0 13-887-31,0-4-2673 16,0 5-2993-16</inkml:trace>
  <inkml:trace contextRef="#ctx0" brushRef="#br0" timeOffset="177205.44">23962 17169 4440 0,'0'0'4833'16,"0"0"-3976"-16,0 0-473 0,0 0 648 16,0 0-160-16,44-120-560 0,-32 95-104 15,0 3 264-15,-5 0-32 31,1 6 17-31,1 0-33 16,-5 9-48-16,0 1-120 0,-4 6-80 16,0 0-24-16,0 0-16 15,0 19 272-15,0 10-16 0,0 9-88 16,0 10-56-16,0 3 0 16,0-5-48-1,-4 0-72-15,-4-5-80 16,8-9 24-16,0-11-32 0,0 2-40 15,0-11-472-15,0-2-448 16,0-10-512-16,0 0-1673 0,4 0-2832 16</inkml:trace>
  <inkml:trace contextRef="#ctx0" brushRef="#br0" timeOffset="177615.41">24205 17193 7889 0,'0'0'3953'16,"0"0"-3049"-16,0 0-8 16,0 0 57-16,-12 104-297 0,21-88-280 46,10-3-96-46,1-8-24 16,4 0 56-16,4-5 0 0,-6 0-200 16,7-7-96-16,-8-9-8 15,3-7-8-15,-9 2 8 0,-3-2-8 16,-4 1 8-16,0-4-8 0,-8-3 8 16,0 1 56-1,0 7 48-15,-8-5 80 16,-7 6 104-16,-1 8 8 15,-9 2-152 1,1 10-32-16,1 0-120 16,-1 20-48-16,4 8-72 15,0 4-240-15,8 0-336 0,4 2-560 16,8-8-1377-16,0-9-2656 16</inkml:trace>
  <inkml:trace contextRef="#ctx0" brushRef="#br0" timeOffset="178068.51">24349 16815 8025 0,'0'0'4985'0,"0"0"-4089"15,0 0-391-15,0 0 359 16,0 0-144-16,0 0-424 0,0 0-152 16,86 0-88-16,-61 0-56 15,-5 0-56-15,-4 0-288 16,0 0-336-16,-4 0-737 0,0 0-871 31,-4 0-1753-31,-8 0-3360 0</inkml:trace>
  <inkml:trace contextRef="#ctx0" brushRef="#br0" timeOffset="178474.74">24592 16621 11498 0,'0'0'2961'0,"0"0"-2049"0,0 0-408 0,0 0 336 16,0 0-272-16,0 0-392 15,83 0-96-15,-62 0-72 0,-1 3 8 16,-5 3-16-16,-7 8-88 16,0 4-128-16,-4 10 216 15,-4 11 48 1,0 2 16-16,0 4-56 15,0-4 40-15,0-3-40 0,0-3-8 16,-4-10 8-16,4-6 0 16,0-2-8-16,0-12-136 15,0 2-432-15,0-7-800 0,0 0-2649 16,0 0-2200-16</inkml:trace>
  <inkml:trace contextRef="#ctx0" brushRef="#br0" timeOffset="178736.92">24600 16802 9706 0,'0'0'3000'16,"0"0"-1800"-16,0 0 313 0,0 0-473 15,0 0-608-15,151 3-264 16,-111-3-168-16,-4 0-320 0,-8 0-440 16,-12 0-1152-16,-8 0-2705 15,-8 0-4497-15</inkml:trace>
  <inkml:trace contextRef="#ctx0" brushRef="#br0" timeOffset="201362.84">21479 16751 72 0,'0'0'0'31,"0"0"16"-31,0 0-8 0,0 0 0 16,0 0 0-16,0 0 0 15,-8 7-8-15,8-7 0 16,-4 0-48-16,4 0 48 0,-5 0 72 31,5 0 944-31,0 0 104 0,0 0 288 0,0 0-175 0,0 0-145 16,0 0-128-1,0 0 8-15,0 0 72 16,0 0-87-16,0 0-73 16,0 0-80-16,0 0-112 0,0 0-40 15,0 0 0-15,0 0 41 16,0 0-81-16,0 0 8 16,0 0 8-16,0 0-272 15,0 0-120-15,0 0 88 31,0 3-16-31,0 10-16 16,0-1-56-16,0 7 80 0,0 6-40 31,0 1-96-31,0-1-47 0,0 4-9 16,0-4-24-16,0 4-24 16,-4 2-16-16,0-2 16 15,-3 3-64-15,3-1 72 0,4 5-64 16,-4-2 56-16,-5 2-64 15,5-2 8-15,1 1 72 0,-6 2-80 16,6 2-8 0,-1 0 8-16,4-5 64 15,-4 2-72-15,4-5 0 16,0-2-8-16,0 3 8 0,0-4 0 16,0 0 0-16,0 5 8 15,0-1 0-15,0-1-8 16,-5 1 8-16,5-1 0 15,0 1-8-15,0 0 8 16,0-4-8-16,0-2 16 16,0 3-16-16,0-4 8 0,0-3-8 15,0 4 8-15,0-1-8 16,0-4 0 0,0-1 40-16,0-1-40 15,0 0 0-15,0 1 0 16,0-2 8-16,0 5-8 0,0-2 8 15,0 2-8-15,0-1 8 32,0 1 0-32,0-4 0 0,0-1-8 15,-4-2 8-15,4 0-8 16,0 0 8-16,-3-4-8 16,3-2 0-16,0 0-8 0,0-1 8 15,0 1 0-15,0-1 8 16,0-2-8-1,0 3 0-15,0-5-8 0,0 5 8 16,0 0 0-16,0-4 0 16,0 0 8-16,0 1 0 15,0-1 0-15,0-2-8 16,0-4 0-16,0 5 0 16,0-5 0-16,0 4 0 15,0-4-8-15,0 0 8 0,0 3 0 16,0-3 0-16,0 0 0 15,3 0 8-15,6 0 0 16,-1 0 0-16,4 0 8 0,4 0-16 31,3 0 8-31,2 0 0 0,3 0-8 16,0 0 8-16,-1 0-8 16,1 0 0-16,0 0 0 15,0 0 8-15,-2 0-8 0,7 0 8 16,4 0 0-16,-1 0-8 15,0-3 0-15,8-1 0 0,-5 4 0 32,10-5 0-32,-2 5 0 15,5-4 0-15,0-2-8 16,4-1 8-16,4 1-8 0,-9 3 8 16,9-7 0-16,-4 4-8 15,4-3 0-15,8-1-64 16,-5 0 24-1,5 3-32-15,0-2 24 0,-1 4-16 16,1-2-16-16,-4 0 8 16,3-2 8-16,-2 3 24 0,2-4 48 15,-3 1-8 1,7 2 0-16,-2-6 0 16,-1 3 0-1,3-2 0-15,1-1-40 0,3 0-24 0,2-1 56 16,-2-3-32-16,2 4-32 15,-2-2 72-15,-4 2-113 0,1 0 33 16,-3 1 0-16,-7 2 40 31,2-3 0-31,0 0 40 0,-4 4 0 16,0-1 8-16,-4 4-8 16,-2-1 8-16,3 2 8 0,-5 1 56 15,0-2-16-15,-4 2 32 16,4 4-32-16,0-3-40 31,0 1 81-31,3 2-33 0,1-4 16 16,0 4 8-16,-8 0-8 31,0 0 40-31,-1 0-64 0,-3 0 8 16,0 0-48-16,-4 0 0 15,0 0 0-15,0-3 0 16,-4 3 8-16,0-3-16 0,3 0 48 15,2-1-40-15,-5-2-8 16,0 2 0-16,-1 2 0 0,-6-1 8 47,-2-4-8-31,-3 1 8-1,-5 3 0-15,2-4-8 0,-6 1 56 16,-6 6-56-16,2-3 0 0,-2-1 8 15,-1 4 0-15,0-2-8 16,2 2 0-16,0-3 8 0,-2-1-8 16,0 1 0-16,3-4 48 15,-3 1-40-15,0 0 0 16,-4-4-8-16,9 1 8 0,-9-1 0 16,3-5-8-16,2-2 8 0,-5 2 0 15,3-8 0-15,1 1-8 0,-4-3 16 16,4-4-16-16,0 1 8 15,-4-1 0-15,5 1 56 16,-5-4 16-16,4 0 40 0,3-2-32 16,-3 2 0-16,4-7-24 0,1-2-56 15,2 0 40-15,1-1-32 16,-1-2 40-16,2-3-40 31,0 1 32-31,-6 3-40 0,5-3 48 16,-3 2-48-16,-3 3 64 15,-1 0 0-15,3 0 24 0,1 3-48 16,-6 3-40-16,1-3-8 31,0 6 8-31,0-7 8 32,-4 8-16-32,3 0 0 0,-3-1-8 15,0 3 0-15,0-3 8 16,0 7-8-16,0-3 0 0,5 2 0 0,-5 1 8 15,0-1-16-15,0 4-32 16,0 0 40-16,0 0-40 16,0-2 48-16,0 10-88 15,0-2 40-15,0 3 40 16,0 6 8 0,0 4-48-16,0 3-48 0,0 0 0 0,0 0-32 15,0 0 8-15,0 0 16 16,0 0 56-16,0 7 40 15,0 2-80-15,0-2-160 0,0 2-72 32,0 0-57-32,0-2-87 0,0-2-304 15,0 2-568-15,0 3-1161 16,0-3-2728-16,0-2-2456 16</inkml:trace>
  <inkml:trace contextRef="#ctx0" brushRef="#br0" timeOffset="204412">21578 16681 2168 0,'0'0'2136'0,"0"0"-1271"0,0 0 47 15,0 0 208-15,-13 9-240 16,11-9-104-16,-2 0-95 15,0 4 87 1,-1-4-96-16,-3 3 24 31,4-3-232-31,1 0-48 0,-5 0-192 16,3 2 24-16,5 3-64 16,0-5 64-16,0 0 16 15,0 0 89-15,0 0 175 0,0 0-264 16,0 0-200-16,0 0 16 15,5 0 80-15,3 0 240 0,-1 0-104 16,6 0-72-16,2-7-16 16,6 4-80-16,3-4-32 15,5 1 40-15,9 0 0 0,-2-4-56 16,11 3-32-16,1 2-40 31,-3 1 0-31,2-1 40 0,4 1-40 16,-3 1 0-16,1-4 8 15,-1 4-16-15,-2-3 24 0,3-3-24 16,-5 2 48-16,4-5-40 16,3 5-8-16,-2-3 0 15,3 0 8-15,-5 1-8 16,4 0 0-16,2-1 0 0,-2 0 0 31,5-2 0-31,-5 2 8 16,2-2-8-16,2-1-8 0,-2 1-40 15,-1 2 40-15,-5 0-48 16,1 1 56-16,-5 5 8 0,2-1-8 16,2-2-8-16,-2 4 0 15,-6 0-40-15,6 0 48 16,-2-4 0-16,-3 1 8 0,4 3 0 16,-5-1-8-16,2-1 0 31,2 2 8-31,-3-4-8 0,-4 3 8 15,4 1-8-15,-4 0 0 16,0-4 8-16,3 5-8 16,-3-1 8-1,1-4-8-15,-2 4 0 0,1-4 0 16,0 5 8-16,-5-5-8 16,1 1 8-16,5 2 0 0,-10 1-8 15,1-4 8-15,4 5-8 16,-4-5 16-16,0 2-16 15,4 1 0-15,-1-3 8 0,6 1 8 16,-9 3-16 0,4-4 0-16,0 5-8 15,-4-1 8-15,0-1 0 0,-5 4 0 16,5-3 0-16,-4 0-8 16,4 3 8-16,-4 0 0 15,4-4 0 1,0 2 0-16,-1 2 0 15,-3-4 0-15,-3 1 0 16,-1 3 8-16,-5 0-8 0,2 0-8 16,-6 0 0-16,-3 0 8 15,-4 0 0-15,1 0 0 0,-2 0 0 16,1 0-16-16,-4 0 16 31,4 0 0-31,-4-3 0 16,4 3 0-16,-4 0 0 0,4 0 0 15,0 0 0-15,-4 0-16 16,0 0-64-16,4 0-8 0,-4 0 24 16,0 0 56-16,4 0-8 15,-1 0 8 1,-3 3 8-16,5 0 0 16,-1 1 8-16,0 2 40 0,0-3-48 15,4 0 0-15,-4 1 0 16,8 1 0-16,-1-2 0 15,6 1-48-15,-2 2 40 16,6-3-112-16,-6-3 8 16,5 0-32-16,-3 4 72 15,-6-4 64-15,1 0 0 0,-7 0 8 16,-2 0 8-16,-3 0-8 16,4 0 8-16,-4 0-8 0,0 0 0 31,0 3-8-31,0-3 0 15,0 0 0-15,0 0 0 0,0 4-48 32,0 1 56-32,0 8 24 15,0-3 32-15,0 3-8 0,0 2-40 16,-4 1 64-16,1 1 32 16,3-2-32-16,-5 7 0 15,5-1 8-15,-3 6 16 0,-2-5-16 16,5 0-16-16,-4 3-8 15,0 0-8-15,4-2 80 0,-4 3 24 16,1-4-136-16,-1 3 88 16,4-2-24-1,-9 2-8-15,9 1 0 16,-4-4-16-16,0 2 16 0,-3-1 0 16,3-1 0-16,-1 0 8 15,-3 0-64-15,4 1 32 0,1-1-40 16,3 3 0-1,-5-2 104-15,5 0-112 16,-3-2 16-16,3 2 40 16,0-5 0-16,0 5-40 0,0 2-16 15,-4-2 8-15,0 5 80 16,4-7-80 0,0 3 40-16,0-2-40 15,-5 0 72-15,5-3-64 16,0 0-8-16,0 3 57 15,0-3-57-15,0 3 48 0,-5-2-8 16,5-1-40-16,0 3 0 0,-2-1-8 16,-2 2 8-16,4 0-8 31,-4 2 16-31,4 7-16 16,-4-1 16-16,-4 5 32 0,8-5 24 15,-5 4-72-15,2-3 8 16,-1 0 0-16,0-4 8 0,0-3 32 15,0 4-40 1,0-1 32 0,0-2-40-16,0 3 0 15,0-4 40-15,0 3-40 0,-4 1 0 0,3-4 64 16,2 3-56-16,-5 1 56 16,4 0-56-16,-4 0 0 0,4-4 40 15,-3 1-40 1,-2-1 56-1,5-3-64 1,0 1 16-16,-4-4-8 16,5-4 0-16,3 4 0 0,-4-3 0 15,-1 3 0-15,1 0 0 16,4 0-8-16,-4 0 0 0,4-2 0 16,-4-5 8-16,4-2 8 15,0-4-16-15,0-3 8 16,0 0-8-16,0 0 0 0,0-3-8 15,0 0 0-15,0 4 8 0,0-1 0 32,0 3 8-32,0-2-8 15,0 1 0-15,0-1 0 16,0-1 0-16,0-3 0 0,0 0-8 16,0 0-88-16,0-12-184 31,0-11-865-31,0-3-4648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6-17T21:51:40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595 8032 2816 0,'0'0'664'0,"0"0"-200"0,0 0 1929 16,0 0 71-1,0 0-1319-15,0 0-369 0,0 0-24 0,0 0-216 16,0 0-128-16,0 0-24 16,0 0-32-1,0 0-64 1,0 0-112-16,0 0 0 0,11 0 129 0,2 7-17 31,7-4-112-31,-6 0-80 16,8 3-88-1,-4-6 56-15,2 0-56 0,1 0 0 0,-2 0 0 16,-2 0 8-16,2 0-8 16,2 0-8-16,-5 0-96 0,3 0-144 15,2-2-80-15,-5-5-265 31,0 1-359-31,-5 2-168 0,-2 4-1081 16,-5 0-1767-16</inkml:trace>
  <inkml:trace contextRef="#ctx0" brushRef="#br0" timeOffset="659.03">773 8099 6209 0,'0'0'2040'0,"0"0"-1392"0,0 0 289 16,0 0 327-16,0 0-264 15,0 0-280-15,13 115-104 0,-10-84-88 16,6 7-143-16,-1 0-137 0,-1 1-120 31,-3-4-48-31,5-1-72 16,-5-5 0-16,0-7 56 16,0 0-64-16,-4-9 8 0,0 0-8 15,0-7 0-15,4 0 0 0,-4-3-48 16,0-3-168-16,0 4 24 31,0-4-56-31,0 0 15 16,-4 0 73-16,-12 0-64 0,0 0 152 15,-4 0 72-15,0 0 48 16,-4 0 0-16,0 0 32 0,-1-4 40 31,7 1 161-31,1 3 71 16,2 0 8-16,2-2 16 31,9 2-48-31,1 0-56 0,3 0-160 16,0 0-96-16,0 0-16 15,11 0 8-15,8 0 8 16,3 0-16-16,1 0 80 0,5 0-72 16,-4 0 56-16,-4 0-64 31,-1 0 0-31,-2 0 8 0,-6 0 8 15,-2 0-16-15,-5 0-8 16,-4 0-128-16,0 0-136 0,0 0-256 16,0 0-504-16,0 0-305 15,0 2-895-15,0 5-921 16,-4-4-4080-16</inkml:trace>
  <inkml:trace contextRef="#ctx0" brushRef="#br0" timeOffset="2774.12">3409 8502 984 0,'0'0'112'0,"0"0"4609"15,0 0-568-15,0 0-3017 0,0 0 200 16,0 4-192-16,0-4-151 0,0 0-481 31,0-4-360-15,0-5 64-16,4 2 16 16,0-2-32-16,0-3 24 0,3-2-16 0,-2-1-120 15,3-1 0-15,0-3-8 16,-1 0-24-16,-3 0-48 15,5 5-8 1,-5 5 0-16,0 4 8 16,-4-2-8-16,0 7-56 0,0 0 40 15,0 7-256-15,4 11 272 16,-4 14 16-16,3 7-8 16,1 2 136-16,-4-4-136 0,5-1 64 31,-1-5-64-31,0-6 0 0,-4-5-8 15,3-4 8-15,2-4-8 16,-2-5-120-16,18 2-816 16,-10-6-1601-16,6-3-3264 0</inkml:trace>
  <inkml:trace contextRef="#ctx0" brushRef="#br0" timeOffset="3127.66">3864 8497 7401 0,'0'0'2145'0,"0"0"-697"0,0 0 528 15,0 0-631-15,0 126-457 32,-4-94-312-17,4-1-128-15,0 2-232 16,-5-8-120-16,5 1-48 0,-4-8-40 15,4-5-8 1,-4 0-168-16,4-4-720 0,0 0-1233 0,4-5-3376 16</inkml:trace>
  <inkml:trace contextRef="#ctx0" brushRef="#br0" timeOffset="3475.89">4103 8486 9962 0,'0'0'1672'0,"0"0"-728"0,0 0 160 31,0 0-239-31,28-113-313 0,-20 89-296 16,-1 10-128-16,1 0-8 15,-4 11-48-15,-4 3-8 16,0 0-64-16,0 19 0 0,0 10 488 16,0 9-64-16,0 3-184 15,0 0-144-15,0-2-40 0,0-7 0 32,0-7-56-32,0-6-120 15,5-3-312 1,6-13-616-1,6 0-1873-15,-11-3-3744 0</inkml:trace>
  <inkml:trace contextRef="#ctx0" brushRef="#br0" timeOffset="4292.25">4737 8356 5977 0,'0'0'4377'16,"0"0"-3153"-16,0 0 480 0,0 0-351 16,0 0-193-16,0 0-160 15,-13 109-536 1,13-68-32-16,-5 0-160 16,5-6 24-16,-2-3-160 15,2-7 8-15,0-6-88 0,0-6-48 16,0-6 0-16,0-7-8 31,0 0 8-31,0 0-8 0,0 0-72 16,0-11 64-16,0-7-112 15,0-5-88-15,0-2 40 16,2-7-104-16,3 3-32 0,3-5 168 16,-3 1-48-16,3 5 72 15,-5 3 32-15,5 6 24 0,-5 6 48 16,-3 7 8-1,0 6 0-15,0 0 8 16,0 0 0-16,0 3 40 16,0 9-40-16,0 1 0 0,0 3 8 15,0-3-8-15,5-3 0 16,-5-3 56-16,5-5-64 31,-5 1 48-31,7-3-48 31,-4 0 0-31,6 0-8 16,4-3 8-16,2-6 0 16,5-11-8-16,4 5 0 0,-1-9-136 15,5 7-32-15,-7-3 72 16,-1 7 32 0,-1 8 24-16,-6 5 0 15,-9 0 48-15,3 25 40 16,-3 10 296-16,0 2-64 0,-4 8 72 15,0-4-128-15,0-9-64 16,0-3-24-16,4-7-112 0,-4-6-16 16,5-3 0-16,-5-7-120 15,8 0-464-15,-1 1-752 16,1-1-1345-16,1 0-3624 0</inkml:trace>
  <inkml:trace contextRef="#ctx0" brushRef="#br0" timeOffset="6340.88">12602 8506 392 0,'0'0'4857'0,"0"0"-1865"0,0 0-1455 15,0 0-41-15,0 0-192 16,0 0-376-16,19 0-279 0,5 0-137 16,11 0-136-16,10 0-48 15,-1 0-72 1,0 0-136-1,-1 0-64 1,-3 5 0-16,-8 2-40 0,-4-4-16 16,-4 1-48-16,-8-1-88 15,-4 3-160-15,-4-6-136 16,-1 4-513-16,6-2-247 0,2 8-584 0,5-3-1225 31,-8 2-1184-31</inkml:trace>
  <inkml:trace contextRef="#ctx0" brushRef="#br0" timeOffset="7137.71">15930 8468 232 0,'0'0'6137'0,"0"0"-4625"15,0 0-288-15,0 0-263 0,0 0 175 16,0 0-32-16,0 0-336 16,95-17-160-1,-58 15-151-15,6 2-137 0,9-4 112 16,8 4-48-16,0 0-128 15,-4 0-40-15,-1 0-88 16,-11 0-24-16,-8 0 40 0,-9 0-88 16,-8 0 8 31,-5 0-56-47,-7 0 0 15,-7 0 0-15,4 0 0 16,-4 0 0-16,0 0-8 0,0 0-144 15,0 0-184-15,0 0-656 16,0 4-1185-16,0-2-2744 0,-11 3-1144 16</inkml:trace>
  <inkml:trace contextRef="#ctx0" brushRef="#br0" timeOffset="8606.57">773 9214 1272 0,'0'0'5089'0,"0"0"-3513"16,0 0-95-16,0 0-1 16,0 0-24-16,-3-35-456 0,-1 28-183 15,0 1-257-15,0 0-56 16,-1-4-128-16,2 4 104 0,-1 2-8 15,-4-2-168-15,4 0-32 32,-4-1 104-32,-5 7-48 15,6-3-56-15,-6 3-136 0,-2 0-72 16,-5 0-64-16,1 16 40 16,-5 3-32-16,-4 17-8 0,8-5 8 0,-1 10 0 15,6-3 0 1,11 1-8-1,4-5 8-15,0 1 0 16,4-6-8-16,11-4 0 0,6-2 0 16,-1-8-8-16,-1-5-48 15,1-4-88-15,7 1-112 0,-2-4-192 0,3-3 128 32,0 0-328-32,4 0-384 15,0 0-561-15,19-7-1191 16,-2 4-1657-1,-10-3-1904-15</inkml:trace>
  <inkml:trace contextRef="#ctx0" brushRef="#br0" timeOffset="9122.39">2420 9368 8209 0,'0'0'2345'0,"0"0"-1521"16,0 0-432-16,0 0 432 15,0 0-80-15,124-17-168 0,-77 13-63 16,-3 1-113-16,-3-1-264 16,-9 4-128-16,-9 0-8 15,-3 0-112-15,-12 0-384 0,-3 0-353 31,-5 7-583-31,0 2-424 16,0 3-649-16,-5-1-2928 0</inkml:trace>
  <inkml:trace contextRef="#ctx0" brushRef="#br0" timeOffset="9477">3258 9153 1176 0,'0'0'10298'15,"0"0"-9010"-15,0 0-832 0,0 0 328 16,0 0 265 0,142 54-217-16,-82-26-128 15,5 5-408-15,-10-2-200 0,-7-3-96 16,-8 5-40-16,-16-8-336 16,-8-3-192-16,-4-3-400 15,-8-2-785-15,-4-5-663 0,0-3-457 16,0-5-1840-16</inkml:trace>
  <inkml:trace contextRef="#ctx0" brushRef="#br0" timeOffset="9693.33">3692 9210 8465 0,'0'0'4409'0,"0"0"-3313"16,0 0 785-16,-140 100-385 0,104-66-600 15,1 1-504-15,3 2-295 16,8-1-97-16,3-2-369 0,-2 15-919 16,7-15-3041-16,4-5-6001 15</inkml:trace>
  <inkml:trace contextRef="#ctx0" brushRef="#br0" timeOffset="10572.38">11899 9102 5369 0,'0'0'4369'0,"0"0"-3593"16,0 0 288-16,0 0 424 15,0 0-271-15,0 0-241 16,0 0-440-16,0 115-48 15,0-90-88-15,0 4-128 16,0-7-72-16,0-3-56 0,0-4-136 16,0 5 8-16,0-7 16 15,0-5-32-15,0 3-160 0,-4-2-400 16,0 2-600-16,0 1-897 16,1-3-1959-16,3-3-321 0</inkml:trace>
  <inkml:trace contextRef="#ctx0" brushRef="#br0" timeOffset="10853.62">11792 9264 3816 0,'0'0'5874'0,"0"0"-4890"0,0 0 120 15,0 0 112-15,0 0-167 16,24 0-441-16,-5 0-320 0,9 0-152 16,-4 0 16-16,1 0-152 15,-1 0-80-15,-5 4-856 16,5 2-649-16,-7 1-1263 0,-10-2-1721 15</inkml:trace>
  <inkml:trace contextRef="#ctx0" brushRef="#br0" timeOffset="11197.34">12660 9131 11762 0,'0'0'2064'31,"0"0"-1423"-31,0 0-9 16,0 0 216-16,0 0-304 15,0 0-176-15,153 63 0 0,-117-37-232 16,-1-4-64 0,-8-3-72-16,-2 1-8 15,-10-5-72-15,2-1-192 0,-5-5-552 16,-8 3-640-16,3 1-1729 16,-7-6-3520-16</inkml:trace>
  <inkml:trace contextRef="#ctx0" brushRef="#br0" timeOffset="11447.33">12956 9109 10522 0,'0'0'1576'0,"0"0"-1120"0,0 0 336 15,0 0-23-15,-120 53-449 16,92-26-168-16,-4 1-152 0,9-3-64 16,-9 14-777-16,16-8-1559 15,-4-3-2841-15</inkml:trace>
  <inkml:trace contextRef="#ctx0" brushRef="#br0" timeOffset="12231.04">16025 8997 1072 0,'0'0'6401'0,"0"0"-4521"16,0 0 41-16,0 0 7 15,0 0-559-15,0 0-673 0,0 0-392 16,0 17-72-16,5-2 272 16,-2 12-176-16,2-6-72 31,-2 8-136-31,-3-1 32 0,4-2-80 16,-4-4 16-16,0-3-88 0,0 0-232 15,0-7-392-15,0 7-616 0,0-6-1249 16,0-3-2768-16</inkml:trace>
  <inkml:trace contextRef="#ctx0" brushRef="#br0" timeOffset="12512.28">15846 9144 8769 0,'0'0'2617'16,"0"-4"-1305"-16,0 4-40 0,0 0-143 16,24 0-473-16,0-2-424 15,12 2-80-15,4 0-48 16,0 0-96-16,-1 0-8 0,-3 0-440 31,-4 0-552-31,0 0-825 16,-8 2-1367-16,-8 8-1161 0</inkml:trace>
  <inkml:trace contextRef="#ctx0" brushRef="#br0" timeOffset="12824.76">16663 9010 9482 0,'0'0'2368'15,"0"0"-1944"-15,0 0 120 0,0 0 408 16,0 0-39-16,116 99-161 16,-76-68-232-16,0-2-208 0,3 0-104 15,-2-7-200-15,-13-3-8 16,-5-3-200-16,-3-7-288 0,-8-2-360 16,-4 0-881-16,-5-4-2208 15,-3-1-1056-15</inkml:trace>
  <inkml:trace contextRef="#ctx0" brushRef="#br0" timeOffset="13074.75">17054 8969 8361 0,'0'0'2569'16,"0"0"-1361"0,0 0 865-16,0 0-417 15,0 0-872-15,-143 82-384 0,106-50-248 16,-6 3-72-16,3 4-80 16,0-2-88-16,4 1-624 0,-7 16-656 15,11-13-1761-15,0-3-3744 0</inkml:trace>
  <inkml:trace contextRef="#ctx0" brushRef="#br0" timeOffset="14278.13">567 10040 1880 0,'0'0'9194'0,"0"0"-7698"16,0 0-512-16,0 0-71 0,0 0-577 16,0 0-8-16,86-29 48 15,-57 22 0-15,2-3-168 0,-2 4-80 31,-1 0-120-31,-4 6 0 0,-8 0-8 16,-4 0-216-16,-8 0-440 16,-4 22-913-16,0 0-1407 15,-16 0-1273-15</inkml:trace>
  <inkml:trace contextRef="#ctx0" brushRef="#br0" timeOffset="14668.74">519 10081 7161 0,'0'0'2721'0,"0"0"-1697"16,0 0-168-16,0 0 160 15,0 0 441-15,0 0-577 0,-5 136-288 16,5-92-176-16,0 1 16 16,0-8-96-16,0-4-144 15,0-5-88-15,0-2-24 0,5-10-72 16,7-1 0-16,3-2 80 0,6 0-88 16,7-7 0-16,-4-3-128 0,0 1 64 31,4-4 56-31,-6 0-56 31,3 0 56-31,-5 0-88 0,0 0-112 16,0-7-160-16,-4 4-344 15,0-4-184-15,0-2-257 0,7 3-943 16,-6-3-1865-16,-1 2-920 0</inkml:trace>
  <inkml:trace contextRef="#ctx0" brushRef="#br0" timeOffset="14918.73">499 10353 464 0,'0'0'9370'0,"0"0"-7826"0,0 0-416 16,0 0-96-1,0 0 81-15,0 0-313 16,0 0-464-16,124-15-144 16,-89 12-128-16,-7-1-64 0,-1 4-96 15,-2 0-616-15,-5 0-937 16,-5 12-2183-16,-2-2-2882 0</inkml:trace>
  <inkml:trace contextRef="#ctx0" brushRef="#br0" timeOffset="15665.16">2568 10343 6569 0,'0'0'4409'0,"0"0"-2889"16,4-37 65-16,3 12-353 0,-2-5-424 15,7 1-384-15,2-5-200 16,0 3-112-16,-3 2-24 16,5 0-8-16,-4 4-72 0,-5 6 72 15,7 4-72-15,-11 8-16 16,1 7-24-16,-4 0-32 0,8 3-64 16,-3 22 120-16,-1 13 8 15,-1 7 80-15,5 5-80 16,-4-2 16-16,0 4 88 0,0-15-96 15,1-5 0-15,-1-4-8 16,-1-12 0-16,1-5-112 0,13-2-880 16,-6-6-1449-1,1-3-3912-15</inkml:trace>
  <inkml:trace contextRef="#ctx0" brushRef="#br0" timeOffset="15900.9">3073 10322 9249 0,'0'0'2969'16,"0"0"-2065"-16,0 0 793 15,0 0-345-15,-31 110-744 0,23-74-384 31,4-4-72-31,0 3-24 16,0-7-80-16,0-3-48 0,0 1-288 16,1-4-680-16,3-3-720 15,0-3-2273-15,0-6-3129 0</inkml:trace>
  <inkml:trace contextRef="#ctx0" brushRef="#br0" timeOffset="16260.26">3344 10192 9962 0,'0'0'1776'16,"0"0"272"-16,0 0-831 15,0 0-321-15,0-121-376 16,5 95-272-16,3 7-48 16,-4 7-88-16,0 2-24 15,-4 7-80-15,0 3 72 0,0 0-80 16,0 10-160-16,0 15 160 31,0 20 280-31,0 2-40 0,0 10-48 16,-4-3-88-16,4-6 0 15,0 0-48-15,0-11-56 0,0-8-184 16,0 2-520-16,12-11-976 16,4-8-3561-16</inkml:trace>
  <inkml:trace contextRef="#ctx0" brushRef="#br0" timeOffset="16525.87">3828 10265 10562 0,'0'0'3937'15,"0"0"-3449"1,0 0-96-16,0 0 408 15,0 0-264-15,120 0-176 0,-93-4-160 16,1 4-200-16,-12-3-64 16,-4 3-576-16,-4 0-880 0,-4 12-1713 15,-4 5-2584-15</inkml:trace>
  <inkml:trace contextRef="#ctx0" brushRef="#br0" timeOffset="16822.73">4438 10147 4656 0,'0'0'7458'0,"0"0"-6586"15,0 0-72 1,0 0 33-16,79 114 119 16,-48-81-112-16,5-9-536 0,1 1-160 15,-9-5-144-15,0-1-184 16,-5-10-616-16,-4-2-888 16,-1-1-2561-16,-7-6-2457 0</inkml:trace>
  <inkml:trace contextRef="#ctx0" brushRef="#br0" timeOffset="17041.47">4717 10131 8969 0,'0'0'3209'0,"0"0"-1513"15,0 0 233-15,-96 102-689 16,64-61-720-16,0 0-328 0,3 4-192 16,6-7-72-16,-5 16-824 15,8-10-1632-15,5-5-4098 0</inkml:trace>
  <inkml:trace contextRef="#ctx0" brushRef="#br0" timeOffset="17951.32">12286 10020 8145 0,'0'0'2945'16,"0"0"-1857"-16,0 0 440 15,0 0-159-15,0 0-569 16,0 140-168-1,0-93-304-15,0-3-80 16,0 4-96-16,0-9-96 0,0-1-8 0,0-7-40 31,0-8-8-31,0-1-8 16,-4-10-344-16,4-2-640 0,-4-1-840 16,1-2-3258-16,-1-4-3199 15</inkml:trace>
  <inkml:trace contextRef="#ctx0" brushRef="#br0" timeOffset="18201.32">12095 10256 11138 0,'0'0'2232'0,"0"0"-1463"16,0 0 7-16,0 0 232 16,0 0-192-16,60 21-344 0,-28-11-224 15,-4-3-128-15,4-2-120 16,-8 2-392-16,4-2-280 0,0 2-1056 31,-5 0-3369-15,-7-1-4257-16</inkml:trace>
  <inkml:trace contextRef="#ctx0" brushRef="#br0" timeOffset="18498.18">12873 10157 12050 0,'0'0'2849'0,"0"0"-2401"16,0 0-136-16,0 0 208 15,0 0 16-15,118 140-208 0,-86-106-160 16,1 1-40-16,-6-7-128 15,1-4-48-15,-12-3-368 16,-4-8-456-16,1 3-664 0,-3-10-1441 16,-5 0-2384-16</inkml:trace>
  <inkml:trace contextRef="#ctx0" brushRef="#br0" timeOffset="18748.16">13075 10150 8553 0,'0'0'3153'0,"0"0"-1617"0,0 0 761 16,0 0-841-16,-91 111-800 0,67-73-304 31,4 1-232-31,0-1-120 0,0 0-296 15,-16 9-1056-15,8-8-2489 16,0-8-5817-16</inkml:trace>
  <inkml:trace contextRef="#ctx0" brushRef="#br0" timeOffset="19584.82">16337 9963 6809 0,'0'0'4089'15,"0"0"-3241"-15,0 0 624 16,0 0 89-16,0 0-769 0,0 0 264 15,0 70-304-15,0-39-192 0,-4 8-112 0,4-2-200 16,-5 4-127-16,5-5-65 16,0-2-40-1,0-2-16-15,0-9-48 16,0-1-273-16,0-10-423 16,0 8-720-16,0-8-1225 0,0-2-3056 15</inkml:trace>
  <inkml:trace contextRef="#ctx0" brushRef="#br0" timeOffset="19794.79">16097 10207 8241 0,'0'0'2569'0,"0"0"-1201"16,0 0-256-1,0 0 265-15,132 0-521 0,-80 0-408 16,4 0-248-16,-5 0-104 0,-4 0-96 16,-6 0-272-16,-10 0-704 0,-3 3-553 15,-11 1-1287-15,-6-1-2713 16</inkml:trace>
  <inkml:trace contextRef="#ctx0" brushRef="#br0" timeOffset="20091.66">16878 10071 10546 0,'0'0'1816'31,"0"0"-840"-31,0 0 353 0,0 0-233 16,0 0-184-16,124 114-416 15,-92-89-288-15,0-2-136 0,-4 0-72 32,-5-9-312-17,-6 3-432-15,-2 2-688 16,-6-7-1049-16,-5-2-2856 15</inkml:trace>
  <inkml:trace contextRef="#ctx0" brushRef="#br0" timeOffset="20326.02">17106 10016 6225 0,'0'0'5465'0,"0"0"-3497"0,0 0-183 16,0 0-65-16,0 0-776 16,-9 10-424-16,-6 12-199 0,-5 14-89 15,-5 2-120-15,2 6-64 16,-5 4-48-16,4-1-64 16,5 3-320-16,-5 11-937 0,7-15-1623 15,2-5-6018-15</inkml:trace>
  <inkml:trace contextRef="#ctx0" brushRef="#br0" timeOffset="21627.98">1695 14872 8769 0,'0'0'3233'0,"0"0"-1112"15,0 0-105-15,0 0-632 16,0 0-656-16,0 0-344 15,0 0-39-15,0 85-105 0,0-44-64 16,0 7-56 0,0 3 8-16,0-4-120 15,0-1 80-15,0-3-88 0,0-1 0 16,3-4 16-16,-3-3-16 16,0-10-136-16,0 0-40 15,0-6-224 1,0-6-393-16,5-3-543 15,3-6-544-15,11-4-1161 16,1 0-1864-16,1-18-1904 0</inkml:trace>
  <inkml:trace contextRef="#ctx0" brushRef="#br0" timeOffset="22075.24">2025 14884 5353 0,'0'0'7161'0,"0"0"-5961"0,0 0 449 31,0 0 23-31,0 0-592 16,-119 104-455-16,95-78-209 0,0 3-120 15,-3-6-96-15,6-5-104 16,6-2-80-16,-3-4-8 0,8-2-8 15,0-3-48-15,3-4-112 32,7 0-72-32,-3-3-72 15,3 0-57-15,0 0-7 0,0 0-80 16,0 0-24-16,0 0 144 16,0 0 112-16,7 9 40 0,10 8 176 0,2 8 56 15,5 2 120 1,0 5 32-1,-4-2 32-15,-1 2-88 16,-2-7-24-16,-1-3-32 0,-4-3 0 16,0-3-48-16,-4-3-48 15,0-3 8-15,0-5-8 0,-4-2-200 16,0 1-320 0,8-2-816-16,0 2-1833 15,-5-1-3024-15</inkml:trace>
  <inkml:trace contextRef="#ctx0" brushRef="#br0" timeOffset="22606.46">2158 15268 3168 0,'0'0'7410'0,"0"0"-5914"0,0 0 585 16,0 0-409-16,0 108-840 31,0-67-480-31,0 7 16 16,0-4-96-16,0-3-24 0,0 0-88 15,0-5-88-15,4-7-56 16,-4-5 40-16,3-4-40 0,-3-4-8 16,0-10-8-16,4-6 0 15,0 0-104 1,0 0-96-16,0-3 80 15,0-9 40-15,4-8 72 0,0-1-48 16,4-5-16-16,0 4-24 16,4-5 40-16,4 6-104 15,-5 5-48-15,6 3 56 16,-5 10 0-16,3 3 64 16,-2 0 32-16,-2 3 48 15,-2 17-48-15,-2-2 56 0,-7 5 8 16,0 0 48-16,-4-2 24 15,0-1 16-15,-8-2 96 0,-12 1-8 32,-3-3 192-32,-13-3 32 15,-1-7-24-15,-2 0-112 0,3-2-103 16,1-4 7-16,2 0-56 16,13 0-120-16,4 0-8 0,8-4-216 15,1-2-345-15,7 6-559 31,7 0-1672-31,10 0-4170 0</inkml:trace>
  <inkml:trace contextRef="#ctx0" brushRef="#br0" timeOffset="22981.44">2839 15148 9378 0,'0'0'3896'31,"0"0"-3071"-31,0 0 311 16,0 0-8-16,0 0-248 15,0 0-264 1,108 0-168-16,-76 0-96 16,0 0-191-16,-9 0-81 0,-7 0-80 15,-4 0-225-15,-8 0-399 16,-4 10-736-16,0 2-1345 15,0 1-3648-15</inkml:trace>
  <inkml:trace contextRef="#ctx0" brushRef="#br0" timeOffset="23168.93">2791 15334 8969 0,'0'0'3105'0,"0"0"-1177"0,0 0-23 15,0 0-705-15,0 0-552 16,0 0-200-16,140 7-256 16,-112-7-192-16,0 0-16 15,-4 3-464 1,-5 7-1368-16,-3-1-2393 0,-12 1-4625 16</inkml:trace>
  <inkml:trace contextRef="#ctx0" brushRef="#br0" timeOffset="24215.75">3951 14512 7177 0,'0'0'2929'16,"0"0"-1457"-16,0 0 600 15,0 0-615 1,-143 0-721-16,107 0-344 16,-8 0-72-16,4 0-48 0,4 0-104 15,4 0-72-15,8-5-96 16,4 1 0-16,8-2-8 0,9 6 0 16,-1 0-96-1,4-3-128-15,0 3-160 16,0 0 64-16,0 0 48 15,0 0 104-15,0 0 64 0,0 9 104 16,0 13-16-16,0 11 24 16,0 13 8-16,4 15 288 15,3 8 56 1,1 12 32-16,1 1 24 16,2-6-136-16,1-6 72 0,0-13 0 15,0-6-120-15,4-12 120 16,0-16-64-16,4 1 65 15,-1-11-73-15,6-4-128 0,-5-3-72 47,4 1-56-47,-5-4-16 16,1 1 8-16,-3-1-8 0,-6-1 0 16,-3-2-240-16,-4 3-208 15,-4 1-337-15,0 1-383 16,0 6-648-16,0 2-1113 0,-8-4-3760 0</inkml:trace>
  <inkml:trace contextRef="#ctx0" brushRef="#br0" timeOffset="24621.99">4266 14878 5641 0,'0'0'4273'0,"0"0"-2593"16,0 0 624-16,0 0-359 15,0 0-681-15,-116-29-432 16,97 26-208-16,-5 3-135 0,3 0-169 31,10 7-128-31,-2 12-104 16,6 9-72-16,7 8-8 0,0 4 104 15,3-2-8-15,18 0-32 16,-2-6-72-16,5-4 0 16,4-8 0-1,0-8-160-15,0-2-264 0,0-3-8 16,4-7-217-16,-4 0-559 15,11 0-1032-15,-7-7-2601 16,-8-3-3561-16</inkml:trace>
  <inkml:trace contextRef="#ctx0" brushRef="#br0" timeOffset="24840.72">4434 14916 8265 0,'0'0'3105'16,"0"0"-529"-16,0 0-735 0,0 0-873 31,0 0-424-31,0 0-40 16,-5 102-72-16,5-61-184 0,9-3-168 15,-5 0-56-15,7-3 32 16,-7-6-56-16,5-1 8 0,-2-3-8 16,1-5-128-16,0-8-304 15,1 0-544-15,6 1-456 0,-7-2-1281 31,4-6-2728-31</inkml:trace>
  <inkml:trace contextRef="#ctx0" brushRef="#br0" timeOffset="25075.08">4361 15103 9794 0,'0'0'4016'0,"0"0"-2767"16,0 0-153 0,0 0-112-16,0 0-336 15,0 0-272-15,137 9-184 0,-90-5-112 16,-8-1-80-16,2-3 0 16,-2 0-504-16,-11 0-416 15,4 0-1016-15,-11 0-2945 0,-10 0-4129 16</inkml:trace>
  <inkml:trace contextRef="#ctx0" brushRef="#br0" timeOffset="25309.45">4692 14830 9089 0,'0'0'3081'31,"0"0"-1016"-31,0 0-729 15,0 0-600-15,0 0 112 16,0 120-200-16,8-65-256 0,1-5-128 31,1 2-128-31,3-8-40 16,-8-5-80-16,3-5-16 0,-1-8-248 16,5-1-656-16,0-4-1360 0,4-10-4898 15</inkml:trace>
  <inkml:trace contextRef="#ctx0" brushRef="#br0" timeOffset="25778.45">4936 15055 12066 0,'0'0'2921'15,"0"0"-1473"-15,0 0-288 16,0 0-616-1,0 0-360-15,0 0-88 16,0 0-88-16,103-6 0 16,-87 23-8-16,-4-5 0 15,-4 10 0-15,-8-3-120 0,0 3 16 16,-8-2 104-16,-9-5 8 0,2-1 48 31,3-9-40-31,1 1 56 16,6-3-8-16,1-3-16 15,4 0-48-15,0 0-48 0,0 0-272 16,17-3-240-16,-2 1-168 16,0 2 128-16,6 0 264 0,-2 0 216 31,6 14 64-31,-5 16 56 16,0-1 88-16,-4-5 24 0,-4 5 152 15,-12-3 72-15,0-7 272 16,0 0-112-16,-12-6-32 15,-9 0-192 1,-2-8-104-16,3-5-16 0,0 0-104 16,4 0-48-16,4-3-688 15,3-6-1288-15,7-4-4625 0</inkml:trace>
  <inkml:trace contextRef="#ctx0" brushRef="#br0" timeOffset="26465.91">5605 14865 11026 0,'0'0'2736'0,"0"0"-767"16,0 0-313-16,0 0-784 0,0 0-496 15,0 0-183-15,-127 19 7 32,110 13 24-32,6 13-40 15,7-4-88-15,4 3 32 0,0-3-80 16,8-6 24-16,12-6-72 0,8-8 96 16,4-3-96-16,4-9-72 0,3-7-96 15,2-2-16-15,2 0-232 16,-7-2-177-1,-1-18-191 1,-3 2 32-16,-5-5-48 0,-9-3 64 16,-3 4 264-16,-2 1 392 15,-6-2 80-15,-7 14 248 0,0 2 304 16,0 7 320-16,0 0-184 0,-4 22-360 31,-3 10-24-31,3 6 160 16,4 3-96-16,0-5-87 0,11-5-17 15,14-9-64-15,6-9-104 16,5-6 96-16,4-7-144 0,4-10-48 31,0-15-176-31,-5-8-208 16,-2-1 32-16,-10-4 135 0,-8 0 89 16,-10-1 120-16,-9-2 8 15,0 3 48-15,-12 3 96 0,-16 3 129 16,-4 13-73-16,-7 4-104 15,-9 12 24-15,0 3 24 32,0 18-88-32,1 17 88 0,9 13-16 15,7 4-64-15,20-2-64 16,11-6-8-16,0-9-40 0,7-6-160 16,21-11-344-16,4-8-433 0,0-10-431 15,20 0-400 1,-8-16-2937-1,-4-3-2697-15</inkml:trace>
  <inkml:trace contextRef="#ctx0" brushRef="#br0" timeOffset="26797.32">6279 15002 5513 0,'0'0'3128'0,"0"0"-247"0,0 0-625 0,0 130-559 0,16-99-833 16,-4-4-296-16,8-16-208 0,8-4 56 15,-4-7-40-15,2 0-136 16,3-4-160 0,2-10 8-16,-6-13-40 15,-1 2 16-15,-7-6-48 16,-6-7 56-16,-11-6 57 16,0-2 167-16,-8-1 0 0,-16-1-48 15,0 4 56-15,-8 9 24 16,3 9-88-1,-2 17-112 1,0 9-64-16,3 16-64 0,-4 28-88 16,4 16 80-16,4 11-192 15,12-2-432-15,1 20-657 0,6-18-2919 16,5-21-6563-16</inkml:trace>
  <inkml:trace contextRef="#ctx0" brushRef="#br0" timeOffset="27187.3">6885 14826 11450 0,'0'0'3057'16,"0"0"-2217"-16,0 0 736 15,0 150-336 1,0-86-720-1,0-7-263-15,0-3-185 0,0-6-8 16,8-10-64-16,-8-3-208 16,4-16-321-16,-4-7-287 0,4-8-640 15,-4-4-544-15,0-11-473 16,0-3-2120 0,0-9 640-1</inkml:trace>
  <inkml:trace contextRef="#ctx0" brushRef="#br0" timeOffset="27577.27">6825 15087 2656 0,'0'0'2969'0,"0"0"1352"0,0 0-1129 16,0 0-839-16,0 0-1049 15,4-25-632-15,16 25-200 16,8 9 56-16,4 4-143 0,6-3-161 16,3-4-80-16,3 1-16 15,1-7-120-15,2 0 64 0,-8 0-72 0,-6 0 0 0,-6-4-344 16,-6-9-113-1,-10 3-71-15,2-1-32 16,-9-3-136-16,-4-1-192 16,0 0-40-16,0-8-217 15,-4 7 401-15,-5-4 360 16,-6-1 248-16,3 5 136 0,-2 6 184 16,4 4 288-1,1 6 497-15,-2 6-209 16,3 22 16-16,-4 16 392 15,4 8-96-15,0 2-367 16,4-7-233-16,4 1-136 16,0-10-88-16,0-3-144 15,0-9-96-15,0-10-8 16,0-3-152 0,4-4-408-16,7-9-745 0,-2 3-1535 15,-1-3-4466-15</inkml:trace>
  <inkml:trace contextRef="#ctx0" brushRef="#br0" timeOffset="28105.86">7447 14548 12410 0,'0'0'4073'16,"0"0"-3353"-16,0 0 32 15,0 0 105-15,0 0-409 16,0 0-256-16,0 0-56 0,123 76-48 16,-83-73-16-16,0 0-72 15,0-3-112-15,-4 0-384 0,-12 0 104 16,0 0-153-16,-12 0-39 15,-1 3 200-15,-8 19-8 16,-3 19 240-16,6 20 152 0,-6 12 112 31,4 10 104-31,-4 2 24 16,4 1-72-16,3-9-48 0,1-8-80 16,4-3-32-16,4-14-8 15,-3-8 32-15,-2-16-16 16,-3-8-16-1,1-11 8-15,-9-9 0 16,0 0 152-16,-17-3 160 16,-7-17 40-16,-12-4 17 0,1-2-33 15,-5 1-48-15,-4-1-24 16,8 4 0-16,-3 3-160 16,7 0-104-16,7 6-8 0,5 4 0 31,9 3-320-31,2 6-288 15,9 0-705-15,0 6-1071 0,0 3-3377 16</inkml:trace>
  <inkml:trace contextRef="#ctx0" brushRef="#br0" timeOffset="29005.55">8634 14636 8001 0,'0'0'2569'16,"0"0"-753"-16,0 0 129 0,0 0-529 16,0 0-488-16,0 0-448 15,0 0-160-15,-91-47-40 16,62 44-48-16,-2 0-80 0,3-1 24 31,1 4-72-31,6 0-96 16,2 0 64-16,-1 0-72 0,8 0-8 15,3 0-40-15,2 0-16 16,7 0-72-16,0 0-96 16,0 0-152-16,0 0-56 0,0 0 56 31,0 4 288-31,0 5 80 0,0 0 8 15,0 4 8-15,7 0-48 16,-2 5 48-16,-1 2 8 16,0 8 0-16,4 4 56 0,-1 7 48 31,1 9 152-31,1 2 64 16,-1 4 16-16,-1-4-96 15,-2-2-8-15,-1-7 40 0,3-2-31 16,-2-8-33-1,-2-2-40-15,5 0-56 16,-3-4 0-16,6-6-24 0,1 4-40 16,1-8 24-16,-2-5-72 15,9-1 40-15,-4 3 0 16,4-5-40-16,4-3-16 0,-4-4 8 16,0 0-64-1,0 2-112-15,-8-2-152 16,0 0-104-16,0 4-49 0,-5-4-207 15,1 3-184-15,1 4-304 16,-1-1-1089-16,-1-3-3152 16</inkml:trace>
  <inkml:trace contextRef="#ctx0" brushRef="#br0" timeOffset="29427.4">8977 14936 1584 0,'0'0'11434'0,"0"0"-9801"0,0 0-897 15,0 0 392-15,-32 104-344 16,32-64-312-16,0 2-184 0,21-3-120 0,3-8-88 15,4-10-24 1,8-4-56 0,-4-10-96-1,7-7 88 1,-3 0-72-16,-1-4-120 0,-3-16 8 16,-4-1 40-16,-7-8 40 15,-10-2 112-15,-11-1 8 0,0-2 120 0,-15-7 216 31,-17 7 24-31,-4 4-40 16,-8 7 105-16,-1 10-9 16,-2 13-128-16,0 0-280 0,2 29-16 15,10 8 0-15,11 9-176 16,24 26-336-16,0-15-921 0,16-10-3592 16</inkml:trace>
  <inkml:trace contextRef="#ctx0" brushRef="#br0" timeOffset="30136.76">9512 14932 13650 0,'0'0'2473'0,"0"0"-1553"0,0 0-448 0,0 0-336 15,0 0 0-15,15 123 24 16,-6-78-56-16,3-1-8 16,-5-9-88-16,2-10-8 0,-1-5 48 15,-4-11-48-15,0-5-40 16,-4-4-104-16,0 0-88 0,0 0-8 16,0-17-160 15,0-2-8-31,0-3 120 15,-4-3 176-15,0 3 112 0,-9 2 0 16,9 5 184-16,1-2 312 16,-1 12 168-16,4 1-256 0,0 4-168 15,0 0-144-15,0 0-88 16,16 9 88 0,7 5-16-1,-2-1-72-15,7-1 56 0,0-2-56 16,0-7-8-16,3-3 57 0,1 0-57 15,0 0 0-15,0 0-209 0,-8-7-127 16,-1 1-80 0,-3-4-160-1,-7 1-80-15,-1-1-104 16,-5 0 112-16,-3-1 192 0,5-3 232 16,-9 2 128-16,0-4 88 0,0 3 8 15,0-3 0-15,0 1 56 0,0 2 48 31,0 6 88-31,-9-2 88 16,5 9 72-16,4-4-40 16,-4 4 32-16,1 0-40 0,-5 4-48 15,4 18-104-15,-1 10 200 16,0 9 240-16,5 4-144 0,0 2-80 31,0 2-47-31,0-9-9 16,0-5-208-16,5-6-24 0,0-10-80 15,3-9 0-15,-1-8-56 16,1-2-440-16,16 0-361 0,-11 0-927 31,2-12-4201-31</inkml:trace>
  <inkml:trace contextRef="#ctx0" brushRef="#br0" timeOffset="30652.36">10130 14817 9634 0,'0'0'5553'0,"0"0"-4513"15,0 0-288-15,0 0 368 16,0 0-536-1,0 0-375-15,115-5-137 0,-91-6-72 16,1 8 0-16,-10 0-401 16,-4 3-519-16,2 0-784 0,-9 0-1297 15,4 3-3960-15</inkml:trace>
  <inkml:trace contextRef="#ctx0" brushRef="#br0" timeOffset="31230.45">10412 14503 9249 0,'0'0'4025'0,"0"0"-3481"0,0 0 361 32,0 0 479-32,0 0-496 15,0 0-264-15,0 0-64 0,136 64-152 16,-104-64-239-16,4 0-161 16,-4 0-8-16,-8-6-105 15,0-1-95-15,-9 1-16 0,-6-1 64 16,-5 7 104-1,-4 0-96-15,0 20-176 16,0 20 184-16,0 21 136 0,0 14 0 16,-4 12 152-16,4 2 64 15,0-4-16-15,0-5-72 16,0-10 8-16,16-10-56 16,0-9 48-16,3-10-72 15,1-7-56-15,-4-11 0 16,0-4-48-16,-8-9 0 0,-4-7-72 15,1 0 16-15,-5-3 104 16,0 0 8-16,-9 0 0 16,-10-3 72-1,-5-7 0-15,-12-3 112 16,-1 4 49-16,2 3 15 0,-5 3-56 16,8-1-40-16,4 1-104 31,8 3-56-31,8 0-48 15,8 0-296-15,4 0-609 0,0 0-1751 16,0 7-5906-16</inkml:trace>
  <inkml:trace contextRef="#ctx0" brushRef="#br0" timeOffset="33220.78">3680 15741 520 0,'0'0'3184'16,"0"0"-1111"-16,0 0-297 31,0 0 433-31,-28 0-465 0,28 0-376 16,0 0-175-16,0 0-121 15,0 0-104-15,0 0-504 0,0 0-136 16,0 0-40-16,0 0-136 0,0 0-72 15,8 0-16-15,4 0-8 16,4 0 40-16,8 3 32 16,4 1-56-1,7 2 48-15,5-2 88 16,5-1-120-16,6-1-24 16,4 2-56-16,5-4 8 0,0 0 56 15,4 0-64-15,0 0 40 0,-4 0-40 16,3 0 0-1,-3 0 88-15,0 0-48 16,0 0 0-16,0 0 33 16,3 0-17-16,1 0-8 15,1 0 0-15,2 0-40 0,1 0-8 32,-1 0 0-32,1 0 8 0,3 0-8 31,-2-4 0-31,7-1 40 15,-5-5-48-15,4 6 8 16,2-5 0-16,-3 0-8 0,6 2 8 16,-3 0-8-16,-1 2 8 15,-5-2-8-15,1 5 8 0,-8-2-8 16,-8 4 8-16,0 0-8 31,-6 0-8-31,3 0 8 0,3 0-8 16,0 0 8-16,-1 0-8 0,5 0 8 15,0 0 8-15,5 0-8 0,6-3 8 16,0 3-8-16,2-4 8 0,2 1 0 16,4-1-8-16,5-2 0 47,4 3 8-47,3 1 8 15,-3-5-8-15,4 4-8 0,-4 0 0 16,-4-1 0-16,-4 2 0 0,-1 2 0 15,-3-4 0-15,-4 4 0 16,-5 0 0-16,-3 0 0 16,-1 0 0-16,-3 0 8 0,0 0-8 15,0 0 0-15,0-3 8 16,3 3-8-16,-3 0 0 0,0 0 0 16,0 0 0-16,0 0 0 15,3 0 0-15,-3 0 0 0,5 0 0 16,-6 0 0-16,5 0 8 0,-4 0-8 15,4 0-8-15,0 0 8 16,-5 0 0-16,1 0 0 16,0 0 0-16,-4 0 0 15,-1 0 0 1,1 0 0-16,-1 0-8 0,2 0 8 16,-5 0-8-16,-1 3-8 0,0 1-80 46,-2-4 88-46,2 6 0 16,-2-3-40-16,3 0 40 0,3 4 8 16,-3-5 0-16,4 1 0 15,-4 1 0-15,3 2 0 16,1 1 0-16,-1 0 0 0,-2-2-8 31,3 1 0-31,4-3 0 0,-4 1 0 16,8-1 8-16,-5-3-8 15,1 3 8-15,4-3 0 16,3 0 8-16,1 0-8 0,0 0 0 16,0 0 0-16,0 0 0 15,-5 0 0-15,5 0 0 0,-6 0 0 16,3 0 0 0,-9 0 0-16,0 0-8 15,-4 0 0-15,-5 0 0 16,-6 0 8-16,-6 0-16 0,-2 0 16 15,-9 0 16-15,-9 0-8 16,-7 0-8-16,-3 0-8 16,-5 0-8-16,0 0 16 15,0 0 64-15,0 0-48 16,0 0 32 0,0 0-48-16,0 0-64 0,0 0 64 0,0 0-112 15,0 0-105-15,0 0-471 16,0 0-688-16,-5 0-1697 15,-3 0-4432-15</inkml:trace>
  <inkml:trace contextRef="#ctx0" brushRef="#br0" timeOffset="37106.71">5319 16021 176 0,'0'0'0'0,"0"0"5673"0,0 0-4385 16,0 0-544 0,0 0 737-16,15 0 127 15,-15 0-456-15,0 0-128 16,0 0-63-16,0 0-177 0,-8 0-200 16,1 0-32-16,-11 0-96 15,-1 0 16 1,-8 0-136-16,-5 0 24 15,-1 0-80-15,-2 0 40 16,-1 3-72-16,7 0-96 16,2-3-104-16,8 0-40 0,2 3 0 15,10-3-8-15,-1 0-8 0,3 3 8 16,5-3-48-16,0 0-32 31,0 0-48-31,0 0 56 16,0 0-16-16,0 0 32 0,0 0 8 15,0 0-8-15,0 4 8 16,0 3-16-16,0 5 56 0,0 10-16 16,0 9 24-16,0 14 112 31,13 9 128-31,-3 0-72 16,4 3 40-16,-3 0-15 0,1-9-49 15,0-3 8-15,-1-8 0 16,-2-11-64-16,2-1 16 0,2-6-24 15,3-6 40 1,0-4 24-16,4-2-80 16,4-4-8-16,4 4-48 15,0-7 8-15,4 0 32 0,-4 0-48 16,-5 0 8-16,-7 0 40 0,-4 0-48 16,-8 0-8-16,-4 0-224 0,0 6-376 31,0 3-705-31,-4 7-583 15,-12-4-2449-15,4-1-5753 16</inkml:trace>
  <inkml:trace contextRef="#ctx0" brushRef="#br0" timeOffset="37544.18">5749 16218 8441 0,'0'0'2953'16,"0"0"-1137"-16,0 0-31 16,0 0-345-16,0 0-552 0,0 0-296 15,-48-29-216-15,28 29-72 0,-8 19-7 16,4 10 31-16,0 5 104 16,13 11-120-1,11 0-144-15,0-7-88 16,15-1 136-16,17-8 104 15,4-7-104-15,4-9-120 0,4-7-40 16,0-6-40-16,-4 0-16 31,-2 0-136-31,0-12-280 0,-6-1-280 16,-9 4-400-16,-3-1-1257 16,-12 4-5545-16</inkml:trace>
  <inkml:trace contextRef="#ctx0" brushRef="#br0" timeOffset="37827.05">6071 16179 10162 0,'0'0'3216'0,"0"0"-1695"0,0 0 247 15,0 0-624-15,0 140-624 16,5-96-224-1,-1 1 25-15,0-8-161 16,0-3-80-16,0-13-64 16,-2-1-16-16,-2-8-48 15,0-6-248-15,5-3-345 16,-5-3-351-16,0 0-352 16,0 0-705-16,-7-9-2568 0,-9-10 1609 15,0 0-2089-15</inkml:trace>
  <inkml:trace contextRef="#ctx0" brushRef="#br0" timeOffset="38155.15">6028 16433 1240 0,'0'0'2792'31,"0"0"-23"-31,0 0 208 16,0 0-345-16,0 0-743 0,64-43-625 15,-40 43-280-15,7-3-344 16,-3 3-216-16,4-4-96 0,-4-3-176 16,-4 1-40-16,0-1-104 15,-4-2-8-15,-4 3-432 31,-4-7-368-31,-4-3-152 0,-5 0-392 16,-3-3-1-16,0-3-39 16,0-7 440-16,-7 4 520 0,-9-1 280 0,4 5 144 15,0 1 152-15,4 12 768 16,4 8 656-16,0 0-215 16,4 17-593-16,0 19 440 15,0 8-328 1,0 10-88-16,8-3-296 15,4 1-175-15,-4-6-161 0,8-5-104 16,-4-4-56-16,0-13-280 16,0-5-793-16,-1-7-895 0,-2-8-2601 15,-5-4-5009-15</inkml:trace>
  <inkml:trace contextRef="#ctx0" brushRef="#br0" timeOffset="38623.89">6439 16390 9914 0,'0'0'2960'0,"0"0"-1759"15,0 0-137-15,0 0-56 16,0 0-560-16,0 0-208 0,115 14-56 15,-99-3 16-15,-4-2-64 16,-12 3 88-16,0 1 288 0,0 0-144 16,-4-3-95-16,-12 2-65 15,4-5 24-15,4-1-32 0,4-3-80 16,4-3-120-16,0 0-104 16,0 0-72-1,4 0-16-15,8-3 16 16,0 0-17-16,8 3-7 0,-4 0 40 15,4 6 80-15,-4 14 0 0,4 5 64 32,-12 0-32-32,-1 3-8 15,-7 1 56-15,0-3 224 0,-15-4 88 16,-5-3-55-16,-4 0-33 16,0-6-56-16,4-6-24 0,4-4-40 15,4-3-104-15,8 0-24 16,4 0-520-16,0-23-537 0,0 7-1839 31,0-6-10267-31</inkml:trace>
  <inkml:trace contextRef="#ctx0" brushRef="#br0" timeOffset="39643.15">7053 16303 9129 0,'0'0'5850'16,"0"0"-4114"-16,0 0-304 0,0 0-711 16,0 0-329-16,0 0-128 15,-100 133-160-15,100-90-32 16,4-6-24-16,15-5-48 0,5-10 0 15,8-3-128-15,-4-15 0 16,4-4-32-16,0 0-72 31,-4-20-40-31,4-5-137 16,-8-3-183-16,0-8 144 16,-5 1 16-16,-6 4 40 15,-2 0 144-15,-3 5 176 0,-3 6 72 16,-5 11 72-16,0 9 104 15,0 0 128 1,0 9 96-16,0 20 64 16,4 9-32-16,7 3-112 15,1 1 1-15,8-5-185 0,4-11 96 16,1-4 16-16,1-5-80 16,7-12-64-16,-6-5-96 0,1 0-8 15,0-5 0-15,4-15-8 16,-4 1-72-16,-4-7-64 15,-4 4-8-15,-4-5-40 0,0 0 96 16,-8-1 88-16,-8 3 0 16,0-1 8-16,-4 4 40 0,-20 0 72 15,0 3 192 1,-8 7-56-16,-4 12-40 16,1 0-80-16,-5 5-24 15,0 21-56-15,4 6-32 0,8 2 64 16,9 4-32-16,6-2-48 15,9-8 0-15,4-5-8 16,0-5-48-16,4-4-104 16,16-5-120-16,5-9 8 15,1 0-144-15,3 0-265 16,2-7-407-16,2-9-504 0,-6 1-1097 31,1-8-1328-31,-4 4 1833 0,-3-3 80 16,-6 3 847-16,-6 7 1257 15,-2 2 840-15,-3 7 1161 16,-4 3 863-16,0 0 49 0,0 3-528 31,0 19-689-31,4 0-488 16,9 7-368-16,2-7-207 0,1-3-225 16,4-3-40-16,4-3-112 15,0-10-184-15,8-1-64 16,-4-2 72-16,4 0-80 0,-4-5-96 15,4-11 0-15,-8-4-48 16,-1-1-8 0,-7-4 96-16,-8-9 8 0,-8 4 40 15,0-2 8-15,0 0-8 0,-12 0 0 16,-12 4 8-16,-4 3 40 16,-7 9 56-16,-5 9 16 0,-4 7 96 31,0 3 16-31,0 29-128 15,8 9-96-15,8 7 0 0,13 3-56 16,6 0-336-16,9 3-568 16,20-11-1593-16,8-16-4633 15</inkml:trace>
  <inkml:trace contextRef="#ctx0" brushRef="#br0" timeOffset="39904.82">8164 16227 11842 0,'0'0'4113'0,"0"0"-3129"16,0 0 344-16,0 0-335 15,0 0-473-15,0 0-272 0,132 44-176 16,-100-41-72 0,-8 1-320-16,-1-4-448 15,-2 0-1137-15,-10 0-3776 16</inkml:trace>
  <inkml:trace contextRef="#ctx0" brushRef="#br0" timeOffset="40472.36">8543 16085 12578 0,'0'0'3977'0,"0"0"-2977"16,0 0-64-16,0 0 25 0,0 0-337 15,0 0-296-15,100 2-128 16,-65-2-72-16,-3 0-64 16,0 0-56-16,-8 0 40 0,0 0-48 15,-3 0-64-15,-6 0-104 47,-7 0-72-47,-3 0 72 0,-2 0-8 16,0 13-120-16,-3 20 104 0,0 8 192 0,0 15 16 15,0 12-16-15,0 4 8 0,0 3 72 16,0 3-8-16,0-12-16 16,0-9 56-16,0-4-32 15,0-11 0-15,5-4-64 0,3-12-8 16,1-4 0-16,-2-12 64 15,-3-4-24-15,-4-3-40 0,0-3 40 16,0 0 32-16,0 0 48 16,-8-9 64-16,-8-8 40 15,-8 2 72 1,5-4 56-16,-7 3-120 0,7 4-176 16,0 2-64-16,-1 3-152 31,8 4-480-31,-1 3-248 0,5 0-584 15,1 0-2961-15,7 10-6834 0</inkml:trace>
  <inkml:trace contextRef="#ctx0" brushRef="#br0" timeOffset="44622.58">13900 14938 104 0,'0'0'5353'0,"0"0"-2441"16,0 0-1255-16,0 0-113 16,5 0-256-16,-5 0-504 0,0 0-167 15,0 0-57-15,0 0-112 16,4 0-72-16,-4 0 72 0,0 0-160 15,0 0-8-15,0 0 8 32,0 0-40-32,0 0-88 15,0 0-48-15,0 0-8 0,0 0-32 16,0 0 8-16,4 0-8 16,-4 0-64-16,0 0 0 0,4 0 80 15,0 0 16-15,3 0 0 16,2 0-24-1,3 0-72-15,-1 0 32 16,2 0-32-16,-6 0-8 0,5 0 8 16,-7 0 8-16,3 0-16 15,-1 0 0-15,-7 0-56 16,3 0-120-16,-3 0-48 16,0 0-128-16,5 0-32 15,-5 0 0-15,0 0-176 16,0 0-232-16,0 3-1017 0,0 3-3088 15,-5-3-2504-15</inkml:trace>
  <inkml:trace contextRef="#ctx0" brushRef="#br0" timeOffset="45106.93">13821 15002 6465 0,'0'0'2688'15,"0"0"-1719"-15,0 0 1039 16,0 0-488-16,0 0-743 0,-28 110-345 16,28-90-80-16,-4-8-64 15,4-2-96 1,0-1-72-16,0-6-64 15,0-3-56-15,0 0 88 0,0 0 0 16,8 0 32-16,9 0-32 16,6-5-32-16,-3-2-56 15,0 7-8-15,-1 0-40 16,-2 0-32-16,-2 0 24 16,-2 9-120-16,-2 7 8 15,-3 4 112-15,1-6-48 0,-9 6 104 16,0-3 32-16,0-2 88 31,-24-1 144-31,0-2 120 0,-4 0-24 16,-4-2 40-16,-5-3-48 15,2-4 0-15,7-1-88 0,4-2-56 16,8 0-88-16,8 0-120 16,4 0-8-16,4 0-488 15,0-5-488-15,12-6-536 0,4 5-1105 31,1-1-2152-31</inkml:trace>
  <inkml:trace contextRef="#ctx0" brushRef="#br0" timeOffset="45341.28">14044 15320 6425 0,'0'0'5329'0,"0"0"-4073"16,0 0 633-16,0 0-257 15,0 0-848-15,0 0-448 16,0 0-200-16,0 0-64 16,0 78-72-16,0-68-8 0,0 2-472 15,-4 1-728-15,-1-6-1737 16,5-1-2792-16</inkml:trace>
  <inkml:trace contextRef="#ctx0" brushRef="#br0" timeOffset="45871.77">14523 14865 9217 0,'0'0'4994'0,"0"0"-3882"0,0 0-104 16,0 0-120-16,0 0-576 15,0 0-176-15,0 0 0 16,0 0 8-16,-72 126 104 0,52-80 40 16,4-5-88-1,0-3-71-15,8-3-33 16,3-7-24-16,5 1-72 0,0-7 8 16,5-2-8-16,15-5-48 15,0-5-152 1,4-3-153-16,4-7 65 15,-5 0 8-15,8 0-16 0,-6-3 16 16,-1-8-8-16,-3-2 128 16,-11 1 120-16,3-1 40 0,-8 3 0 15,-5-2 80-15,0 3 24 16,0 0 48-16,-5-2 240 0,-11 4 72 31,-4 7-184-31,-4 0 72 16,-3 0-167-16,-1 20-185 0,4 6 0 15,4 6-97-15,12 2-791 16,0-2-1800-16,8-11-5122 0</inkml:trace>
  <inkml:trace contextRef="#ctx0" brushRef="#br0" timeOffset="46121.77">15009 15166 15243 0,'0'0'2048'0,"0"0"-1368"16,0 0-344-16,0 0-336 15,0 0-456-15,0 0-864 16,0 0-1249-16,0 20-8905 16</inkml:trace>
  <inkml:trace contextRef="#ctx0" brushRef="#br0" timeOffset="46449.87">15330 15119 14291 0,'0'0'2048'16,"0"0"-1064"-16,22-108-328 0,-15 70-280 15,6 3-232-15,-9 6-96 16,3 10-40-16,-3 7 48 0,-4 6-16 15,0 6-40 1,0 0-96-16,0 28-104 16,0 10 200-16,0 12 152 15,-4 5-56-15,-3 2-96 0,3-3 88 16,4-7-88-16,0-5-56 16,0-3-264-16,0-1-648 15,0-17-1176-15,8-5-4378 16</inkml:trace>
  <inkml:trace contextRef="#ctx0" brushRef="#br0" timeOffset="46840.47">15727 15138 11082 0,'0'0'1568'0,"0"0"-952"16,0 0 529-16,-17 105-273 15,17-76-432-15,0-5-224 16,4-4 48-16,9-2 32 0,2-8-40 16,2-3-80-16,-6-7 40 15,10 0 64-15,-2 0-112 0,5-10-88 16,-8-8 0-1,4-9-64-15,-4 3-8 16,-8-11 88-16,-4 2-32 16,-4-5 144-16,0 4 32 0,0-1 16 15,-16 4-39-15,-4 2 71 16,-8 12-160-16,-4 17-80 16,0 0-48-16,-7 20-128 15,7 15-529-15,-12 22-1007 16,16-10-3145-16,2-8-6297 15</inkml:trace>
  <inkml:trace contextRef="#ctx0" brushRef="#br0" timeOffset="47121.71">15953 14757 14131 0,'0'0'2640'0,"0"0"-1696"16,0 0-72-1,0 0-151-15,0 0-433 0,0 0-208 16,0 0-16-16,120-3-64 15,-104 3-128-15,0 0-384 16,-4 3-569-16,-5 4-1383 0,-2-1-5938 16</inkml:trace>
  <inkml:trace contextRef="#ctx0" brushRef="#br0" timeOffset="47536.08">16404 14734 9297 0,'0'0'3857'15,"0"0"-2960"-15,21-69 159 0,-11 40 280 16,-1 1-664-16,-2 3-320 16,-3 0 0-16,1 5 64 15,-1 7-120-15,0 4-168 0,0 2-128 16,-4 5-8-16,0 2 8 16,0 0 0-16,0 0 0 15,4 12 40-15,-4 10 65 0,3 7-33 0,1 5 0 16,1 2 0-16,-1-1-16 15,-4-1-48-15,0-6-8 0,0-1-56 0,0-2-200 16,0-6-185-16,3-3-295 31,2-7-880-31,2-2-2521 0,0-7-2760 0</inkml:trace>
  <inkml:trace contextRef="#ctx0" brushRef="#br0" timeOffset="47920.12">16723 14551 9538 0,'0'0'3160'31,"0"0"-1904"-31,0 0 73 16,0 0-209-16,0 114-504 0,8-88-304 15,8-4 72-15,0-6-96 16,12-11 48-16,-5 2-120 0,1-7 121 16,4 0-217-16,0-9-24 15,-3-10 0-15,-1-1-96 16,-9-8 64 0,-2-1-64-16,-10 1 0 0,-3-1 0 15,0-2 128-15,-3 2-16 16,-14 4 40-16,-7 6-56 0,0 6-24 15,-8 10-64 1,0 3-8-16,-4 12-48 31,5 20-384-31,-13 26-681 16,16-8-1615-16,0-6-7962 0</inkml:trace>
  <inkml:trace contextRef="#ctx0" brushRef="#br0" timeOffset="48373.21">17433 15109 6513 0,'0'0'7177'0,"0"0"-5680"0,0 0-529 15,0 0 224 1,0 0-408-16,47 3-504 16,-15 4-88-16,5-7-23 15,2 3-113-15,-3 4-56 16,-4-7-56-16,-4 3-193 15,-4-3-367-15,-9 6-592 0,-11-6-1264 16,-4 3-2666-16,0-3-2391 0</inkml:trace>
  <inkml:trace contextRef="#ctx0" brushRef="#br0" timeOffset="48576.18">17504 15213 11482 0,'0'0'2609'31,"0"0"-329"-31,0 0-632 0,0 0-791 16,0 0-441-16,144 14-264 16,-108-14-152-16,-4 0-200 0,-4 6-585 15,-8-2-1151-15,-5 2-4145 0</inkml:trace>
  <inkml:trace contextRef="#ctx0" brushRef="#br0" timeOffset="49115.6">18991 14909 8753 0,'0'0'3129'0,"0"0"-712"0,0 0-233 16,0 0-776-16,0 0-519 16,68 27-97-16,-33 0-248 15,6 8-104-15,6 0-184 0,9 1-72 32,0-5-64-32,-4-2-48 15,-5-7-72-15,-2-7-144 0,-9 2-392 16,-13-8-144-16,-7-2-352 15,-16-7-705-15,0 0-1279 16,0 0-4250-16</inkml:trace>
  <inkml:trace contextRef="#ctx0" brushRef="#br0" timeOffset="49351.34">19382 14932 7137 0,'0'0'4745'0,"0"0"-3449"16,0 0 409-16,0 0 343 0,0 0-936 15,-108 105-448-15,76-67-287 0,4-1-33 16,-1-1-176-16,3-8-112 16,2 0-56-1,7-5-96-15,6-5-368 0,11-4-801 16,0-8-1543-1,0-3-4722-15</inkml:trace>
  <inkml:trace contextRef="#ctx0" brushRef="#br0" timeOffset="49865.01">19573 14398 11762 0,'0'0'2833'16,"0"0"-2033"-1,0 0 448-15,0 0 136 0,0 0-463 0,0 0-337 16,0 0-216 0,120 32-128-16,-89-25-208 0,1-2-32 15,-1 2-56-15,-6-4-136 16,-5 4 0-16,-8 0-16 31,-8-2-56-31,-4 7-329 0,0 5 49 16,-20 2 472-16,-11 10 72 0,-1-5 80 0,-6 8 16 31,7-3 56-31,8-3 144 0,7-3 1 16,8-5-33-1,8-2 0-15,0-3-32 0,8-5 56 16,16-1 8-16,12-3-80 16,3-4-216-16,2 0-120 0,6 0-264 15,-6 0-288-15,-6 0-329 0,-7 0-575 16,-12-4-2353-16,-4 1-2792 15</inkml:trace>
  <inkml:trace contextRef="#ctx0" brushRef="#br0" timeOffset="50628.37">18043 15608 5281 0,'0'0'2280'0,"0"0"-415"15,0 0-257-15,0 0-24 16,0 0-408-16,0 0-383 0,0 0-33 0,98 0-112 15,-53 0 152 1,15 0 32-16,27 0-264 0,41 7-152 0,47 3-175 16,25 2-129-1,11-3 80-15,0-5-88 32,-3-2-40-32,11-2-56 0,12 0 56 0,4 0-56 15,8 0-8 1,9-2 0-16,3-2 0 0,-5 1 48 0,-7 3-40 15,-12 0-8 1,-18 0-8-16,-19 0-88 16,-19 3-48-1,-19 7 24-15,-41-4 64 0,-26 1 48 0,-29-2 0 16,-18-1-64 0,0 2-40-16,-7 1-9 0,-7-4-215 0,-16 1-168 31,-9-2-392-31,-3 1-352 15,0 1-96-15,0-4 759 0,-7 0-711 16,-1 0-1120-16,-4 0-3810 0</inkml:trace>
  <inkml:trace contextRef="#ctx0" brushRef="#br0" timeOffset="52418.78">18477 16271 4689 0,'0'0'5305'0,"0"0"-3545"16,0 0-424-16,0 0 137 15,0 0-321-15,0 0-184 0,4-12-480 16,4-1-240-16,0 0 128 16,4-2-56-16,0-5-88 0,0 1-48 31,4 1-80-31,-4 2-48 15,-1 0-48-15,-2 0 8 0,-1 7-16 16,3-4 9-16,-8 7 7 16,2-1-16-16,-5 4 8 15,5 3-8-15,-5 0 0 0,0 0-113 16,0 0-143 0,0 6 128-16,0 17 128 15,0 9 80-15,0 6 120 0,0 6 1 16,0 0-25-16,-5-3-88 15,0-3-32-15,5-3-8 16,0-7-48-16,0-4 8 16,0-7-8-1,0-6-184-15,0-2-449 16,0-5-783-16,5-4-1521 0,0 0-3496 16</inkml:trace>
  <inkml:trace contextRef="#ctx0" brushRef="#br0" timeOffset="52715.63">18868 16307 10594 0,'0'0'2064'16,"0"0"-1048"-16,0 0 481 0,0 0-313 15,0 0-560-15,0 0-192 16,6 56-40-16,-6-32-72 16,0 4 0-16,-3-3-96 0,-4 7-47 31,-6-4-33-31,5-3-136 16,5-5 0-16,-1-1-8 0,0-7 0 0,4-5-577 15,0-7-935-15,4 0-2793 16,7 0-920-16</inkml:trace>
  <inkml:trace contextRef="#ctx0" brushRef="#br0" timeOffset="53121.87">19143 16316 3000 0,'0'0'9962'16,"0"0"-7953"-16,0 0-249 31,0 0-520-31,0 0-576 0,35-111-367 16,-18 80-169-16,2-2-8 15,1 5-40-15,-3 0-32 0,-6 5-32 16,-3 7 32-16,1 3-48 15,-5 7 8-15,-4 6-8 16,0 0-72-16,0 0-112 0,0 10 48 31,0 11 136-31,0 12 48 16,-4 9 40-16,4-1-8 0,-5-4-24 16,1 2-8-16,4-8-48 15,0-5 40-15,0-7-40 16,0-4-368-16,0-5-441 0,0 0-831 15,0-8-2425 1,0-2-1840-16</inkml:trace>
  <inkml:trace contextRef="#ctx0" brushRef="#br0" timeOffset="53465.6">19727 16262 11026 0,'0'0'4433'0,"0"0"-3265"16,0 0-440-16,0 0-16 15,0 0-184-15,0 0-143 0,125-12-241 32,-85 12 128-32,-12 0-176 15,0 0-88-15,-12 0 0 16,-4 0-8-16,-9 0-128 0,-3 0-144 16,0 0-313-16,0 0-951 15,0 0-3457 1,-8 0-4577-16</inkml:trace>
  <inkml:trace contextRef="#ctx0" brushRef="#br0" timeOffset="54529.16">20674 16027 3648 0,'0'0'5241'0,"0"0"-3128"16,0 0-569-16,0 0 145 15,0 0-425 1,0 0-288-16,0 0-152 16,71 22-200-16,-47-6-104 15,0 6-127-15,4-5-121 0,-1 5-56 16,1-3-112-16,-3-1-32 31,-1-2-56-31,-5 0-8 0,1-3 40 16,-3-3-48-16,-6-1-40 15,-3-3-144-15,5-2-240 16,-6-1-89-16,1 0-327 0,0 0-360 16,-1-3-672-16,-2 0-2105 15,-1 0-1016-15</inkml:trace>
  <inkml:trace contextRef="#ctx0" brushRef="#br0" timeOffset="54904.15">20968 15957 7033 0,'0'0'5105'16,"0"0"-3593"-16,0 0-167 0,0 0 71 16,-47 32-384-16,27-9-424 15,3 9-200-15,-2-4-31 0,-5 4-81 16,4 0-128-16,-4-5-88 31,-1-1-64-31,6 0-16 0,-1-4-48 16,4-3-272-16,9-1-361 15,-6-1-647-15,1 2-824 16,5-10-1073-16,3 4-2688 0</inkml:trace>
  <inkml:trace contextRef="#ctx0" brushRef="#br0" timeOffset="55622.86">20274 16443 5417 0,'0'0'3120'0,"0"0"-1255"0,0 0-457 31,0 0 96-31,0 0-303 16,136-70-297-1,-80 45-224-15,16-4-88 16,4-3-24-16,11-5-144 16,13-2 24-16,7 5 40 0,-2-2-263 15,-6 4-49-15,-11 4-80 16,-21 9-96-16,-18 6-80 0,-18 8-160 16,-19 1 39-16,-12 4-247 31,0 0-144-31,-8 0 48 0,-8 4-112 15,-3 1-256-15,-6 8-681 16,5-3-2327-16,5-4-1177 0</inkml:trace>
  <inkml:trace contextRef="#ctx0" brushRef="#br0" timeOffset="56013.78">21228 15923 1456 0,'0'0'10962'0,"0"0"-8793"15,0 0-969-15,0 0 48 32,0 0-280-32,0 0-432 15,0 0-71-15,0 0 55 0,67-7-64 16,-31 7-176-16,-8 0-160 15,4 0-16-15,-9 0-88 0,-2 0-16 16,-9 0-16-16,-1 9-112 31,-7 7-96-31,-4 4-40 0,0 8 256 16,0-2 8-16,-4 5 72 16,-7-5-24-16,-6-1 32 0,6-3-8 15,-1-5 40-15,3-5-32 16,2-3-32-16,3-3-48 31,4-2 0-31,0 3-144 0,0-4-320 16,0 2-520-16,0 2-1681 15,0-5-6489-15</inkml:trace>
  <inkml:trace contextRef="#ctx0" brushRef="#br0" timeOffset="56935.62">14259 17062 8345 0,'0'0'3025'0,"0"0"-1937"0,0 0 176 0,0 0 129 15,0 0-401-15,0 0-232 16,136 76-40-16,-100-60-104 15,0-1-224-15,-4 2-175 0,-4-1-105 16,0 3-96 0,-4 1-8-16,-6-5-8 15,-1 4-160-15,-5-4-289 0,-3-1-399 16,-6-2-568-16,-3 1-1313 16,0-11-3216-16</inkml:trace>
  <inkml:trace contextRef="#ctx0" brushRef="#br0" timeOffset="57216.86">14547 17047 2656 0,'0'0'7898'16,"0"0"-5906"-16,0 0-159 31,0 0-297-31,0 0-584 16,0 0-360-16,-92 32-160 0,68-7-48 15,-4-4-184-15,0 8-128 16,4 0-24-16,-1 3-48 0,3-1-64 16,1-2-232-16,10 2-392 0,2 1-624 15,5-3-1057 1,4-10-2984-1</inkml:trace>
  <inkml:trace contextRef="#ctx0" brushRef="#br0" timeOffset="57623.08">15144 17195 11946 0,'0'0'3033'0,"0"0"-1377"16,0 0-840-16,0 0-360 0,0 0-288 0,0 0-112 16,0 0-8-16,136-9-40 15,-104 6-8-15,0 0-288 0,-8 3-304 16,-2 0-216-1,3 0-24 1,-12 0-3305-16,-10 0-568 16</inkml:trace>
  <inkml:trace contextRef="#ctx0" brushRef="#br0" timeOffset="57857.71">15188 17290 10250 0,'0'0'2552'0,"0"0"-1039"0,0 0-145 16,0 0-264-16,0 0-576 16,116-12-280-16,-80 9-168 0,-8-3-80 31,-9 6-416-31,-6 0-504 15,-5 0-768-15,-8 0-1041 0,0 6-2440 16</inkml:trace>
  <inkml:trace contextRef="#ctx0" brushRef="#br0" timeOffset="59841.85">16038 17052 8065 0,'0'0'5945'0,"0"0"-4680"31,0 0-441-31,0 0-232 16,0 0-16-16,0 0 136 0,0 0-384 16,0 0-144-16,79 124 0 15,-63-88-63-15,0-2 31 0,0-2-88 16,-4-4 8-16,0-5-64 31,0-1 40-31,-10-6-40 16,8-6 0-16,-6-5 0 0,-4 2 0 15,4-4 40-15,-4 0-32 0,0-3-8 16,3 0 0-16,2 0-8 0,-5-6 8 16,3-6 40 15,-3 0-40-16,4-5 0-15,-4-2 40 16,0-4-48-16,0-1 16 0,0-5-16 16,0 0 8-16,0 0-8 15,0-2 8-15,0 2-8 0,8 0 0 0,-3 2 0 16,-1 0 0-16,3 3 0 31,1-2-16-31,-3 4-56 0,3 3 72 16,-5-1-8-16,1 5 8 15,0 1 0-15,-4 5-8 16,4 0 8-16,-4 2 0 0,4 7 0 16,-4-3 0-16,0 3 0 15,0 0 0-15,0 0-80 0,0 0 72 16,0 0-56-16,0 0-8 16,4 0 24-16,1 0 40 0,2 0 8 15,5 0-8-15,4 3 8 16,0 1 8-16,4-4 0 31,4 7 40-31,7-7-32 0,2 2-16 16,3 1 8-16,8-3-8 15,-4 4 8-15,3-1 0 0,1-1-8 16,4-2 8-16,-5 0 0 16,-3 0 0-1,5 0 0-15,-5 4-8 16,-5-4 48-16,1 3-40 0,0-3 0 15,0 0 0-15,0 0 8 16,4 0-16-16,4 0 8 0,-4 0 0 16,3 0-8-1,5 0 8-15,-5 4-8 16,6-4 8-16,-6 0 0 16,6 3-8-16,-1-3 16 0,-1 0-16 15,-3 0 0-15,0 0 0 31,-1 0 56-31,2 0-56 0,-2 0-16 16,-2 0 16-16,5 0 0 16,-1 0 0-16,-1 0 8 0,-5 0-8 15,2 0 0-15,1 0-8 16,-2 0 0-16,5 0 8 16,-5 0-8-16,4 0 8 0,-2 0 0 31,8 0 0-31,-7 0 0 15,2 0 0-15,-2 0 0 0,0 0 0 16,-2 0-8-16,2 0 8 16,-7 0 0-16,5 3 0 15,-2 0 0-15,-3 0 0 0,-1-3 8 16,2 4-8 0,-5-2-8-16,4 1 8 15,-4-3 0-15,-1 0 0 0,1 0 0 16,0 4 8-16,4-4-8 15,-4 0 0-15,3 0 0 16,-3 0 0-16,9 3 0 16,-6-3 0-16,5 0 8 15,0 0-8-15,4 0 8 16,-2 0-8-16,4 0-8 0,2 0 8 16,3 0 0-16,-7 0-8 15,0 0 8-15,4 0 0 0,-1 0 0 31,2 0 0-31,-2 0 0 16,-3 0-8-16,8 0 8 0,-4 0 0 16,0-3-8-16,3-1 0 15,-3 4 8-15,1-3-8 16,-2 3 8-16,1-6-8 0,-4 6-8 31,0 0-40-31,-1-3 48 16,2 3 0-16,-2 0-40 0,1 0 40 15,-1 0 8-15,5-3-48 0,-3 0 48 16,2 3 0-16,1-3-8 16,4-1 0-16,-5 1 0 15,6-1 8 1,-5 2-8-16,-1 2 8 16,5-7 0-16,0 7-8 0,-1-5 8 15,1 1 0-15,5 1-16 16,-1-1 8-16,-2-2-56 0,6 3 64 15,0-4-8 1,-4 5 8-16,0-1-8 16,4-1 0-16,-4 1 8 15,0 0-8-15,-5-1 8 0,5 1 0 16,-4 0-8-16,4 0 8 31,0-3 0-31,0 3 0 0,-1-1 0 16,5 1-8-16,0 0-48 15,-1-1 48-15,5 2 8 0,0-1-8 16,0 3-40-16,4-4 40 16,-1 4 8-16,5-3 0 15,0 0 0-15,-4 0 8 0,3 3 0 32,-7-3-8-32,4 3 8 15,-8 0 32-15,-5 0-40 0,-3 0-8 16,-3 0 8-16,-11 0-8 15,8 0 0-15,-15 0 8 16,1 0 0-16,-9 0-8 0,-2 0 16 16,-5 0-8-1,-8 0 0 1,-4 0 0-16,-1 0 8 0,-3 0 8 0,0 0-8 16,0 0-8-16,0 0-80 15,0 0-57-15,-11 0-319 16,-6 0-1296-16,-7 0-6474 0</inkml:trace>
  <inkml:trace contextRef="#ctx0" brushRef="#br0" timeOffset="61334.85">16725 17202 672 0,'0'0'7697'16,"0"0"-4600"-16,0 0-809 16,0 0-519-16,6-4-489 0,-6 4-560 15,4 0-376-15,4 0-144 0,-4 0 200 16,8 7-63-16,4 3-89 15,0 2-120 1,-4 2-32-16,8 1-88 16,-5 4 8-16,2 3-8 15,-2-6-8-15,-2 0-48 0,-5-4-48 16,-1-2 0-16,-3 0-24 16,-4-6-8-16,0-2-89 15,0 1 65-15,0 4 152 16,-11-2 72-16,-6 2 32 15,-2-1 41-15,-1-2 39 16,-9-1 24-16,14-3 48 0,-5 0 16 16,8 0-80-16,0 0-104 15,8 0-80 1,0 0-8-16,4 0-336 16,0 0-464-16,0 0-633 15,0-3-895-15,0-1-4098 0</inkml:trace>
  <inkml:trace contextRef="#ctx0" brushRef="#br0" timeOffset="61600.45">16747 17215 6513 0,'0'0'7257'0,"0"0"-5536"16,0 0-577-16,0 0-8 16,0 0-464-16,127-49-327 0,-86 40-177 15,-6 0-120-15,-3-1-48 16,-4 7-64-16,-9 0-257 16,-6-1-367-16,-5 4-512 15,-8 0-944-15,0 0-2313 16,0 10 96-16</inkml:trace>
  <inkml:trace contextRef="#ctx0" brushRef="#br0" timeOffset="61889.47">17141 17313 6729 0,'0'0'3041'0,"0"0"-489"0,0 0-263 16,0 0-569-16,0 0-576 0,0 0-352 16,0 117-352-16,0-98-287 31,0 3-97-31,-7-2-48 0,3-1-8 15,-9 3-112-15,9-3-369 16,-3-3-391-16,3 0-664 0,4-7-2497 16,0-6-1536-16</inkml:trace>
  <inkml:trace contextRef="#ctx0" brushRef="#br0" timeOffset="62405.07">17424 17169 8569 0,'0'0'4233'15,"0"0"-2768"-15,0 0-1 16,0 0-344-1,0 0-424 1,0 0-280-16,0 0 56 0,0 0 41 16,0 0-65-16,-79 100-112 0,62-72-72 15,10-2-64-15,-6-4-96 0,10 3-40 16,-1-3-56-16,4-6-8 31,0-1-8-31,0-1 8 0,4-8-184 31,8 0-232-31,3-3 24 16,6-3 112-16,3 0 16 0,-4 0-185 16,-1-3-215-16,2-9 88 15,-6 2 208-15,-6-2 184 16,-5 3 184-16,0-2 8 0,-4-2-8 16,0 8 96-16,0 2 160 15,-8-1 240-15,-12 4-120 0,-1 0 64 16,2 0-96-16,-5 12-143 15,0 12-105-15,3 0-96 16,10 5-8-16,-2-7-425 0,13 7-679 16,0-10-2761-1,5-7-6369-15</inkml:trace>
  <inkml:trace contextRef="#ctx0" brushRef="#br0" timeOffset="62670.68">17923 17399 11866 0,'0'0'5905'15,"0"0"-4464"-15,0 0-137 16,0-25-288-16,0 25-552 0,0 0-464 16,0 0-120-16,0 0-336 15,0 0-352-15,0 0-384 0,0 12-641 16,-4-3-2160-16,-5 2-6657 0</inkml:trace>
  <inkml:trace contextRef="#ctx0" brushRef="#br0" timeOffset="63076.91">18292 17418 12394 0,'0'0'3105'15,"0"0"-2121"-15,0 0-488 16,0 0 88-16,0 0-360 0,0 0-176 16,54-119 24-16,-43 105-64 15,-3-2 0 1,1 3 40-16,-2 3-40 16,1 1-8-16,-5 2 48 0,-3 7-48 15,0-3 0-15,0 3-8 16,0 0-96-16,0 0 104 0,0 17 56 15,0 8 184-15,0 3 104 32,0 6-119-32,-3 2-17 0,-5-4-96 15,8-4-104-15,-4-3 32 32,4-2-40-32,0-7-392 0,0-4-225 15,0-3-599-15,4-5-1336 16,13-4-3362-16</inkml:trace>
  <inkml:trace contextRef="#ctx0" brushRef="#br0" timeOffset="63483.14">18645 17331 7521 0,'0'0'4697'16,"0"0"-3281"-16,0 0-503 16,0 0-129-16,0 0-256 0,0 61-280 0,4-54 8 15,3 0 88-15,5-5 80 16,0-2-248-16,0 0-80 0,0 0-24 16,4 0-8-16,0-6-48 15,0-7-16-15,0 1-8 16,-1-4-48-16,-2 0-16 0,-5 0 72 31,0 3 0-31,-8 1 0 0,0-2-40 16,0 2 40-16,0 3 296 15,-16 2 72-15,0 1-48 16,-12 6-24-16,-1 0-103 0,-2 0-57 16,-1 13-88-16,4 3-48 31,-1 3-40-31,11 8-489 0,1-4-1047 15,14-3-3857-15</inkml:trace>
  <inkml:trace contextRef="#ctx0" brushRef="#br0" timeOffset="63764.28">18959 17275 4016 0,'0'0'10147'0,"0"0"-8379"16,0 0-712-16,0 0 40 15,0 0-480-15,0 0-343 16,0 0-153-16,76-51-72 15,-64 48-48-15,-4 3-88 0,-4 0-257 0,4 0-375 16,-4 0-368-16,-4 3-976 16,0 3-3017-16,0 1-2985 0</inkml:trace>
  <inkml:trace contextRef="#ctx0" brushRef="#br0" timeOffset="64233.01">19302 17198 10098 0,'0'0'4913'0,"0"0"-3641"16,0 0-328-16,0 0-296 16,0 0-336-16,0 0-200 0,0 0-64 31,52-101-40-31,-44 88 40 0,-5 3-40 15,2 5 0-15,-1 1-8 16,-4 4 0-16,0 0-32 16,0 0-144-16,0 7 176 0,0 12 56 15,-4 6 136-15,-4 7-40 32,0 0-72-32,4-4 17 0,4-6-33 15,-4-6-56-15,4-6 8 16,0-4-16-16,0 1-56 15,0-7-401-15,0 0-743 0,0 0-1512 16,0 0-3058-16</inkml:trace>
  <inkml:trace contextRef="#ctx0" brushRef="#br0" timeOffset="64389.25">19302 17198 10570 0</inkml:trace>
  <inkml:trace contextRef="#ctx0" brushRef="#br0" timeOffset="64618.67">19302 17198 10570 0,'140'29'2928'0,"-144"-19"-1431"0,4-1-257 0,0 3-408 0,0-1-336 0,11-5 0 31,6-3-40-31,2-3-199 0,5 0-81 16,0 0-104-16,0-9-72 31,1-7 0-31,-6-7-96 16,-3 1 40-16,-8 0 16 0,0 0 40 15,-8-1 8-15,0 5 72 16,0-1 104-16,-8 2 136 0,-8 9-216 0,-4 1-104 0,-4 7 0 16,0 0 8-16,-4 9-8 15,0 14-104-15,-1 8-496 16,3 14-649-16,6-8-1751 0,3-8-9203 0</inkml:trace>
  <inkml:trace contextRef="#ctx0" brushRef="#br0" timeOffset="65024.9">20219 17365 15403 0,'0'0'3024'0,"0"0"-1623"16,0 0-305-16,0 0-504 15,0 0-368-15,0 0-224 0,0 0-128 31,0 0-304-31,0-24-232 16,0 24-296-16,0 4-889 0,0 5-2968 16,0 4-2752-16</inkml:trace>
  <inkml:trace contextRef="#ctx0" brushRef="#br0" timeOffset="65571.63">20745 17498 4584 0,'0'0'6418'0,"0"0"-4050"31,0 0-455-31,0 0-321 15,0 0-768-15,0 0-424 0,64-103-208 16,-44 75-72-16,-1-1 32 31,2 4 65-31,-6-1-9 0,5 8 24 16,-7-2 16-16,-1 8-48 16,-1-1-72-16,-7 6-32 15,1 5-48-15,-1-1-32 0,-4 3-16 16,0 0 0-1,0 0-184 1,0 5 176-16,0 15 8 0,0 5 0 16,0 7 8-1,0 3-8-15,-9-3 0 16,5 2-64-16,-4-6-176 16,-3 5-176-16,-2 2-649 0,2-7-2695 15,-2-3-2266-15</inkml:trace>
  <inkml:trace contextRef="#ctx0" brushRef="#br0" timeOffset="65840.98">21176 17389 7785 0,'0'0'6714'0,"0"0"-5058"16,0 0-616-16,0 0-416 0,0 0-216 15,0 0-224-15,-16 86-88 16,7-58-80 0,1-2-8-16,5-1-8 15,-5-6-24-15,3-2-504 0,1-2-984 16,4-8-3409-16</inkml:trace>
  <inkml:trace contextRef="#ctx0" brushRef="#br0" timeOffset="66169.09">21565 17249 10762 0,'0'0'4201'15,"0"0"-3385"-15,0 0 248 16,0 0 8-16,0 0-504 0,0 0-327 31,79-95-121-31,-79 95-64 16,0 12 112-16,0 20-48 0,-10 7 56 15,-5 2 0-15,2 4 0 32,5-7-8-32,1-4-168 15,-2-6-8-15,5-2-336 0,-4-6-761 16,3-8-2823-16</inkml:trace>
  <inkml:trace contextRef="#ctx0" brushRef="#br0" timeOffset="67334.84">14188 18129 7577 0,'0'0'2289'15,"0"0"-137"-15,0 0-160 16,0 0-687-16,0 0-393 0,0 0-176 16,112-10-112-16,-86 10 80 15,3 7 129-15,7 11-425 0,0 5-184 16,4 0-72 15,-8 2-80-31,-4-4 0 16,-4 3-72-16,-9-10-200 15,-6 0 40-15,-1-5-48 0,-8-2-8 16,0-5-48-16,3 2-257 16,-3-1-399-16,0 0-608 0,0 0-1329 15,-3-3-3408-15</inkml:trace>
  <inkml:trace contextRef="#ctx0" brushRef="#br0" timeOffset="67567.36">14562 18069 11858 0,'0'0'3801'0,"0"0"-2289"16,0 0-200-16,0 0-407 16,-107 108-465-16,83-73-256 15,0 0-120-15,0-1-64 16,5 4-288-16,-2-5-256 0,10-2-249 16,-2 4-607-16,5-9-1576 15,1-11-3818-15</inkml:trace>
  <inkml:trace contextRef="#ctx0" brushRef="#br0" timeOffset="67997.52">15396 18151 12778 0,'0'0'4545'0,"0"0"-3385"15,0 0-671-15,0 0-113 0,0 0-104 16,107-44-128-16,-79 37-96 16,0 7-48-16,-8 0 0 0,0 0-176 31,-4 0-336-31,-4 0-777 15,-12 10-735-15,0-1-2825 16,0 1-4473-16</inkml:trace>
  <inkml:trace contextRef="#ctx0" brushRef="#br0" timeOffset="68216.25">15404 18247 11546 0,'0'0'2953'15,"0"0"-961"-15,0 0-824 16,0 0-568-16,0 0-280 0,135 0-216 16,-107-4-104-16,0 4-176 0,-8 0-664 15,-8 0-160-15,-4 6-3857 16,-8 5-5385-16</inkml:trace>
  <inkml:trace contextRef="#ctx0" brushRef="#br0">16273 18119 1168 0,'0'0'656'0,"0"0"-80"0,0 0-136 0,0 0 4153 16,0 0-2953-16,-16 0-503 15,16 0 23-15,0 0-224 0,0 0-304 32,0 0-120-32,0 0 48 15,0 0-55-15,0 0 7 16,0 0 64-16,0 0 40 0,0 0 0 15,0 0-136-15,0 0 64 16,0 0-136-16,0 0-272 0,0 0-64 31,7 0 32-31,6 0 32 16,-2 0-39-16,5 0-49 16,-4 0-48-16,9 0 16 0,-2 0 0 15,-3 0 0-15,0 0 64 0,0 7-80 16,-4 6 56-16,-3 2-56 15,-9 4-64 1,0 7 64-16,-9 6 184 16</inkml:trace>
  <inkml:trace contextRef="#ctx0" brushRef="#br0" timeOffset="80662.92">16672 18260 1480 0,'0'0'1024'0,"0"0"8322"0,0 0-6577 15,0 0-993-15,0 0-352 0,0 0-511 32,7 24-369-32,-7 5-224 15,0 0-80 1,0 2-128-16,0 1-24 15,0-3-80-15,-4-7-8 0,-3 0-176 0,2-6-312 16,1-3-505-16,0-6-591 0,4-7-1032 16,0 0-2722-1,0-17-3383-15</inkml:trace>
  <inkml:trace contextRef="#ctx0" brushRef="#br0" timeOffset="81037.92">16855 18160 1896 0,'0'0'800'16,"0"0"7066"-16,0 0-4001 0,0 0-2601 15,0 0 32-15,-24 109-296 16,28-87-504-16,20 0-135 31,4 0-137-31,4 0 8 0,7 1-64 16,-7-5-120-16,4-1-32 15,-12-5-8-15,0 1-8 0,-16-4 0 16,-5 1-152-16,-3-3 8 16,0 3 144-16,-8-4 0 15,-12 2 192-15,0-1-112 0,-3 0 16 16,-5-1-48-16,4 0 0 0,0-3 24 15,5-3-72-15,6 0 0 16,1 0-32 0,9 0-240-16,-1 0-456 15,4-18-561-15,0-5-2792 16,0 4-4112-16</inkml:trace>
  <inkml:trace contextRef="#ctx0" brushRef="#br0" timeOffset="81272.28">16831 18224 3096 0,'0'0'288'15,"0"0"4793"-15,0 0-2632 16,0 0-1361-16,0 0-200 0,135-73-320 15,-99 54-344-15,-4 6-224 16,-4 1-256-16,-8 5-1216 0,-5 5-2529 31,-10 2-3272-31</inkml:trace>
  <inkml:trace contextRef="#ctx0" brushRef="#br0" timeOffset="82654.97">16268 18144 4208 0,'0'0'2409'15,"0"0"-281"-15,0 0 33 16,0 0-457-16,0 0-432 0,0 0-215 15,0-8-225-15,0 8-120 16,0 0-40-16,0 0-168 16,5 0-104-1,-1 0-136-15,0 0-136 0,3 0 16 16,5 0 1-16,1 3-25 16,-2 2-56-16,2 5-56 15,-2-4 0 1,1 4-8-16,-3-3-8 15,2 1 0-15,-3 2 0 16,-4-3 0-16,4-1-48 0,-4 1 56 16,-4 0-169-16,0 2-31 15,0 0 80-15,0 4 72 0,-7 3 48 0,-10 6 40 16,-3 0 16-16,-7 0 136 31,7 4-47-31,-5-1 63 16,10 1-48-16,-1-7-56 0,8-1-24 15,8-1-72-15,0-7-8 16,0-1 0 0,0 0-64-16,8-6 56 15,12 1 8-15,3-4 56 16,1 0-48-16,4 0 0 0,0-4 0 16,-4-3 0-16,0-1-8 15,-1 4-8-15,-6-1-40 0,-6-2-32 16,2 7-48-16,-5 0-32 31,-4 0-73-31,-4 0-7 16,0 0-32-16,0 0-160 0,0 0-280 15,0 0-296-15,0 0-632 16,0 0-1505-16,0 0-2600 0</inkml:trace>
  <inkml:trace contextRef="#ctx0" brushRef="#br0" timeOffset="83342.43">17830 18243 3392 0,'0'0'11027'0,"0"0"-8483"16,0 0-1024-16,0 0-511 0,0 0-417 15,0 0-352-15,0 0-144 16,5 0-96-16,-5 0-216 16,4-3-240-16,0 3-456 0,0 0-1145 15,1 0-2576-15,-2 0-4505 0</inkml:trace>
  <inkml:trace contextRef="#ctx0" brushRef="#br0" timeOffset="83749.92">18166 18260 9722 0,'0'0'4657'0,"0"0"-3929"16,0 0-184-16,0 0 136 0,40-116-160 16,-24 91-400-16,0 4-72 15,0-2 32-15,-5 10-80 16,-3 0 80-16,1 7-16 0,-5 3 120 31,-4 3-56-31,0 0-40 0,0 12-80 16,0 14 384-16,0 15-112 15,-8 10-64-15,-5 3-48 16,2-4-47-16,3 1-33 0,0-10 0 16,4-5-80-16,0-11-8 31,4-8-216-31,0-5-449 0,0-12-871 15,0 0-2289 1,8 0-3008-16</inkml:trace>
  <inkml:trace contextRef="#ctx0" brushRef="#br0" timeOffset="84109.29">18497 18297 1168 0,'0'0'808'0,"0"0"8290"0,0 0-7090 15,0 0-799-15,0 0-265 0,0 86-288 16,24-74-176-16,-1-5-200 16,14-7 184-16,-1 0-192 15,3 0-168-15,1 0-16 0,-3-19-80 31,-6 2-8-31,-12-1 0 0,-6-1-8 16,-13-6 8-16,0 2 64 16,-4-2 160-16,-20 0 112 15,-4 6 72-15,0 2-119 0,-4 7-121 16,1 8 8-16,-5 2-168 31,-1 2-8-31,-2 21-112 0,7 5-521 16,0 10-287-16,17-8-688 15,6-5-3817-15</inkml:trace>
  <inkml:trace contextRef="#ctx0" brushRef="#br0" timeOffset="86171.26">19067 18078 2472 0,'0'0'2865'16,"0"0"4624"-16,0 0-5680 16,0 0-705-16,0 0-64 0,0 0-192 15,27-3-280-15,-6-1-200 16,-1 2-127 0,4 2-9-16,-5-3-112 15,-6-1-16-15,-2 4-88 0,-3 0-16 16,-4 0 0-16,1 0 0 15,-5 0-80-15,4 0-88 16,-4 0-128-16,4 0-281 16,-4 0-487-16,7 0-448 15,1 0-1369-15,-5 0-3216 16</inkml:trace>
  <inkml:trace contextRef="#ctx0" brushRef="#br0" timeOffset="86843.1">19613 17967 10506 0,'0'0'3953'16,"0"0"-2473"-16,0 0-64 15,0 0-480 1,0 0-391-16,0 0-297 15,0 0-96-15,0 0 32 16,12 32 24-16,0-11-40 0,0 2-24 16,0 0 0-16,0-1 0 15,0 0-88-15,-1-3-48 0,-2-4-8 32,-1 1-8-32,-4-3-8 31,3-6-80-31,-7-4-24 0,3-1-16 15,-3-2-24-15,0 5-24 16,0-5-48-16,0 0 176 16,-14 0 56-16,-3 0 104 0,-2 0-16 15,-5 0 8-15,4 0-8 0,0 0 24 16,4-5-104-16,1 3-8 0,2-1-48 16,9 3-136-16,0-3-320 15,4-1-705-15,0-5-1423 16,0 3-4034-16</inkml:trace>
  <inkml:trace contextRef="#ctx0" brushRef="#br0" timeOffset="87124.33">19589 18006 7345 0,'0'0'4273'16,"0"0"-2801"-16,0 0 49 0,0 0-393 31,0 0-432-31,135-29-224 16,-103 26-248-16,-4-1-128 0,-4 1-88 15,-4-4-8-15,-8 7-224 16,-8-2-288-16,0 2-504 15,-4 0-1161-15,0 0-2672 0,0 0-2552 0</inkml:trace>
  <inkml:trace contextRef="#ctx0" brushRef="#br0" timeOffset="87499.31">20079 18126 7937 0,'0'0'4865'0,"0"0"-3600"16,0 0-193-16,0 0 64 0,-11 102-400 15,11-70-336-15,-5-1-128 32,5 1-16-32,-8-3-80 15,5-8-128-15,-5 1-40 0,3-9-8 16,1 0-216-16,0-7-256 15,4-6-368-15,0 0-448 0,0 0-1121 16,0-3-2128-16,8-9-384 0</inkml:trace>
  <inkml:trace contextRef="#ctx0" brushRef="#br0" timeOffset="87999.25">20068 18151 496 0,'0'0'408'0,"0"0"32"16,0 0 6353-16,0 0-4408 0,0 0-649 0,0 0 209 16,0 0-377-16,0-12-504 15,0 12-448 1,4 12-176-16,3 4-32 16,1 7-64-16,0 2-175 15,1-4-1-15,-2-1-72 16,1-4-24-16,1-7-64 15,-2-2 0-15,1-4-8 0,-4-3 0 0,9 0 0 32,-2-10 0-32,5-11 0 15,4-3-120-15,-4-4 0 16,4-3 64-16,0 2 40 0,4 0 16 16,-1 4 0-16,-3 2-8 15,-3 8 8-15,-2 6 0 0,-2 5 8 31,-6 4-8-31,-3 0 64 16,-4 16 24-16,4 9 80 16,-4 10 40-16,0-3-48 0,0 2 24 15,0 5-24-15,0-3-8 16,0-8-56-16,0 3-88 0,0-5-8 31,0-5-48-15,0 3-152-16,0-9-160 15,0 1-208-15,-4-3-449 16,4-3-639-16,0-5-1321 0,0 2-3864 16</inkml:trace>
  <inkml:trace contextRef="#ctx0" brushRef="#br0" timeOffset="91999.21">13040 18164 328 0,'0'0'2512'0,"0"0"-1528"0,0 0-568 32,0 0 5610-32,0 0-4194 15,-4 0-512-15,4 0-191 16,0 0-233-16,0 0-264 0,8 0-40 15,-1 0 0-15,2 0-168 0,2 0 0 16,-3 0-80-16,5 0-71 31,-2 0-97-31,2 0-40 16,2 0-128-16,2 0 48 0,-3 0-48 16,4 0 0-16,-3 0-8 15,1 0-64-15,-5 0-184 0,-2 0-113 16,-1 0-231-16,-8 3-608 31,0 0-1024-31,0 0-3770 0</inkml:trace>
  <inkml:trace contextRef="#ctx0" brushRef="#br0" timeOffset="92264.81">13028 18297 7009 0,'0'0'6169'0,"0"0"-4616"0,0 0-169 0,0 0-32 31,0 0-616-31,0 0-264 16,0 0-127-16,0 0-153 15,124 0-104-15,-105 0-72 0,1 0 24 16,-8 0-40-16,0 0-224 15,-5 0-289-15,-2 0-615 0,-5 0-1072 32,4 0-3009-32,-4 0-3769 0</inkml:trace>
  <inkml:trace contextRef="#ctx0" brushRef="#br0" timeOffset="93922.43">11325 18006 10762 0,'0'0'2184'0,"0"0"-863"16,0 0 127-16,0 0-576 15,0 0-520-15,37-20-192 16,-34 20-48 0,1 0-32-16,0 0 24 15,-4 0-16-15,0 0-8 0,0 0-32 16,0 0-40-16,0 0 48 15,0 0 40-15,0 0-16 0,-4 0-80 16,-7 0-80 0,-3 0-96-16,0 0 112 15,-3-3 64-15,-2-1 16 16,3 4 80-16,-1-2-48 0,2-1-40 16,3-1-8-16,0 4-120 15,4 0 80-15,4 0 40 0,0 0 8 31,1 0 0-31,-2 0 8 16,5 4 32-16,0-1-48 0,0-1-8 16,0 5 8-16,0 2 0 15,0 4 200-15,5 9 24 16,6 4-24-16,1 12 64 0,-4 4-7 31,4 5-9-15,-4 1-32-16,3-2 32 0,-6-4-48 0,3-4-8 15,-4-2 0-15,-2-11-88 16,3-3-16-16,0-3-80 16,-5-5 32-16,4-9-40 0,0-1 0 31,0-1-48-31,0-3 48 16,3 2 104-16,1-2-8 0,5 0-40 15,-2 0-40-15,5 0 32 16,0 0-40-16,4 0 0 15,4-5-8-15,1-4-8 0,-6 2-88 16,1-3-80 0,-4 7-88-16,-8-3-24 15,0 6-208-15,-8 0-569 16,0 0-863 0,0 0-3985-16</inkml:trace>
  <inkml:trace contextRef="#ctx0" brushRef="#br0" timeOffset="94359.92">11513 18154 384 0,'0'0'1640'0,"0"0"6458"15,0 0-5306-15,0 0-1431 16,0 0-209-16,0 0-176 0,8 111-328 31,6-85-152-31,8-11-64 16,-6-2-72-16,-1-3-120 0,2-10-95 16,2 0-25-16,-2 0-40 15,3 0-40-15,-1-16-40 16,-3-3 0-16,-8-1 0 0,4-1 0 15,-7 1 8 1,-5-1 8-16,0 1-8 16,0 1 104-16,-21 0 16 15,1 6 64-15,-8 4-8 0,5 9-80 16,-11 0-96-16,8 7-8 16,-8 14 48-16,8 14-48 15,6 1-120-15,4 2-240 16,8-1-393-16,8 5-831 15,8-10-2481-15,12-10-2752 16</inkml:trace>
  <inkml:trace contextRef="#ctx0" brushRef="#br0" timeOffset="95092.16">11852 18043 7113 0,'0'0'5401'0,"0"0"-3921"16,0 0 169-16,0 0-121 15,-5 124-696-15,5-86-296 0,0 0-159 16,5-4-97-1,-1-5-104 1,0-6-128-16,-1-7-8 16,-3 0-40-16,0-11-8 0,3 2-112 0,-3-7-336 15,0 0-305-15,0 0-231 16,0 0-256-16,0-12 8 16,0 3 191-1,0-8 513-15,0 1 392 16,0 3 144-16,-3-2 184 0,3 5 168 15,0 1 128-15,0-1 9 0,0 8 71 16,0 2 56-16,3 0 48 16,11 0 88-1,-3 0-208-15,5 0-192 16,0 5-112-16,5 2-80 16,-1-5-88-16,3-2 0 15,-3 0-72-15,1 0 8 0,-2 0-8 16,-3-5-160-16,-4-8-88 0,-5 0-48 31,-2 1 88-31,-1 0 40 16,-4-2 64-16,0-1 96 15,0 2 8-15,0 0 0 0,0 0 0 16,0 3 64-16,0 1 8 16,-4 6-16-16,-1 3 72 0,2 0-128 31,-5 0 72-31,4 15 152 15,0 8 192-15,-1 5 25 32,5 5-73-32,0-1-72 0,0-8-72 15,0 5-96-15,0-10-32 16,0-6-80-16,5-1-8 0,-5-3-8 0,4-5-184 16,0-1-312-16,0-3-393 15,0 0-567-15,-1 0-1401 16,6-3-4160-16</inkml:trace>
  <inkml:trace contextRef="#ctx0" brushRef="#br0" timeOffset="95357.78">12135 18052 368 0,'0'0'928'0,"0"0"8794"16,0 0-6697-16,0 0-1257 0,0 0-456 15,0 0-480-15,83 0-456 16,-66 0-256-16,-2 0-120 0,2 0-16 31,-6 0-312-31,-7 0-584 16,8 0-768-16,-3 0-1481 15,-6 0-3352-15</inkml:trace>
  <inkml:trace contextRef="#ctx0" brushRef="#br0" timeOffset="96000.13">12258 17786 1240 0,'0'0'11298'0,"0"0"-7185"0,0 0-3097 15,0 0-120 1,0 0-159-16,0 0-337 31,0 0-216-31,127 3-136 16,-99-3 88-16,-3 0-88 0,3 0-32 15,-5 0-8-15,-7 0-8 16,1 0 0-16,-6-3-56 0,-2-3-64 16,-5 6 40-16,-4 0-32 15,0 0-120-15,0 0-56 16,0 18 88-16,0 8 200 0,0 6 8 15,0 6 136-15,0 6-32 16,0 1 0-16,0 6-32 16,0-1-32-1,0 5 80-15,3-2 8 0,5-2-32 16,0-3-56-16,-3-7 48 16,2-7-40-16,1-2-48 0,-4-9 0 15,0-7 0-15,0-6-8 16,-4-8 0-1,0 5 0-15,0-7 0 16,0 0-48-16,0 0 40 0,0 0 8 16,0 0-48-16,-8 0 48 15,-4-7-8-15,-8 5 8 0,5-1 0 16,-9-1 16-16,3 4 32 31,2 0-48-31,3 0 8 0,-5 0-8 16,14 0-8-16,-5 0 0 15,8 0-112-15,4 0-128 0,0 0-408 16,0 4-1105-16,0-4-4376 0</inkml:trace>
  <inkml:trace contextRef="#ctx0" brushRef="#br0" timeOffset="98312.13">766 17306 2512 0,'0'0'872'0,"0"0"3881"0,0 0-440 15,0 0-2720-15,0 0-329 16,0 0-232-16,0 4-160 16,0-4-184-16,0-4-144 0,0-3-143 15,0 2-57-15,0-4-72 31,0-1-72-31,0-3-64 0,0 0-64 16,0-2-64-16,0-2-8 16,-4-2 48-16,-5 1-48 15,6 2 8-15,-1 4-8 0,0 1 0 16,4 8 0-16,-4 3-80 16,4 0-64-1,0 14-120-15,0 20 184 0,4 21 80 16,12 17 152-16,4 1 0 15,-4 3-96-15,0-2-56 16,-9-18 0-16,6-8 16 0,-9-11-8 16,0-10 40-1,-4-11-48-15,0-7 0 16,4-6-64-16,-4-3-120 0,0 0-120 16,0 0-24-16,0-3-97 15,0-13 57 1,-4 0 144-16,-4-4 88 15,0-1 80-15,-1-2 56 16,6-2 0-16,-1 0 0 16,0 3 72-16,4-3-64 0,0 1 80 15,0 0-80-15,0 2 24 16,0-1-32-16,8 3-8 16,8 5-40-16,-4 2 48 0,4 4 0 31,-4 5 0-31,4 4-48 0,0 0 32 31,-5 4-88-31,2 16 96 16,-2-3-136-16,-3 9 64 15,-3 0-32-15,-5 2 112 0,0-2 264 16,-13 3 136-16,-6-7-184 16,3 0-8-16,-9-9 32 0,14 0-15 15,-2-8-121-15,9-5-88 31,4 0-16-31,0 0-192 16,0 0-89-16,9-12 9 0,3-4 136 16,8 1-136-16,-1-5-112 15,2 1-32-15,-1 4 72 0,-2 2 64 0,-1-3 104 16,-9 9 64-16,0 2 112 16,-4 5 96-16,4 0-80 15,-4 3 256-15,0 15 232 0,13 5-112 16,-6-1-168-1,5 0-24-15,4-3-40 16,-4-6-88-16,0-7-64 16,4-3 8-16,-5-3 104 0,2 0-8 15,-2-16 24-15,2-2-24 16,-6-8-104-16,-7 1 153 0,5 2-89 31,-9-2 40-31,0 0 128 0,-4 2 0 16,-13 0-8-16,-3 5-112 15,-3 2 128-15,-1 9-104 16,0 5-72-16,-4 2-64 0,0 5 0 16,4 21 104-16,0 9-112 31,3 3-96-31,11 7-248 0,10 2-312 16,0-5-913-16,0-14-3168 0</inkml:trace>
  <inkml:trace contextRef="#ctx0" brushRef="#br0" timeOffset="98999.59">1316 17348 2560 0,'0'0'9602'0,"0"0"-7137"16,0 0-1041-16,28 123-200 0,-17-78-328 16,6 0-472-16,-5-1-215 15,-4-6-153-15,-5-4 0 0,2-5-48 32,-1-6-8-32,-4-7-88 31,4-7-97-31,-4-6-199 0,0-3-256 15,4 0-320-15,-4 0 216 16,0-19 64-16,0-6 264 0,0 0 304 16,0-7 112-16,0 4 56 15,0 5 144-15,0 1 328 16,0 9 56-16,0 7 120 0,4 3-40 16,7 3-112-16,2 0-80 15,2 3-87-15,2 10-57 0,7 0-40 16,-5-1-112-16,5-9-48 15,0 4-80 1,0-7 24 0,1 0-72-16,-6 0-8 0,-7-13 8 0,4-6-120 15,0 0 72-15,-8-3 32 16,0 2-64-16,-4 1 8 16,-1 0 64-1,-3 0-8-15,0 4 16 16,0-2 0-16,0 7-8 15,0 5 8-15,-3-2-8 0,-1 5 8 16,0 2 0-16,-4 0-112 16,4 2 88-16,-1 20 24 0,1 7 96 15,4 7 56 1,-3 1 16-16,3 1-48 16,0 0-8-16,0-6-16 15,0-7-48-15,0 1-40 0,0-6-8 16,0-6 0-16,0-1-184 0,0-3-296 15,0-1-873-15,0 0-1527 32,0-2-4450-32</inkml:trace>
  <inkml:trace contextRef="#ctx0" brushRef="#br0" timeOffset="99249.58">1870 17561 3848 0,'0'0'1281'0,"0"0"7600"16,0 0-7488-1,0 0-513 1,0 0-56-16,0 0-512 15,80 3-312-15,-57 3-536 0,10 4-360 16,-11 0-2969-16,0-1-48 0</inkml:trace>
  <inkml:trace contextRef="#ctx0" brushRef="#br0" timeOffset="99483.93">1846 17741 928 0,'0'0'11122'0,"0"0"-8345"16,0 0-969-16,0 0-544 0,0 0-423 16,0 0-497-16,0 0-288 31,0 0-56-31,132-16-344 15,-113 11-209-15,2 1-1007 0,-1 4-2937 16,-12-3-1984-16</inkml:trace>
  <inkml:trace contextRef="#ctx0" brushRef="#br0" timeOffset="99827.51">2392 17561 1800 0,'0'0'12675'0,"0"0"-10179"16,0 0-1288-16,0 0-407 0,0 0-161 16,0 0-400-16,92 0-216 15,-72 0-24-15,0 0-144 0,-4 3-528 16,-6 6-1073-16,0-2-3288 31,-10-4-6681-31</inkml:trace>
  <inkml:trace contextRef="#ctx0" brushRef="#br0" timeOffset="100502.05">2859 17459 3568 0,'0'0'7810'16,"0"0"-5938"-16,0 0-927 15,0 0 39-15,0 0-184 0,19-114-528 16,-16 98-160-16,7 0 40 16,-10 7 48-16,0 4-16 0,0 5-72 31,0 0 80-31,0 7-184 15,0 18 232-15,0 11 256 0,0 5-40 16,0 3-63-16,0 2-97 16,0-8-32-16,4-1-48 15,4-8-128-15,-5-7-40 0,1-6-48 32,5-7-8-32,-6-2-80 15,6-7-216-15,-2 0-80 0,6 0-1 16,-2-9-103-1,1-10-280-15,1-1-368 16,-6 2 16-16,1 1 136 16,-3 2 367-16,-1 8 417 0,-4 0 200 15,0 7 544-15,3 4 137 16,-3 15 383-16,8 6-128 0,0 4-144 16,4-7-176-1,4 0-168-15,-4-6-48 16,4-3-175-16,0-10-153 15,0-3 64-15,-1 0 64 0,2 0-144 16,-5-13 40-16,4-6-32 16,-9-3-56-16,1 0 72 0,-3-9-72 15,-5 2 40-15,0 0 40 16,0 0-40-16,0 7 136 0,-13 0-72 31,1 6-56-31,1 10-56 16,-9 6-48-16,0 0-80 0,-8 22-48 15,0 10-184-15,1 6-264 16,-1 25-801-16,4-12-2416 16,7-6-4440-16</inkml:trace>
  <inkml:trace contextRef="#ctx0" brushRef="#br0" timeOffset="101048.9">3460 17481 12514 0,'0'0'2561'16,"0"0"-1113"-16,0 0-328 15,0 0-288-15,0 0-648 16,0 0-184-16,0 0 217 15,0 0-65-15,-56 19-32 16,41 0 32 0,-1-2-144-16,8-2 0 15,4 1-8-15,0-3-8 16,4-3-80-16,0-5-128 0,0 2-201 16,0-7-151-16,0 0-8 31,4 0 192-31,4 0 8 0,8 0 128 15,-4-7 72-15,0 2 120 16,4 5 56-16,-4 0 72 16,0 0 24-16,3 0 160 0,2 12 88 15,-1 10 40-15,-1 10 40 16,2 6-16-16,-10 4-184 0,-3 2 8 16,-4-3-47-1,0 0-9 1,-4-2-80-16,-12-2 80 15,-3-5 48-15,-5 0 16 0,-4-7 32 0,0 0-96 16,-4-11 136-16,8-5-16 16,1-9-32-16,2 0-240 0,5-4-24 15,0-11-360-15,4 2-480 16,8-12-673-16,4 6-2848 16,0-1-8953-16</inkml:trace>
  <inkml:trace contextRef="#ctx0" brushRef="#br0" timeOffset="102702.76">3963 17374 312 0,'0'0'448'0,"0"0"6297"15,0 0-696-15,0 0-4240 16,0 0-273-16,3-13-424 0,2 3-488 16,3-3-327-16,4 1-153 15,3-1 32-15,2-3-64 0,-6 4-104 32,6 5 40-32,-2 7-48 15,-2 0-48-15,-6 7-72 16,5 18 112-16,-12 10-48 0,0 2 8 15,0 1 48-15,-8 4-40 16,-7-1 40-16,-9-8 0 0,-1-2 48 16,5-8-48-1,5-5 48-15,3-5-48 16,8-6 16-16,0-4-8 16,4-1 8-16,0-2-16 0,0 0-184 15,0 0 48-15,0 0 64 16,15-5 72-16,-2 1 80 15,3 1 0-15,0-3-16 16,-1 6 16 0,5 0-8-16,-7 0-48 0,-2 0-16 15,-3-3-8-15,-3 3-64 0,-1 0-280 32,0 0-497-32,3 0-607 15,-3 0-1729-15,5 0-3632 0</inkml:trace>
  <inkml:trace contextRef="#ctx0" brushRef="#br0" timeOffset="102983.99">4314 17459 4184 0,'0'0'9506'0,"0"0"-7913"0,0 0-377 15,0 0-88-15,0 0-416 0,16 108-464 16,-13-73-95-16,-3-1-57 0,0-1-96 16,0-8 0-16,0-3-193 15,0-2-215 1,-3-8-544-16,3-12-840 15,0 0-2145-15,0 0-1664 16</inkml:trace>
  <inkml:trace contextRef="#ctx0" brushRef="#br0" timeOffset="103374.6">4513 17331 368 0,'0'0'6617'0,"0"0"-984"31,0 0-3976-31,0 0 103 0,0 0-280 16,0 0-544-16,32 121-335 16,-12-92-89-16,4 0-200 0,-5 0-152 15,-2-4-96-15,2 3-56 16,-2-5 8-16,-1-2-16 31,-8-1 0-31,-1-4-8 0,1-7-72 16,-4-2-48-16,-4-4-16 0,0-3-16 15,0 3 32-15,0-3 24 16,0 0 32 0,-15 0 72-16,-10 0 56 15,-3 0 56-15,4-6 48 16,-4-1-88-16,5-2-64 0,3 2-8 15,0 2-48-15,7-2-360 16,6-3-529-16,4 0-863 0,3-2-3905 16</inkml:trace>
  <inkml:trace contextRef="#ctx0" brushRef="#br0" timeOffset="103608.97">4521 17415 1456 0,'0'0'11402'0,"0"0"-8849"0,0 0-641 15,0 0-720-15,0 0-647 16,112-54-281-16,-81 41-184 0,-6 3-80 16,-5 3-160-16,-5 7-537 31,-7 0-1119-31,-3 14-2969 15,-5-1-3777-15</inkml:trace>
  <inkml:trace contextRef="#ctx0" brushRef="#br0" timeOffset="103874.75">5055 17544 13498 0,'0'0'4809'0,"0"0"-3296"0,0 0-161 16,0 0-336-16,0 0-656 15,0 0-312-15,0 0-48 0,0 0-264 16,0 0-440-16,0 0-392 31,0 0-296-31,0 0-1665 0,0 0-5049 16</inkml:trace>
  <inkml:trace contextRef="#ctx0" brushRef="#br0" timeOffset="104234.1">5310 17507 8833 0,'0'0'6938'0,"0"0"-5034"16,0 0-607-16,0 0-497 0,24-115-528 15,-17 88-120-15,2-2-152 16,-1 6 8-16,-5 7 40 0,-3 4-40 15,0 5-8-15,0 7-72 16,0 0-96 0,0 16-128-16,0 16 296 15,0 9 8-15,0 10 104 0,0 2-112 16,0-5 64-16,0-6-56 16,0-1 0-16,0-10 0 0,0-4-8 15,0-6-376-15,0-5-408 31,0-2-1001-31,0-9-3256 0,0-1-4625 16</inkml:trace>
  <inkml:trace contextRef="#ctx0" brushRef="#br0" timeOffset="104609.09">5566 17498 6753 0,'0'0'6585'0,"0"0"-5176"15,0 0-425 1,0 0-176-16,-4 110-256 0,8-90-160 16,7-5 88-16,2-9-264 15,6 1-64-15,-3-7-8 16,4 0-32-16,0-3 0 0,-4-14-63 15,0 0-41 1,-8-7 56-16,0 2-16 16,-4-7 8-16,-4 1 192 0,0-4 96 15,-8 7-32-15,-4 0-160 16,-8 6 64-16,-4 3 32 16,3 6-248-16,-6 10-16 0,3 0-40 31,-5 19-184-31,11 32-272 0,1-3-1017 15,10-4-2808-15</inkml:trace>
  <inkml:trace contextRef="#ctx0" brushRef="#br0" timeOffset="104905.95">5992 17358 1456 0,'0'0'12891'0,"0"0"-9835"15,0 0-1463-15,0 0-665 16,0 0-384-1,24 0-288-15,-12 0-88 16,8 0-96-16,-8 0-72 0,4 3-248 0,-4-3-360 16,4 6-408-16,-4 1-1985 15,-5-2-6521-15</inkml:trace>
  <inkml:trace contextRef="#ctx0" brushRef="#br0" timeOffset="105421.54">6327 17258 9978 0,'0'0'4273'16,"0"0"-3545"-16,0 0 224 0,0 0 16 16,0 0-496-16,0 0-304 0,-4 119-40 15,16-97-112 1,4-1 88-1,-8-1-24-15,3-4-32 0,2-1-48 16,-9-2-104-16,7-2 24 16,-7-3-40-16,-1-4 24 0,-3-1-32 15,6-3 32-15,-6 0 88 0,0 0 8 32,0 0 0-32,0 0 272 15,-13 0 48-15,-2 0-104 0,-9-7 40 16,0-1 80-16,-8-3 41 15,8 5-161-15,0-1-136 0,8 5-80 32,5-1-8-32,6-1-352 15,1 4-265-15,4 0-431 0,0-3-984 16,9-4-2481-16,2 4-1464 0</inkml:trace>
  <inkml:trace contextRef="#ctx0" brushRef="#br0" timeOffset="105655.9">6331 17253 880 0,'0'0'11642'0,"0"0"-8593"0,0 0-809 16,0 0-871-16,0 0-777 0,0 0-344 15,0 0-144-15,60 0-104 16,-46 0-192-16,0 0-392 16,6 0-857-16,-9 0-2504 15,1 0-3432-15</inkml:trace>
  <inkml:trace contextRef="#ctx0" brushRef="#br0" timeOffset="117906.47">1767 18008 864 0</inkml:trace>
  <inkml:trace contextRef="#ctx0" brushRef="#br0" timeOffset="142499.78">6705 17290 11818 0,'0'0'2889'15,"0"0"-1881"-15,0 0-152 0,0 0-80 32,0 0-376-32,0 0-232 31,0-5 24-31,4 5 64 0,-4 0-8 0,5 0 49 15,-2-3 15 1,2 3 0-16,2 0-64 0,0 0-72 16,7 0-48-16,1-4-112 0,-3 4 32 0,4 0-40 31,0-3 0-31,-4 3 0 16,4-3 0-16,-4 0-8 15,-4 3-96-15,4 0-48 0,-8-4-48 16,4 4-80-16,-8 0-296 15,0 0-849-15,0 4-1615 16,0 5-3826-16</inkml:trace>
  <inkml:trace contextRef="#ctx0" brushRef="#br0" timeOffset="142829.76">6676 17469 10402 0,'0'0'3232'0,"0"0"-1951"0,0 0-497 0,0 0-176 15,0 0-112 1,0 0-320-16,0 0 8 0,0 0-40 15,137-10 152-15,-116 10-224 16,-2 0 16-16,1 0 56 16,-8 3-48-16,0 4-96 0,-4-5-104 15,-4 2-264 1,0-1-376-16,-4 0-640 0,0 0-2657 31,0 4-2008-31</inkml:trace>
  <inkml:trace contextRef="#ctx0" brushRef="#br0" timeOffset="150704.41">7455 17208 936 0,'0'0'576'0,"0"0"-192"15,0 0 4401-15,0 0-2345 16,0 0-1151-16,0 0-329 16,0 0-16-1,0 0-208-15,11 0-32 16,-11 0 209-16,0 0 7 16,0 0-136-16,0 0-120 0,0 0-152 15,0 7-88-15,0 2-160 16,0 8-16-16,0 7-24 0,0 5-95 47,0 0-33-47,0 2-88 0,-7-3 88 15,3-4-88-15,0-7 8 16,0 0 40-16,4-8-56 0,0 1 8 16,0 0-8-1,0-8 0-15,0 2-48 0,8 2 0 16,7-6-8-16,6 0 56 31,3 0 136-31,4 0-136 0,-1 0 96 0,2 0-88 16,-5-3 0-16,-1 0-8 0,-3 3-72 15,-8 0-72 1,4 0-120-16,-12 0-233 0,4 0-295 0,-4 0-424 16,-4 9-432-1,0-2-777-15,4 0-2216 0,-4-2-704 0</inkml:trace>
  <inkml:trace contextRef="#ctx0" brushRef="#br0" timeOffset="151059.15">7670 17275 6025 0,'0'0'4753'16,"0"0"-3489"-16,0 0-168 0,0 0 57 15,0 0-369 1,0 0-128-16,4 31 104 0,0-8-24 31,1 2-64-31,-2 3-248 0,1 1-200 16,0 3-72-16,-4-4-55 15,0 4-33-15,0-6-56 0,0-1-8 16,0-2-8-16,0-5-104 16,0 2-241-16,0-2-559 15,-4 2-464-15,4-1-688 16,0-3-673-16,0-7-1632 16</inkml:trace>
  <inkml:trace contextRef="#ctx0" brushRef="#br0" timeOffset="151344.22">7881 17519 968 0,'0'0'872'0,"0"0"7642"16,0 0-6426-16,0 0-1216 16,0 0 89-16,0 0-321 15,0 0-336 17,0 0-200-32,0 71-56 0,0-56-48 15,0 4-112-15,0-7-176 0,0 8-753 16,0-2-775-16,0-1-969 15,0-7-1928-15</inkml:trace>
  <inkml:trace contextRef="#ctx0" brushRef="#br0" timeOffset="151895.06">8100 17237 856 0,'0'0'776'16,"0"0"3161"-16,0 0-665 15,0 0-1815-15,0 0-449 0,0 0 296 16,-19 69-336-16,9-39-287 16,8 4-193-16,-6 2 56 15,8-5-88-15,0-2-96 16,0-4-32-16,0-4-128 16,0-4-16-16,8-2 8 15,4-5 56-15,-4-6-240 0,7-1-8 31,-2-3-200-31,2 0 112 16,2 0 80-16,-6 0-104 0,2-3 48 16,-6-1 56-16,-3 1 8 15,0-4 0-15,-4 7 56 0,0-3-8 16,0 1-48-16,0-1 64 16,0 3-56-16,0 0 40 0,0 0-24 31,-11 0 104-31,-2 0 48 15,5 0-176-15,-7 8 0 16,2 9 8-16,2 2-8 0,3-4-360 16,8 5-744-16,0-2-1329 15,0-8-3504-15</inkml:trace>
  <inkml:trace contextRef="#ctx0" brushRef="#br0" timeOffset="152363.79">8455 17331 5033 0,'0'0'7657'0,"0"0"-6152"15,0 0-673-15,0 0 48 0,0 0-408 16,0 0-312-16,28-114-112 0,-24 105-40 31,-4 3 48-31,4 2-56 16,-4 4 8-16,0 0-16 15,0 0 8-15,0 4 0 0,0 11 40 16,0 12 408-16,0 7-96 16,0 7-96-16,0 1 8 0,0 3 16 15,0-2-72 1,-4-8-72-16,4-3-15 16,0-9-49-16,0-4-64 15,0-10-8-15,0 1-361 16,0-7-335-1,0-3-320-15,0 0-880 16,0 0-2657-16,0 0-1513 0</inkml:trace>
  <inkml:trace contextRef="#ctx0" brushRef="#br0" timeOffset="154110.85">8117 17471 368 0,'0'0'960'0,"0"0"-408"16,0 0-264-16,0 0 1664 15,-5 0 265-15,5 0-1033 0,-3 0 40 16,3 0 73-16,0 0-217 16,0 0-272-16,0 0-40 0,0 0-80 15,0 4-192-15,-5-1-103 16,5 3 87-1,-4 5-48-15,4 1-80 0,0 0-32 16,-3 5-24-16,3-5-56 16,0 1-64-16,0-1-48 0,0 1-8 15,0-4-24-15,0 1-88 16,3 0 8-16,6-4-16 31,-1-3 0-31,3 1-48 0,2-4 0 16,2 0-80-16,-2 0 72 15,2-7 40-15,2-2 8 0,-2-8-48 16,-2 5 40-16,-2 2-32 0,-3-2 48 16,-4 2 0-1,0-2 8 1,-4 5-8-16,0 1 8 0,0-1 40 16,0-2-48-16,0 2 8 15,-8 2-8-15,0 2 80 0,-3-1-32 16,-2 4 32-16,2 0-80 15,-2 0-40 1,1 0 32 0,1 0-32-16,2 0 40 0,5 0-8 0,-3 0 8 15,-1 7 0-15,-1 2 0 16,2 7-56-16,3-3-32 0,-5 2-688 16,6 7-920-16,-2-5-2529 31,5-2-2025-31</inkml:trace>
  <inkml:trace contextRef="#ctx0" brushRef="#br0" timeOffset="158984.41">5773 11633 1016 0,'0'0'984'16,"0"0"-504"-16,0 0-64 0,0 0-136 15,0-38 2113-15,0 25-1633 16,0 3-520-16,0 5 248 0,0-5 192 16,0 7 72-1,0-1-104 1,0 1 233 0,0 3 183-16,0 0-72 15,0 0-72-15,0 7-504 0,0 21-224 16,0 13 681-16,8 14-121 15,7 11-192-15,-2 4-96 0,1 0-168 16,-4-10-24-16,5-3-120 16,-7-12-56-16,1-11 0 15,-2-5-48-15,-3-9-48 0,0-6 0 0,-1-7 72 16,-3-3-64-16,0-4-16 16,5 0-176-1,-5 0-96-15,0 0-312 16,0-7-208-16,0-9-729 15,0-15-415-15,0 5-1913 16,-5-2-1536-16</inkml:trace>
  <inkml:trace contextRef="#ctx0" brushRef="#br0" timeOffset="159691.99">5736 11529 1712 0,'0'0'5561'0,"0"0"-4353"0,0 0-376 16,0 0 497-16,0 0-73 0,0 0-160 16,0 0-176-16,0 0-287 15,129 47-73-15,-91-28-240 16,-1 4-136-1,-9 2-80-15,0 3-40 16,-16 1-64-16,-4-4-96 0,-8 4 96 16,-8-7 96-16,-16-1 288 0,-7-1-184 15,-1-7 32-15,-1-4-136 16,1-5 32 0,9-4 24-16,3 0-104 15,8 0 24-15,7 0-72 16,1 0-160-16,4-4-288 15,0 4-136-15,4-6 192 0,13 6 288 16,-2 0 96-16,9 0-120 0,0 0 24 31,3 0-64-31,-2-3-112 16,3-4-160-16,0-2 87 16,-4-4 1-16,0-9 72 0,-4-3 72 15,-8-7 112-15,-5-3 56 16,-2 0 40-16,-5-3 80 0,0 0 40 31,0 0-40-31,0 0 104 16,0 3 88-16,0 3-88 15,-5 6 193-15,1 8 87 0,1 8 80 16,3 7-136-16,-4 3-200 16,4 0-208-16,0 13-160 0,0 15 160 31,0 6 152-31,4 15 24 15,8 1-96-15,0 1 24 16,-1-2-56-16,2-6-40 0,-6-1 0 16,5-8 8-16,-3-2-16 15,-2-10-56-15,-3-2-288 0,-1-8-664 16,7 1-737 0,-2-9-1239-16,-8-4-1193 15</inkml:trace>
  <inkml:trace contextRef="#ctx0" brushRef="#br0" timeOffset="159966.22">6154 11678 5009 0,'0'0'2376'0,"0"0"-1000"31,0 0 713-31,0 0-385 16,0 0-288-16,0 0-399 16,129 12-417-16,-101-12-200 0,0 3-288 15,-4 0-40-15,-4 4 24 32,-1-5-96-32,-2 3-224 0,-6 0-192 15,2-5-384-15,2 0-537 16,2 0-1079-16,-2-5-2201 0</inkml:trace>
  <inkml:trace contextRef="#ctx0" brushRef="#br0" timeOffset="160263.07">6387 11372 8809 0,'0'0'2225'16,"0"0"-1017"-16,0 0 785 0,0 0-665 15,0 0-360-15,-4 130-344 16,4-78-152-16,11-2-80 0,-3 5-216 31,1-4-48-31,-1-5-32 16,-2-1-96-16,-1-7-8 0,4 0-40 15,-5-9-80-15,-1-3-312 16,1-4-256-16,-4-7-416 0,8-8-1009 16,-1-1-2520-16,3-3-2024 0</inkml:trace>
  <inkml:trace contextRef="#ctx0" brushRef="#br0" timeOffset="160528.69">6696 11700 7617 0,'0'0'2905'0,"0"0"-2209"0,0 0 280 15,0 0 48-15,0 0 121 0,145 3-433 31,-113-3-480-31,-4 0-232 16,-9 0-192-16,-6 0-440 0,-5 0-521 16,-5 0-695-16,-3 0-1305 15,0 0-4232-15</inkml:trace>
  <inkml:trace contextRef="#ctx0" brushRef="#br0" timeOffset="160778.68">6714 11826 10474 0,'0'0'1864'0,"0"0"-624"15,0 0 457-15,0 0-281 0,0 0-696 16,0 0-344-16,0 0-280 0,131 10-96 15,-107-10-24 1,-6 0-424 0,0 0-320-16,2 0-648 0,-4 0-1521 15,-10 0-2400-15</inkml:trace>
  <inkml:trace contextRef="#ctx0" brushRef="#br0" timeOffset="161231.78">7367 11572 11202 0,'0'0'1920'0,"0"0"-671"0,0 0-297 15,-36-136-248-15,36 107-336 16,-3 7-24-16,3 9-192 15,0 1-8 1,0 12-40-16,0 0-104 0,0 0 0 16,0 9-176-1,0 20 176 1,0 9 256-16,3 6 112 0,5 5-120 16,5-6 0-16,-6 3-80 15,5-5-40-15,4-7-120 0,-8-2-8 16,4-6-88-16,-4-8-328 0,4-2-512 15,4-9-848-15,-4-5-2049 16,-1-2-1760-16</inkml:trace>
  <inkml:trace contextRef="#ctx0" brushRef="#br0" timeOffset="161567.87">7578 11405 9089 0,'0'0'3105'15,"0"0"-1705"-15,0 0 49 16,0 0-345-16,0 0-304 0,28 31-168 16,-7-16-112-16,-2 5-224 15,1-1-152-15,4-3-40 16,-4 4-32-1,-4-6-23-15,4 3-41 0,-8-5-8 0,-1-2-16 16,1 0-161-16,4-4-143 16,-3-3-224-16,2-3-24 0,1 0-232 15,4 0-448-15,0 0-681 32,5-3-711-32,-5-10-465 0,-1 0 336 15</inkml:trace>
  <inkml:trace contextRef="#ctx0" brushRef="#br0" timeOffset="161923.37">7889 11376 8313 0,'0'0'2537'0,"0"0"-345"0,0 0-103 16,0 0-625-1,0 0-496-15,0 0-496 16,0 0-272-16,0 0 112 16,9 67 41-16,2-30-185 0,-3 2-48 15,1-1-40-15,2-3-72 16,-7-1 56-16,4-1-64 0,-4 1 0 15,1-8-8-15,-5 2-168 16,0-2-144-16,0-5-313 0,0 2-367 16,0-1-600-16,3-3-305 0,5-5-1007 31,-4-2-2185-31</inkml:trace>
  <inkml:trace contextRef="#ctx0" brushRef="#br0" timeOffset="162298.34">8344 11592 2784 0,'0'0'11026'0,"0"0"-8953"16,0 0-1193 0,0 0 216-1,0 0-199-15,0 0-385 0,0 0-216 16,79 19-168-16,-58-19-16 0,-2 0-112 15,1 0-8-15,-4 0-160 16,-4 0-72-16,0 0-64 0,1 0-137 31,-2-3-343-31,1-1-464 16,0 1-744-16,-4 3-2289 0,-4 0-1873 16</inkml:trace>
  <inkml:trace contextRef="#ctx0" brushRef="#br0" timeOffset="162845.2">8885 11252 1344 0,'0'0'1152'16,"0"0"7098"-16,0 0-5994 15,0 0-591-15,0 0-9 0,0 115-424 16,0-81-464-16,0 1-279 16,0-3-121-16,0-3-72 15,0 0-96-15,0-8-64 0,9-1-80 31,-1-8-8-31,4 4-40 0,4-7 48 16,4-2 48-16,0 0 40 16,4-2-80-16,4-5-56 15,0 0-8-15,0 0-64 0,-1 0-64 16,-7 0-48-16,0 0-184 31,-9 0-256-31,3 0-473 0,-3 0-679 16,-3 0-2217-16,4 0-1384 0</inkml:trace>
  <inkml:trace contextRef="#ctx0" brushRef="#br0" timeOffset="163188.93">9170 11335 10082 0,'0'0'2720'0,"0"0"-935"16,0 0-329-16,0 0-600 0,0 0-152 31,0 0-72-31,0 111-200 15,0-67-111-15,3 4-177 0,-3-4-56 16,0 7-72-16,0-6 32 16,0-8-48-16,0 2-72 0,0-8-240 15,0 1-361-15,0-6-815 16,0-8-1112-16,8-7-4666 0</inkml:trace>
  <inkml:trace contextRef="#ctx0" brushRef="#br0" timeOffset="163563.91">9484 11557 656 0,'0'0'1032'0,"0"0"-400"31,0 0 7074-31,-17 123-5338 16,14-81-207-16,3-1-569 0,0-3-392 15,0 0-680-15,0-5-168 32,0-5-160-32,0-6-136 0,0-7-48 15,0-5-8-15,0-3-304 16,0-7-376-16,0 0-512 16,7 0-1617-16,-2-13-3976 0</inkml:trace>
  <inkml:trace contextRef="#ctx0" brushRef="#br0" timeOffset="164064.27">9798 11258 1880 0,'0'0'8970'0,"0"0"-7586"0,0 0 48 16,0 0 145-16,-19 102-537 15,3-48-376-15,0 3-8 0,0 1-96 32,4 2-56-32,4-6-143 15,8-4-113-15,0-8-144 0,0-1-40 16,5-9-56-16,10-4-8 15,1-9 0-15,0-2-8 0,4-5-104 16,4-9-144-16,-1-3 8 31,-6 0 31-31,7-10 73 16,-6-9 48-16,-4-3 16 0,-3 0 64 16,-7-3-16-16,0-1 32 15,-4 5 8-15,0-2 160 0,-15 7-120 16,-6 3 24-16,-3 10 129 15,1 3-25 1,-5 6 88 0,0 16-104-1,0 7-16-15,4 3-144 0,9 3-72 16,2-3-368-16,13-3-497 16,0-8-1095-16,20-1-2849 0,0-15-2681 15</inkml:trace>
  <inkml:trace contextRef="#ctx0" brushRef="#br0" timeOffset="164376.76">10269 11538 6561 0,'0'0'6985'16,"0"0"-5088"-16,0 0-113 15,0-105-488 1,0 89-607-16,0 4-345 16,0 5-144-16,0 7-176 15,0 0-24-15,0 7-136 0,0 14 136 16,0 18 0-16,-3 2 56 16,-6 7 64-16,5-1-48 0,0-2 16 15,0-4-88-15,1-3 0 16,3-7 0-1,0-2-224 1,0-3-528-16,0-7-1113 0,0-3-3576 0</inkml:trace>
  <inkml:trace contextRef="#ctx0" brushRef="#br0" timeOffset="170630.39">6060 12649 6385 0,'0'0'2960'0,"0"0"-1567"16,0 0 175-16,0 118-32 0,0-77-599 16,0 3-465-16,0 0-160 15,4-6-16-15,-1 1-64 47,1-8-136-47,-4-2-64 0,5-4 16 16,-5 1-48-16,4-6-200 15,-4-6-256-15,4 0-456 0,-4-5-793 16,4-9-1399-16,0 0-1281 0</inkml:trace>
  <inkml:trace contextRef="#ctx0" brushRef="#br0" timeOffset="171005.36">5972 12690 5265 0,'0'0'6449'0,"0"0"-5193"0,0 0-624 15,0 0 193-15,0 0-305 0,0 0-336 16,140-16-56-16,-105 16-72 31,5 13 32-31,-8 0-80 0,-4 2 0 16,-8 8 8-16,-8-4-16 15,-12 3 0-15,0-3 16 16,-16 4 120-16,-16-5 88 0,-4-2-16 16,-5-3-72-16,6-1 160 15,4-1-48-15,7-6-96 0,12-1-56 32,8-4-96-32,4 0-224 15,0 0-384-15,16 0-88 16,12 0-16-16,7-9-353 0,13-11-1151 15,-9 4-809-15,-2 0-1488 0</inkml:trace>
  <inkml:trace contextRef="#ctx0" brushRef="#br0" timeOffset="171736.27">6458 12564 224 0,'0'0'8105'0,"0"0"-5824"16,0 0-561-16,0 0 353 0,0 0-761 16,0 126-400-16,0-85-344 15,7 0-176-15,-1-5-72 0,1-1-168 32,1-7-144-32,-4-6 80 15,0-3-88-15,-4-9-8 0,0 0-104 16,0-8-72-16,0-2-288 15,0 0 8-15,0 0-96 0,-4 0-168 16,-4-9-280-16,-3-7-41 47,5-2 161-47,-1 2-272 0,3 0 736 16,4 0 424-16,0 3 72 15,0 6 136-15,0-2 304 16,4 9 232-16,3-3 168 15,6 3 65-15,3 0-257 0,0 0-232 16,5 0-296-16,-2 0 64 0,5 3-104 16,0-3-64-16,0 0-80 15,-5 0 0-15,6 0 40 16,-5 0 24-16,3 0-72 0,-3 0-8 16,-3 0-112-16,-6 0-56 15,6 0-88 1,-10 0-40-16,1 0-16 0,-4-6 144 15,-4-4-80-15,0-6 0 16,0-3-128-16,0-6 87 16,0 2 169-16,-8-5 128 0,-3 3 32 15,-2 0 32 1,5 5-8-16,1 1 305 16,-3 7 119-16,7 8 48 0,3-2-112 15,-4 6-40-15,4 0-176 16,0 0-184-16,-4 15 48 15,4 11 168-15,0 3 208 0,0 9-136 32,0-3-8-32,0 0 56 0,0 0-112 15,4-3-184-15,3-3-8 16,-1-4-40-16,2-4 32 31,-1-1-40-31,-3-8-200 0,4 4-248 16,-3-6-344-1,6-4-768-15,-3 3-2601 0,1-5-3041 0</inkml:trace>
  <inkml:trace contextRef="#ctx0" brushRef="#br0" timeOffset="172017.5">7124 12767 11450 0,'0'0'1576'0,"0"0"-375"15,0 0-105-15,0 0-352 16,0 0-464-16,115 0-120 0,-90 0-160 0,3 0-144 31,-5 0-560-31,-7 0-816 16,-4 0-913-16,1 0-2448 0</inkml:trace>
  <inkml:trace contextRef="#ctx0" brushRef="#br0" timeOffset="172236.24">7100 12878 8569 0,'0'0'2473'32,"0"0"-945"-32,0 0-112 0,0 0-671 15,118 0-473-15,-85 0-272 16,-5-3-384-16,-8 3-937 15,-4 0-2615-15,-7 9-697 0</inkml:trace>
  <inkml:trace contextRef="#ctx0" brushRef="#br0" timeOffset="172939.33">7961 12633 80 0,'0'0'9858'16,"0"0"-5681"-16,0 0-2713 31,0 0 48-31,0 0-496 16,0 0-520-16,0-115-279 0,-8 97-89 15,0 5-96-15,-4 3-32 16,-4 5-8-16,-12 5 0 0,0 0 8 15,-4 18-8-15,-3 10 0 16,7 4 8 0,0 4 0-16,16-5 40 15,4-2-40-15,8-4 0 0,0-3 32 16,8-9-32-16,12-4-72 16,0-5 72-16,4-4-8 0,0 0 8 15,0-7-8 1,-1-12-88-16,-3 0 40 15,-3 0 8-15,-2 1-1 16,-2-5 33-16,-2 7-40 0,-3 4 40 16,0 2 8-16,-3 7-64 15,-2 3 24-15,1 0 0 0,0 0-56 32,0 25 32-32,0 10 72 31,-4 6 152-31,4 11 80 0,1-3-135 15,-2 3 39-15,0-4-48 16,2-4 8-16,-5-6-88 0,4-7 0 16,4-5-8-16,-4-7 0 15,0-3-336-15,4-10-257 32,-1-3-927-32,-2-3-1521 0,2 0-3264 0</inkml:trace>
  <inkml:trace contextRef="#ctx0" brushRef="#br0" timeOffset="173158.07">8188 12871 568 0,'0'0'7897'0,"0"0"-4792"0,0 0-1001 16,0 0-87-16,0 102-537 15,0-80-712-15,0-3-464 0,0 0-88 16,0-3-208-16,0-3-8 0,0-3-368 16,0-5-640-16,8-1-1280 15,-3-4-3097-15,-1 0-3225 0</inkml:trace>
  <inkml:trace contextRef="#ctx0" brushRef="#br0" timeOffset="173737.19">8444 12591 256 0,'0'0'11954'16,"0"0"-9201"-16,0 0-1361 15,0 0-328 1,0 0-608-16,0 0-216 0,0 0-120 16,0 0-40-16,115 0 8 15,-87 7-80-15,-1 3-8 0,-2-1 0 16,-5 11 0 0,-8-6 16-1,-5 9-16-15,-7 0 0 16,0-5 0-16,-4 5 168 0,-15-7 177 0,-2-3-145 15,1-10-56-15,5 2-48 16,-1-5-24-16,7 0-24 0,6 0-40 47,3 0-8-47,0 0-112 16,0 0-112-16,3-5-48 15,17 2-201-15,0-4-15 0,5 7-8 16,-1 0 104-16,0 0 256 15,-1 12 40-15,-6 11 72 0,-2 5 24 16,-6 4 8-16,-9 0 152 16,0 0 136-16,-4-7 128 0,-16 0 144 31,-8-6-31-31,-4-3-217 16,-4-6-40-16,-1-7-16 15,2 1 56-15,3-4-32 0,9 0-168 16,6-10-120-16,6-3-144 15,7-2-392-15,4-2-416 0,0 2-1593 0,11 3-7433 16</inkml:trace>
  <inkml:trace contextRef="#ctx0" brushRef="#br0" timeOffset="174315.28">9288 12731 1000 0,'0'0'2136'16,"0"0"3777"-16,0 0-3552 31,0 0-225-31,0 0 9 0,-32-117-777 15,17 99-600-15,-5 8-232 16,0 3-119-16,-8 7-209 0,-12 0-144 16,3 19-56-16,2 13 88 15,4 3 32-15,3 6 32 32,11-3 16-32,9-7-32 0,8-2-16 15,0-6-32-15,0-7-96 16,17-7 0-16,2-6 0 0,9-3 0 0,0 0-8 15,4-16-64-15,-4-9 8 16,-1 0-8-16,2-4 16 16,-9 0 8-16,3 4-16 15,-6-1 0 1,-1 8 48-16,0 2 8 16,-5 7-40-16,-2 9 40 0,2 0-64 15,-3 25 72-15,-3 19 200 0,3 10 88 16,-4 13 16-16,3-1-16 15,-3-2-48 1,0-7-40-16,-4-9-96 16,5-10-40-16,-1-6-64 15,-4-10 0-15,0-7-128 0,0 2-320 16,0-5-416-16,0-2-1201 16,-9-8-5512-16</inkml:trace>
  <inkml:trace contextRef="#ctx0" brushRef="#br0" timeOffset="180849.45">447 17005 232 0,'0'0'24'0,"0"0"5057"16,0 0-4057-16,0 0-240 0,20 38 480 15,-20-29-15-15,4 4-265 16,4 1-120-1,-5 1 40-15,1-3-40 16,1 5-39-16,3 1-65 0,0 5-136 16,-4-1-104-16,4 7-72 15,0 0-104-15,-4 5-48 0,4 7 104 16,-5 5-104-16,1 0-72 31,1 5-96-31,-1-1-8 0,0-1 0 16,4 2-48-16,-5-3 0 15,1-4-16-15,5-7 16 0,-5 2-64 16,-4-7-8-16,8 2 8 16,-5-8 8-16,-3 3-8 31,4-7 0-31,0 0 0 0,5-7-8 16,-5 4 8-16,0-6-8 15,-1 1 0-15,5-5 0 0,-3 0-72 16,3-3-16-16,-2 1 24 15,-1-1 8-15,8-2 8 16,-6-2 48 0,1 1 8-16,4 1 0 0,-4 2 0 15,4 1 0-15,1-5 8 16,-6 5-8-16,1-1-8 0,-1-2 8 16,2-1-8-16,-1 4 8 15,0-5-8 1,3-2-48-16,-2 3 48 15,10-3 0-15,2 0-96 0,7 0 96 16,4 0 0-16,7 0 80 16,5 0 16-16,4 0-80 0,4-5-8 15,-4 1 72-15,3 1-72 32,-6 3 0-32,-2 0-8 0,-7 0 8 15,0 0-8-15,0 0 48 16,-4 0-48-16,4 0-8 0,-1 0 0 15,6 0 0-15,-5 0 0 16,3 0 8-16,1 0 8 31,4 0 0-31,-1 0-8 0,2 0 8 16,-2 0-16-16,2-3 0 16,-2-1 0-16,1-2-64 0,4-1 64 15,0-2-40-15,-1 3 40 16,2-1 0-16,2-2-8 15,1-1 8 1,0 0-8-16,-1-2-32 0,1 3 0 16,4-1 40-16,-4 0-80 15,4 1 16-15,-2 4 24 0,-5-2-64 16,7 0 48-16,-4 4-24 16,-4 0 40-1,-1 3-8-15,1 0 48 16,-3 0 8-16,2 0 0 0,-3 0-8 15,0 0 8-15,4 0-8 16,-5 0 8 0,-2 0-56-16,2 3 56 15,1 0 8-15,-4 0-8 16,4 1 8-16,0-2 0 16,0 3 0-16,4-3 0 0,-5 1-8 15,2-3 56-15,2 7-48 16,-3-7 0-16,0 2-8 15,0 5 8 1,-1-7 8-16,1 3 40 16,-4 0-8-16,8-3-32 0,-8 0 40 15,7 0-48-15,-7 3 40 16,4 1-40-16,0-4 0 0,0 0 8 16,0 0-8-16,0 0 0 15,3 0 0-15,-2 0 8 16,2 0-8-1,1 0 64-15,0 0-64 16,4 0 48-16,-4 0-40 0,3 0 48 16,1 0-64-16,0-4 8 0,0 1 0 15,-1 0 0-15,2 0-8 16,-5-4 8 0,3 2 0-1,1-2 64-15,0 5 16 0,-5-3-80 16,6-1 56-16,-1 3-56 0,-5 0 0 15,1 3 40-15,-1 0-40 16,2 0 57-16,-7 0-17 0,3 0-40 16,-1 0-8-16,-4 0 8 15,4 0 8 1,-1 0-8-16,2 0 8 16,3-3-8-16,-1 3 64 15,5 0-64-15,0-3 40 0,0-1-48 16,0 4 8-16,4-2 0 31,-9-3 0-31,5 5 0 0,-4 0 0 16,-2 0 0-16,0 0 0 15,-3 0 8-15,2 0-16 16,-6 0 0-16,5 0 8 0,-4 0 0 16,0 0 0-16,7 0-8 31,-3 0 0-31,0 0 8 0,8 0 0 15,4 0-8-15,0 0 8 32,4 0 0-17,-4 0-8-15,7 0 0 16,-7-2 8-16,3-1-8 0,-3 3 0 16,0 0 0-16,4 0 8 15,-4 0-16-15,-4 0 8 0,-1 0 0 16,1 0-8-16,0 0-56 0,-4 3 56 15,4-1 8-15,-1 3 0 16,-3-3 0-16,4-2-8 0,4 4 0 16,-4-4 8-16,-1 0 0 15,1 0-8-15,-3 0 0 0,2 0 8 16,-7 0 0-16,0 0 0 16,-4 0-8-16,0 0 8 15,-1 0 0-15,-3 0-8 0,1 0 8 31,2 0-8-31,-3-4-40 0,0-3 48 16,-5 5-8-16,1-1 8 16,-4 0 0-16,-4-4-8 15,-7 7 8-15,-9-3 0 0,-1 0 0 16,-3 3 0-16,-4-4 8 31,4 2 40-31,-4-1-48 0,0 3 8 16,0-4-8-16,0 1-8 15,0-4 0-15,0 5-40 16,0-8 48-16,0 0 0 0,0-2 8 0,0-1-8 16,0-6 48-1,0 0 24 1,-4-3-64-16,-5-4 64 0,7-5-56 16,-6-1-8-16,-1-3 0 15,5-2 0-15,-7-2 0 16,7-5-8-16,-9 3 8 0,9-5 0 0,1 3-8 31,-5-2 8-31,4 7 48 16,4 2-48-16,0 5 40 0,0-1-40 15,0 6 80-15,0-3-80 16,0 5 40-16,0 2-32 16,0-1-8-16,0 4-8 0,0 3 0 31,0 0 8-31,0 7 40 0,0 0-24 31,0-1 24-31,0 0 8 16,0 7-48-16,0-3 0 15,0-1 0-15,0 4 0 0,0 1-8 16,0-1 8-16,0 3-8 16,0-4 0-16,0 1 0 0,0 3 0 15,0-4-8-15,0 1-48 16,0 3 48-16,-5-3 0 15,1 0 0-15,0 3 8 0,-4-3 16 16,5 3-8-16,-6-3 8 16,5 3-16-1,-3 0 0-15,-1 0 0 0,0 0 0 16,-4 0 0-16,0 0 0 16,-8 0-8-16,-4 0 8 15,1 0 0-15,-9 0 0 0,-1 3 0 16,-3 3 0-1,-4-3 8-15,0 4 0 16,1-4-8-16,-2 1 8 0,1-4 32 16,1 0-40-16,7 0 0 15,0 0 0-15,0 0 8 16,8 0 0-16,-3 0-8 0,2 0 8 31,2 0-8-31,3 0 0 0,-3 0 0 16,6 0 0-16,-3 0 8 15,1 0-8-15,2 0 0 16,-2 0-8-16,-5 0 8 0,4 0-8 16,-5 0 0-16,-3 0 8 31,0 0-8-31,-3 0 8 0,-5 0 8 16,4 0-8-16,-4 0 0 15,-3 0 0-15,2 0 0 16,-6 0 0-16,3 0 48 0,4 0-48 15,-4 0 0-15,8 0-8 16,-4 0 0 0,1 0 8-16,3 0 0 15,4 0 0-15,0 0 0 0,0 0 8 16,0 0-8-16,0 0 0 16,0 0 0-16,0 0 0 0,-4 0 0 15,0 0 0 1,0 0 0-1,1 0 0-15,-5 0 0 0,4 0 0 16,0 0 0-16,0 0 0 0,0 0 8 16,5 0-8-16,-6 0 8 15,2-4-8-15,3 1 0 0,-8-1 0 32,0 1 0-32,4 3 0 15,-4 0 0-15,4 0 0 0,-4 0 0 16,5 0-8-16,-1 0 0 15,0 0 0-15,-4 0 8 0,4 0 8 16,-4 0-8-16,4 0 0 16,-4 0 8-16,0 0-8 31,-3 0 8-31,-5 0-8 0,4 0 8 16,0 0-8-16,-4 0 8 15,1 0-8-15,-2 0 0 0,6 0 0 16,-6 0 8-16,6 0-8 15,-5 0 0 1,4 0 0-16,0 0 0 16,-3 0-8-16,2 0 8 0,-2 0 0 15,3 0 0-15,0 0 0 16,0 0 0-16,5 0-8 0,-6 0 8 16,5 0 0-16,-3 0 0 15,3 0 0 1,-5 0 0-16,1 0 0 15,0 0 0-15,2 0 0 0,-7 0 0 16,6 0 0-16,-6 0 0 16,-2 0 0-16,3 0 0 0,-3 0 0 15,2 0 8-15,-2 0-8 32,2 0-8-32,-2 0 8 0,-1 0 0 15,1-6-8-15,-2 3 8 16,1 0-64-16,1 0 56 0,-5 3 8 31,5-4 0-31,-6 4 0 16,1-3 0-16,-4 3 0 15,-3 0 0-15,-1-3 0 0,0 3-16 16,0 0 8-16,0-4 0 16,0 4 0-16,5 0 0 0,-4 0-8 15,3 0 16-15,0 0-16 16,4 0 8-1,-4 0 0 1,1 0 0-16,2 0 8 0,5 0-8 16,-3 0 8-16,3 0-8 0,-4 0 8 15,4 0-8-15,0 0 0 0,1 0 8 16,-1 0 0 0,-2 0-8-1,4 0 8-15,-6 0 0 16,-1 0 0-16,3 0 0 0,-6 0-24 0,4 7 16 15,-1-4 8-15,3 1 16 16,-3 2 0-16,1-3-8 0,5 0-8 31,-5 0-8-31,9 0-8 16,-6 1 0-16,5-1 8 16,0 1 8-16,5-1-8 0,-5-3 8 15,4 2 0-15,0-2 0 16,-5 0 8-16,3 0-8 0,-3 0-8 15,6 0 0-15,-9 0 8 32,8 0 8-32,-4 0-8 0,0 0 8 15,1 0-8-15,-6 0-8 16,6 0 8-16,-5 0-8 0,0 3 8 16,4 1 8-16,4-1-8 31,-3 0 0-31,3 0 0 15,4-3 8-15,-4 3-8 0,0 1-8 16,8-1 8-16,0 0 8 16,0 0-8-16,0 4 0 0,8-5 8 15,5-2-8-15,-1 3 0 32,-1 1 0-32,5-4 0 15,9 0 0-15,-6 0 16 0,10 0 0 16,-1 0 40-16,4 0-56 15,0 0-8-15,-4 0 8 0,4 0-8 16,-4 0 8-16,0 0 0 16,1 0-56-16,-2 0 40 15,-8 0-32-15,10 0 40 0,-4 0 8 16,-3-4-8-16,-1 4 0 16,4 0-64-16,-6 0 64 0,2 0 8 15,-10 0-8-15,10 0 0 31,-10 0 8-31,6 0 0 16,-5 0 8-16,3 0-8 0,2 0-8 16,-2 0 0-16,5 0 0 15,5 4 8-15,3-4-8 0,4 3-64 0,0-3-80 16,0 0-184 0,0 4-217-1,0-2-479-15,8 1-584 16,7 1-497-16,2 2-2015 0,-6-6-578 15</inkml:trace>
  <inkml:trace contextRef="#ctx0" brushRef="#br0" timeOffset="185913.29">5641 12455 56 0,'0'0'6297'15,"0"0"-3184"-15,0 0-1897 0,0 0-184 0,0 0-32 16,0 3-136-16,0-3-327 16,0 0-33-16,0 0 104 15,0 0-48-15,0 0-48 0,0 0-88 32,0 0-56-32,0 4-72 0,0 6-48 15,0 11 96-15,0 7 184 16,0 15-167-1,0 7-81-15,0 4-32 0,0 4-56 0,0-2-96 16,0 5 24-16,0-4-24 16,0-3-88-16,0-4 40 31,0-2 16-31,0-3-48 0,0-8-8 16,0 2 80-16,0-4-80 15,0-4 0-15,0 1 0 0,0-3 8 16,0-7-8-16,0 0 0 0,0-3 8 15,0 4-8 1,0-8-8 0,0-2 8-16,4 0 0 0,1-4-8 15,-5 2 0-15,3-6 0 16,1-2-40-16,0 4 40 0,-4-5-56 16,4 2 8-16,0-1 0 15,-1 3 40 1,2-2 8-16,3 3-8 15,0-4-16-15,-4 2 16 0,4-1 0 32,4 1 8-32,3-1-48 0,6-1 48 15,-1 1-16-15,8-4-48 16,-1 0 56-16,6 0 8 16,-1 0-8-16,3 0 0 0,1 0 0 15,4 0 0-15,4 0 0 16,0 0 0-16,11 0 0 0,5 0 8 15,4 0-8-15,7 0 16 16,2-4-8-16,-2 4 8 31,-3-7-8-31,8 5 8 0,-10-1 0 16,7-4 0-16,-1 5-8 16,0-1 0-16,0-1 8 0,3-3 0 15,-3 5-8-15,0-2 0 16,-4 1 0-16,3-3 0 15,-4 3 0 1,6-1-8-16,-6 1 0 0,1 3 8 16,0-2 0-16,0-1-72 15,-4 3 72-15,7 0-8 32,1 0 8-32,-1 0 0 15,1-4 40-15,4 4-40 16,-4-3-56-16,4 3 48 15,-1-4 0-15,2 4 8 0,-2-3-48 16,1 0 48-16,-5 0-8 16,6-1-8-16,-2 4 8 0,1 0-48 15,-4 0 40-15,-1 0 16 16,5 0-16-16,-4 0 8 0,-5 0-64 16,-2 0 0-16,-1 0 64 15,-5 0-40-15,-4 0-24 0,1 0 16 16,-11 0 16-16,-2 4 40 15,-2-1 0-15,-6 3 0 47,-3-6-48-47,4 4-48 0,-8-4 24 16,11 0 64-16,-7 0-40 16,9 0-32-16,-2 0-41 0,1 0 41 15,-1 0 80-15,-2 0-8 16,-1 0 0-16,0 0-88 0,-8 0 96 15,3-4 8-15,-3 4 0 0,-4-3 0 16,-1 0 0-16,-2 3-8 16,-5 0 0-16,0-3 0 0,-9 3 0 15,2-4 0-15,-5 4 0 16,-4 0-8 0,0 0 8-16,0 0 0 15,0 0 8-15,0-2-8 0,0-1 56 31,0-1-48-31,0-2-8 16,4-7 0-16,-4 0 0 0,0-9 8 16,0 0 8-16,0-7-16 15,0-2 0-15,0-5 72 0,0-5-64 32,0-3 41-32,0-4-41 15,0-3 0-15,0 1 64 0,0-4-64 16,0 0 48-16,0 4-40 15,0-2-8-15,0 8 88 16,-4-1-40-16,4 4-48 0,0 6 56 16,0 0-64-16,0 6 0 15,0 5 0-15,0-3 0 0,0 9 0 16,0 2 0-16,0-3 0 16,0 6 8-16,0 0-8 15,0-2 0-15,0 5 0 0,0 0-72 16,0 1 64-1,0 2-56-15,0 4-8 16,0 1 24-16,-8-1 32 0,3-1-56 16,-2 1 0-16,-5 3 72 15,-4 0 0 1,-4 0 0-16,0 0-8 16,-12 0 8-16,1 0 8 0,-11 0-8 15,0 0-8-15,-6 0 8 16,-4 0 0-16,0 0 0 0,-5 0 0 15,-3 0 0-15,5 0 0 32,0 0 0-32,-5 0 40 0,5 0-40 15,-1 0 0-15,-4-4 8 16,4 4-8-16,4-3 0 16,-8 3 0-16,1 0 64 0,-1 0-56 15,-5 0-8-15,2 0-48 16,-5 0 48-16,-3 0 8 0,2 0-8 31,-2 0 0-31,0 0-8 16,-2 0 8-16,2 0 8 15,-1 0-8-15,4 0 8 0,0 0-8 16,5 0 0-16,-5 0 0 16,8 0 0-1,0 0-8-15,1 0 0 16,3 0 8-1,4-3 32-15,-3 3-32 16,6 0 0-16,-3 0 0 16,1 0 48-16,-1 0-48 0,4 0 0 15,0 0 0 1,4 0 0-16,-3 0 0 16,2 0 16-16,-2 0-16 15,3 0-16-15,0 0 8 0,-4 0 8 16,1 0 0-16,-1 0 0 15,3 0 0-15,-2 0 0 0,0 0-8 16,-2 0 8-16,5 0-8 16,-3 0 8-16,2 0 0 0,-2 0 8 15,3 0-8-15,4 0 0 16,-7 0 8-16,6 0 32 0,-2 0-32 16,-1 0-16-16,4 0 8 31,0-3-8-31,0-1 8 0,-4 2 0 15,5-1 0-15,-7-1 0 16,8 1 8-16,-6 0-8 16,0 3 8-16,-4 0-16 0,1 0 8 15,2 0 0-15,2-2 8 16,3 2-8-16,0-4 0 0,4 4 0 31,4-3-8-31,0-1 16 16,1 1-8-16,3 0 8 0,3 0 8 15,1-1-8-15,9 1 40 0,3 1-40 16,3 2-8 15,2 0 72-31,7 0-64 0,0 0-8 0,0 0-56 0,0 0 48 16,0 0 0-16,0 0 0 16,0 0-8-16,0 0 8 15,0 0-8-15,-4 0-40 0,4 0-40 31,-4 0 40-31,0 0 7 0,4 0-15 16,0 0-64-16,0 0-168 16,0 0-472-16,12 0-1136 15,8 0-2017-15,-1 0 928 0</inkml:trace>
  <inkml:trace contextRef="#ctx0" brushRef="#br0" timeOffset="189063.57">8631 17420 80 0,'0'0'80'0,"0"0"-72"16,0 0 1064-16,32 0 3345 15,-24-2-3633-15,3-1 208 0,1 3 432 16,0-7 393-16,1 5-609 16,2-2-128-16,2 1-304 15,2-1-255 1,1 4-89-16,1-3-128 16,2 0 64-16,5 0-64 15,8-1-144-15,0-1-64 0,4-2 24 0,4-2 0 0,-1-1-112 16,6 0 96-16,-3 0-96 15,3 2 64-15,-2 1-64 16,2-3 0 15,3 3 0-31,-5-2-8 16,5 4 0-16,0-5 16 0,-1 4-16 16,5-5 8-16,0 6 72 15,0-2-16-15,0 2 24 16,4-6 0-16,-5 5-8 0,5-3 0 31,0-4-16-31,0 4-16 16,-1-1-40-16,-3 0 56 0,0 1 0 15,0-1-16-15,0 1-40 16,4 2 72-16,-6-6-16 16,3 4-16-16,-1-3 0 0,0-5-40 15,4 2 72-15,-4-1-32 16,4 0-48-16,-1-3 72 0,1 3-64 15,-4-2 8-15,3-2-16 16,-3 4 8-16,-4-3 8 16,0-3-16-16,-1-1 16 0,-2 2-8 15,-6-5 8-15,5-3-8 16,1 0-8-16,-10 5 0 0,5-8 16 31,-4 3-16-31,-4-3 8 16,-1 1-8-16,-3-1 8 15,-4-4 0-15,0 2 0 0,0-1 0 16,-4 0-8-16,-2-3 8 16,4 1-8-16,-2-2 8 0,-4-2-8 31,3 0 0-31,1 5 40 16,-3-3-40-1,2 9 0-15,-3-5 0 16,-4 6 48-16,5-3-40 0,-6 0-8 15,1 1 48-15,0-1-32 0,0-4 112 0,-4 2-24 16,4 2-96 0,-4-5 168-1,-2 5-128-15,0-6 104 16,-2 3-40-16,3 0-39 16,-7 0 7-16,4-1-24 15,-3 4 16-15,3 1-64 0,-8-4 0 16,3 4 64-16,1-2-56 15,-4 1 32-15,4 1-48 16,-4-1 0-16,5-2 0 0,-5 1 8 16,4 5-8-1,-4-3 8-15,0 2-8 16,0 4 8-16,4-7-8 0,-4 3 0 0,0 1 0 16,0-4 0-16,0-3 0 0,0-1 8 15,0-1-8-15,0-1 8 16,0 0-8-16,-4 0 0 15,0-1 0-15,-1 2 8 16,1 2 8-16,-3-3-8 0,3-1-8 0,-5 1 16 31,6 3-8-31,-2-3 48 16,1 4-48-16,-4-2 0 0,1 2 0 16,3-5 0-1,-6 7 0-15,4-2 40 16,-2-1-40-16,0-4 0 15,0 5 0-15,-4-5 0 16,-1 5 0 0,2-1 0-16,-2 0-8 0,6-3 16 15,3 6-8-15,-4 0-8 0,4-3 0 16,4 0 0-16,-7 4 8 16,3-5-16-1,-1 5 8-15,-3-4 0 16,0 0 0-16,5 3 0 15,-10 0 40-15,5 4-40 0,-4-4 0 16,0 0 0-16,1 1 0 16,-1-1 0-16,-1 1 8 0,-2-8-8 31,-2 1 8-31,6-1-8 16,-5 5 8-16,3-4-8 0,-2 0 8 15,3 3-8-15,-2-2 0 16,4 1 0-16,2 4 16 15,1 0-16-15,-6 4 8 0,5-1-8 32,4 4 8-32,-4 2-8 15,0-5 0-15,4 7 0 0,-4-6 56 16,1 2-48-16,-6 2 0 0,1-5 0 16,0 3 0-16,-3 0 0 15,-2-1-8-15,1-3 0 16,0 4-8-1,1-3 8-15,-5 1 0 16,4 3-72-16,0-2 72 0,-4 4 0 0,4-3-8 16,-4-1-56-16,4 2 56 15,-4 0-32-15,0-1 40 16,-3-4 0 0,2 4 0-16,-3-7 0 15,0 4 0-15,5-1-8 16,-1 1 0-16,4 3 0 0,0-4-40 15,3 7 48-15,-2-1 0 16,3 5 0-16,4-6-8 0,-4 7 8 31,0-3 0-31,0-1 0 16,0 4-8-16,4 0 0 0,-4 3-40 16,4 0-24-16,1 5 72 15,3 3 0-15,-1-1 16 16,1 4-16-16,4-4 0 0,-4 5 8 15,4-2-8 1,-4 1 16 0,0 3-8-16,4-3-8 0,-3 0 8 15,3-4-8-15,-9 7 0 0,5-5 0 16,0-2-152-16,-4-3 96 16,-8 0 56-16,4-2 0 15,-8 0 0 1,1-1 8-16,-5-3-8 15,0 0 0-15,0-3 0 0,-4 3-8 16,4 3 8-16,-4 1 8 16,4-2-8-1,0-1 8-15,4 5-8 16,4 1 8-16,5 3-8 0,2 3 0 16,5-1 0-16,4 4 0 15,0 0-64-15,0 0-16 0,0 0 8 16,0 0-105-16,0 9-23 15,0-2-48-15,8-1 64 0,-3 4 32 32,3-4-56-32,-5-2-32 15,1-1 8-15,0-3-16 0,-1 2-88 16,2-2-224-16,7 3-520 16,-8-3-761-16,4 4-1383 15,-4-4-2890-15</inkml:trace>
  <inkml:trace contextRef="#ctx0" brushRef="#br0" timeOffset="190847.31">10682 11659 40 0,'0'0'40'16,"0"0"24"-16,0 0 5057 15,0 0-4129 1,0 0-312-16,0 0 664 16,0 0-71-16,0 46-297 31,0-41-192-31,0 0-256 0,0-1-96 16,0-4 32-16,0 0-48 15,0 0-40-15,0 0-136 0,0 0-24 16,0 0-87-16,0 0 55 15,0 0 112-15,0 0-80 16,0 0 72-16,0 0 24 0,0 0 32 16,0 0-136-1,0 0-64-15,0 6-72 16,0 6 0-16,0 7 152 0,0 4-24 16,0 6 16-16,0 2 32 15,10 2-64-15,-2-2-48 16,0-2-8-16,-1-1-120 15,2-9 64-15,-1 0-72 16,-1-9 0-16,-4-1 0 0,3-3-8 16,-6-6 0-16,4 0 8 15,0 0 8-15,0 0 8 16,-4-9-16 0,2-7 0-16,-2 0 0 15,0 0 0-15,0-3-48 0,0-3 40 16,-2 3 0-16,-10-3 0 15,3-4 8 1,2 1 0-16,-5 0 0 16,0-4 0-16,4 4 8 15,-4-4-8-15,0 4 0 0,4 3 0 16,0 6 8-16,0 4 0 0,4-2 8 16,0 8-8-16,4-1 8 15,-4 5 40-15,4-1 16 16,0-1 8-16,0 1-8 15,0 3 32-15,0 0-8 0,0 0-32 0,0 0-16 32,0 0 40-32,0-3 8 0,0 3-32 31,4-4-16-31,4 4-40 16,4-3 88-1,0 3-48 1,4 0-40-16,3 0 57 0,2 0-57 0,-1 0-8 15,3 0 8-15,1 0 0 16,0 7 0-16,0-1 0 0,-9 1 0 16,2-5 8-1,-5 1-16 1,0 1 8 0,-8-1-8-16,0-3 0 15,-4 0-8-15,0 0 0 16,0 0 0-16,0 0 0 15,0 0 8-15,0 0-8 0,0 0 8 16,0 0 0 0,0 0 8-16,0 0 8 15,-4 3-8-15,0-3 8 16,4 3-8-16,0-3-8 0,0 4 0 16,0-4-8-16,0 0 8 15,0 0-16-15,0 0-32 0,0 0 40 16,0 0 8-16,0 0 0 31,0 0 8-31,0 0 8 0,0 0 40 0,0 0-56 16,0 0 8-16,0 0 48 15,0 0-48-15,0 0 40 0,0 0-32 16,0 0 40-16,0 0-48 16,0 0-8-16,-8 0 0 0,0 0 0 15,-7 7 8-15,-2 2-8 0,-3 10 8 31,-8 6-8-31,4 7 8 16,-7 6 40-16,7 3-32 0,0-6 40 16,0 6 16-16,8-9-24 15,0-7-48-15,8-3 8 16,0-2-8-16,8-11-8 0,0 1 0 31,0-4 0-31,0-3-48 0,0-1-16 16,0-2-8-16,0 0-16 15,4 0 0-15,4 0 24 16,0 0 0-16,4 0 64 0,-4 0 0 16,2-5 0-16,0-4-8 15,6-5-57-15,-4-1 65 0,0-7-112 16,-5 0 112-16,2-4-96 16,3-3 32-16,-5 1-8 15,1 2 72-15,-3-3 0 0,3 8-48 0,-5 2 48 16,1 2-56-16,0 8 8 15,-4 0-8-15,0 9-64 32,3-4 48-17,-3 4 8-15,0 0 16 16,0 0-64-16,0 10-32 16,-3 12 136-16,-8 7 16 0,-2-4 8 15,0 4 40-15,3-4 24 0,6-3-16 16,-5-6 8-16,9-3-64 0,-3-6 8 31,3-4 0-31,0-3 0 16,0 0 40-16,0 0 16 15,0-3-56-15,6-17-8 0,4-1-152 16,-2-2-32-16,-1 4 16 0,-3 0-128 16,0 2-112-16,-4 17-48 15,0 0-1056-15,0 0-5098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6-17T21:55:31.8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2584 11032 1408 0,'0'0'1208'0,"0"0"2817"0,0 0-1609 31,0 0-1719-31,16 10-377 0,-13-6 392 16,-3-4-112-16,0 0-136 16,4 0 120-16,-1 0 24 15,-3 0-64-15,0 2 89 0,0-2 7 32,6 0-48-32,-6 0-80 15,0 4-72 1,4 5-168-16,0 13 72 0,0 10 280 0,-2 13-208 15,-2 12 72-15,0 3-215 16,0 7-25-16,0-6-96 0,0-1-32 16,0-6-16-16,0-13-88 15,0-3-8-15,0-13-8 0,0-9 0 16,0-5-400-16,9-11-873 16,0-14-1063-16,-1-4-3025 0</inkml:trace>
  <inkml:trace contextRef="#ctx0" brushRef="#br0" timeOffset="421.85">2564 10976 4336 0,'0'0'6586'16,"0"0"-5586"-16,0 0 96 0,0 0 537 15,0 0-417-15,0 0-656 0,0 0-296 32,0 0-184-32,0 0 240 15,46-22 24-15,-8 22-8 0,-2 12-48 16,-5 4-168-16,1 6 56 16,-4 4-24-16,-12-1-104 0,-4 7-24 15,-12 0 96-15,0 2-120 16,-4-2-8-16,-24-3 8 0,0 0 57 31,-4-11 7-31,8-2-16 16,-4-4 40-16,8-5 8 15,1-7-8-15,9 0-40 0,0 0-40 16,6 0 0-16,4-3-8 16,0-1-168-16,0-1-72 0,0 5-9 15,7 0-271-15,20 0-864 16,-1 0-1833-1,-6 0-4576-15</inkml:trace>
  <inkml:trace contextRef="#ctx0" brushRef="#br0" timeOffset="734.33">2955 10794 5753 0,'0'0'7673'0,"0"0"-6344"16,0 0-441-16,0 0-216 15,0 0-88-15,0 0 200 16,52 118-192-16,-37-58-192 16,2 0-255-16,-6 1 15 0,5-7-152 15,-9-7 0-15,2-5 40 0,-1-6-48 16,-4-12-8-16,-4-5-152 31,4-6-257-31,0-6-471 31,-4-7-376-31,4 0-608 0,0-22-913 16,-4-5-1824-16,0 2-1224 0</inkml:trace>
  <inkml:trace contextRef="#ctx0" brushRef="#br0" timeOffset="1156.17">3050 11153 2968 0,'0'0'2705'0,"0"0"151"15,0 0 97-15,0 0-785 0,0 0-943 16,0 0-441 0,-8-6-336-16,16 6 32 15,12 6-8-15,0 1-56 0,8-2-104 16,-4-1-88-16,0 3-64 16,3-7-24-16,-7 0 0 15,0 0-88-15,-3 0-40 0,-2 0-8 16,-3 0-88-16,4 0-112 15,-4-7-144-15,0-6-128 16,0-6 120-16,-8 1-40 16,0-8 144-16,-4-3 64 15,0-3 32-15,0 1 64 16,0-1 72-16,-4 3 8 0,-8 4 0 16,8 7 8-16,1 8 208 15,-2 3 56 16,5 7 104-31,0 0-232 16,0 29-136-16,0 16 424 16,0 5-8-16,0 7-96 0,0 4-40 15,0-7-64-15,5-7-120 16,2-2-47-16,1-10-49 0,-4-3-17 31,0-13-231-31,1-1-368 16,2-11-600-16,1-4-1953 15,-4-3-4120-15</inkml:trace>
  <inkml:trace contextRef="#ctx0" brushRef="#br0" timeOffset="1390.55">3668 11172 8249 0,'0'0'4009'0,"0"0"-3497"16,0 0 408-16,0 0 561 16,0 0-729-16,132 17-472 15,-97-17-104-15,1 0-176 0,-4 0 0 16,-4 0-768-16,-8 0-488 16,-8 0-993-1,-9 0-1808-15,-3 0 176 0</inkml:trace>
  <inkml:trace contextRef="#ctx0" brushRef="#br0" timeOffset="1593.66">3696 11309 7433 0,'0'0'5393'0,"0"0"-4529"16,0 0 673-16,0 0-249 15,0 0-344-15,0 0-536 0,0 0-216 16,127 16-192-16,-99-16-24 16,-4 0-776-1,-7 0-1048-15,-6 0-3201 16,-7 0-4177-16</inkml:trace>
  <inkml:trace contextRef="#ctx0" brushRef="#br0" timeOffset="2234.77">4685 11007 5049 0,'0'0'4825'16,"0"0"-3073"-16,0 0 480 16,7 156-583-16,1-83-441 0,-4-3-472 31,9-4-232-31,-6-2-136 0,1-15-168 15,1-5-96-15,-5-13-56 16,-1-9-32-16,1-6-16 16,0-10-168-16,-4-6-408 0,3 0-392 15,7-22-760-15,-3-3-2657 16,-4-6-1248-16</inkml:trace>
  <inkml:trace contextRef="#ctx0" brushRef="#br0" timeOffset="2562.89">4653 10925 8041 0,'0'0'2433'16,"0"0"-1361"-16,0 0 632 15,0 0-271-15,0 0-425 16,0 0-256-16,0 0-144 15,0 0-168-15,139 13-184 0,-112 3-120 16,2-4-56-16,-9 7 8 16,-9 0-80-16,-7 0-16 15,-4 6 8 1,-4-2-152-16,-20 2 152 16,-12 1 128-16,-4-4-128 15,2-6 8-15,1 0-8 0,10-10-16 16,3 1-72-16,7-4-256 31,17-3-752-31,0 0-1937 0,4 0-5408 16</inkml:trace>
  <inkml:trace contextRef="#ctx0" brushRef="#br0" timeOffset="2859.76">5171 10648 12634 0,'0'0'2089'0,"0"0"-1561"15,0 0-392-15,0 0 616 16,0 128 8-16,0-62-288 0,0 7-224 15,0 1-56-15,0-8-88 0,0-9 40 32,4-9-104-32,4-14-40 15,-1-5-72-15,2-9-280 0,-1-15-568 16,8-5-944-16,-8-2-2169 16,0-18-3625-16</inkml:trace>
  <inkml:trace contextRef="#ctx0" brushRef="#br0" timeOffset="3219.11">5398 10858 10882 0,'0'0'2336'0,"0"0"-439"0,0 0 31 31,0 0-696-31,-148 96-495 15,112-78-321-15,5-1-160 0,3-2-96 16,3-5-112-16,10-1-40 0,3-2-8 16,8-5-176-1,4 2-280 1,0-1-417-16,0 4-95 0,0-1 496 16,8 6 296-16,8 7 176 15,8 3 0-15,0 4 48 16,4-1-40-16,4 1 48 15,0-4-48-15,-4-3-8 16,4-3 8-16,-5-3 40 16,1-4-48-16,-5-2-960 0,9-7-1329 15,-4 0-535-15,-7 0-5474 16</inkml:trace>
  <inkml:trace contextRef="#ctx0" brushRef="#br0" timeOffset="3640.97">5749 11105 10002 0,'0'0'2336'0,"0"0"-295"0,0 0-345 15,0 0-248-15,-127-34-552 16,95 34-487-16,0 9-201 15,4 21-48-15,0 7 24 0,8 5-64 16,12-1-104-16,4-3 40 16,4-6-32-1,0-7 24-15,4-9-48 0,11-7-8 16,2-9 0-16,2 0-56 16,-2-3-24-16,3-16-40 15,-1-6-40-15,-3-1 64 0,-1 1-32 16,-2 3 0-16,-1 3 120 15,-8 5 8-15,0 11 8 16,1 3 64-16,-2 3 24 16,-3 17 272-16,8 9-64 15,-4 0-168-15,3 5-80 16,2-2-48-16,-1-1-40 0,4-5-384 31,16 12-905-31,0-9-3208 0,0-9 1641 16</inkml:trace>
  <inkml:trace contextRef="#ctx0" brushRef="#br0" timeOffset="4065.31">6933 10861 328 0,'0'0'10050'0,"0"0"-7674"16,0 0-735-16,0 0-153 0,0 0-568 15,0 0 64-15,0 0-352 32,8 150-327-32,-8-97-105 0,0-2-80 15,0-3 0-15,0-7-120 16,3-9-8-16,-3-7-192 15,3-2-457-15,3-11-687 0,-6-5-1256 16,4-7-3698-16</inkml:trace>
  <inkml:trace contextRef="#ctx0" brushRef="#br0" timeOffset="4277.38">6725 11087 8849 0,'0'0'5866'16,"0"0"-5234"-16,0 0 240 15,0 0 168-15,0 0-152 16,0 0-408-16,132 23-239 0,-76-23-217 0,0 0-24 31,7 0-721-31,-18 0-1495 0,-14 0-4081 0</inkml:trace>
  <inkml:trace contextRef="#ctx0" brushRef="#br0" timeOffset="5170.25">7857 11407 4080 0,'0'0'1745'15,"0"0"-1"-15,0 0 937 0,0 0-81 16,0 0-1023-16,0 0-209 16,13-15-408-1,-2-10-248-15,6-5-80 0,-2-11-136 16,2-7-303-1,-2-3-25-15,1-9-96 0,0 1-72 0,-1-8 0 16,-6 3 0 0,-1 4-80-16,-8 3-48 15,0 9-17 1,0 16 81-16,0 17 8 16,0 8-16-16,0 7-272 0,-4 25 224 0,-4 23 120 15,-3 9 8 1,6 13 120-16,5 3-80 0,0-6 128 0,5-4-168 15,14-12 56-15,1-10-56 32,-1-6 0-32,-2-12 0 0,7-8-8 15,0-11 0-15,-5-4-96 16,9 0-80-16,-7 0-168 0,-2-16-64 16,1 0-40-16,-7-4-64 46,-6 8 288-46,1-1 112 16,-4 7 32-16,0 6 64 16,-4 0-72-16,4 3 88 0,8 13 136 15,-4 3 96-15,8 1-32 0,0-6 104 0,8 0-112 16,-4-4-48 0,3-5-40-16,2-5-24 0,3 0-16 15,-1-12 24-15,-2-5-72 16,-1-7 80-16,-9-5-48 0,-2 0 8 15,-9-6 24-15,-4 0-32 16,0-2 0-16,-17 1 48 16,-15 4 32-16,0 11-16 15,-11 8 64 1,3 13 80-16,-4 3-143 0,5 26-105 0,11 12-8 16,11 10-8-1,13 3-225-15,4 0-303 0,40 0-808 0,3-16-1537 31,-3-13-3768-31</inkml:trace>
  <inkml:trace contextRef="#ctx0" brushRef="#br0" timeOffset="5723.59">8910 11087 10338 0,'0'0'2288'0,"0"0"-303"0,0 0-113 0,0 0-624 16,0 0-728-1,-125-39-192-15,87 50-47 16,-3 13 23 0,9 8-32-16,8 0-176 15,13 3-96-15,6-6 56 0,5-4-56 16,0-3-16-16,13-8 8 15,7-5-160-15,4-6 24 16,-5-3-104 0,5 0-16-16,4 0 15 0,-5-19-151 15,-1 0 0-15,-3-7 88 16,-3 3 104-16,-4 2 72 0,1-2 120 16,-6 12 8-16,-3 4 0 15,3 7 0 1,-2 0-8-1,-1 30 16-15,0 22 344 0,3 15 8 16,2 16 24-16,-5 5-8 0,3 4-152 16,2-3-23-16,-9 0-57 15,0-13 0-15,0-9-32 0,-4-10 96 16,-21-13-112-16,-2-5 64 31,-9-14 48-31,-4-12 144 16,-4-4-48-16,-4-9-80 0,1 0-24 15,3-9-112-15,4-14-8 0,8 1-72 0,4 3-72 16,8-3-368 0,-3-3-384-1,10 6-881 1,-2 3-4720-16</inkml:trace>
  <inkml:trace contextRef="#ctx0" brushRef="#br0" timeOffset="7287.17">9918 10696 1200 0,'0'0'5953'15,"0"0"-3672"-15,0 0-809 16,0 0 144-16,0 0-23 16,-60-10-489-16,45 8-264 0,2-1-360 15,-10-4-152 1,-1 4-16-16,0-7-40 16,-4 4-112-16,4-1-40 0,0 2-64 15,5-2-40-15,2 0 8 16,2 7-24-16,2-3-152 15,5 3-72 1,1 0-24-16,-1 0 32 16,3 0-16-16,1 10 88 15,-3 9 88-15,3 7-8 0,4 5 16 16,0 10 48-16,0 4 88 16,0-1 48-16,0 1 40 0,11-1-32 46,2-9 48-46,2 0-64 16,6-4-80-16,-6-4 8 16,5-6-8-16,1 2 24 0,-2-4-8 15,1 3-56-15,0-3 96 16,0 3-40-16,-4-6-64 0,-5 3-176 16,-2-3-264-16,-5-4-160 31,0-2-416-31,4-7-801 0,-4 1-2736 15,3-4-4280-15</inkml:trace>
  <inkml:trace contextRef="#ctx0" brushRef="#br0" timeOffset="8157.76">10238 10858 2840 0,'0'0'6802'15,"0"0"-5362"-15,0 0-184 0,0 0-104 16,-116-7-39-16,96 7-473 0,0 0-312 16,4 0-72-16,4 7 40 0,0 0 8 31,4-1-120-31,0 0 56 15,4-3 32-15,1 4-72 16,3-7-32-16,0 0-80 0,0 0-88 31,0 0 64-31,0 0-64 0,0 0-16 16,0 0-120-16,0 0 136 16,0 0 64-16,0 0 64 15,0 0-8-15,0 0-64 0,0 0-56 16,0 0 0-16,0 0 0 0,0 0 8 0,0 3 40 0,0-3 8 31,0 0 16-31,0 0-64 16,0 0 0-16,0 0 80 15,0 0-88-15,0 0 8 0,0 0 0 16,0 0 0-16,0 0 8 16,0 0-16-16,0 0-128 0,0 3 48 15,0-3 8-15,0 6 24 16,0-3 48-1,-5 1 88-15,5 2-80 16,0-3 48-16,0 4-48 0,0-4 0 16,0 0-8-16,0 0-8 15,0-3 0-15,0 0 8 0,0 0-8 16,0 0-48 15,0 0 48-31,0 0 8 16,0 0-8-16,5 0-160 0,2 0 168 15,5 0 72 1,0 0 40-16,7 7-32 16,2 2-8-16,-1 1-64 0,3 5 40 15,-2 2 0-15,-1 1-32 16,3 5-8-16,-6-5 56 16,3 8-64-16,-9 0 0 15,-3-4-16-15,-1 0-32 16,-7-6-48-16,0 0 0 15,-3-7 96-15,-20-2 232 0,-14-2 0 16,-2-5-112-16,-5 0-40 16,-4 0 9-16,8 0-81 15,4-8 64 1,13 1-64-16,5-3 8 16,11 3-16-16,7 2-369 0,0 5-431 15,17-7-920-15,26 7 8 16,1-6-1441-16,-4 6-1744 0</inkml:trace>
  <inkml:trace contextRef="#ctx0" brushRef="#br0" timeOffset="8860.84">10471 10995 6953 0,'0'0'2489'0,"0"0"-369"15,0 0 104-15,0 0-527 0,0 0-441 16,0 0-376 0,0-32-192-1,-10 32-448-15,-2 0-240 16,-4 0 8-16,-9 6 96 0,-3 14 97 16,5 5 15-1,-1 7-16-15,8 0-96 16,8 2-104-16,4-4 0 0,4-9 0 15,0-2-72-15,4-9 0 16,7-5-32-16,6-5-8 16,7 0 40-16,-5-3-64 0,2-15-209 15,3-5 73-15,-9-2 88 16,2 0 56 0,-6 0 32-16,-2 2-16 15,-1 4 112-15,-4 6 8 16,-4 8 64-16,2 5-72 0,-2 0 0 15,0 0-96-15,5 21 96 16,4 4 152-16,2 4-32 0,10 0-32 31,-2-7-32-31,5-3-56 16,4-6-48-16,0-7-40 16,4-6 88-16,0 0 104 0,4-13 16 15,-5-9-120-15,-3-3-48 16,-4-7-24-16,-3-3 32 0,-6-2 40 15,-11-5 0 1,-4-3-16-16,0 1-24 16,0-1 40-1,-8 1 8 1,-3 3 56-16,-6 9 104 0,6 10 192 16,-2 12-63-16,2 10-297 15,-6 13 0-15,2 25 80 0,-2 16 88 16,6 13 96-16,3 3-88 0,3-4-24 15,5-3-112-15,0-8-40 16,21-11-48-16,-1-10 0 0,12-11 40 16,-4-7-408-16,7-9-441 31,14-7-759-31,-10-7-1521 0,-7-6-2752 16</inkml:trace>
  <inkml:trace contextRef="#ctx0" brushRef="#br0" timeOffset="9423.32">11038 10551 4945 0,'0'0'8169'0,"0"0"-7353"0,0 0-287 0,0 0 87 15,0 0 240 1,0 0-168-16,0 0-296 16,136 18-192-1,-96-15-48-15,-4-3-40 0,-2 0-48 0,-1 0-16 16,-6 0-40-16,-6-7-8 15,-5 5 0-15,-7-1-8 0,-5 3-40 16,-1 0-48-16,1 16-48 16,0 15-144-16,0 14 152 15,-4 15 136 1,9 10 8-16,-5 6 144 16,3 4-88-16,10-4-64 0,-6-7 120 15,5-5 8-15,0-14-120 16,0-11 0-16,-4-7 56 15,0-11-64-15,-6-7 96 0,0-8-96 32,-6-2 48-32,0-4 40 15,0 0 312-15,-12 0-80 0,-16 0-72 16,-4-10 57-16,-4 0-49 16,0 1-32-16,4 2-104 15,5 5-32 1,2 2-88-16,10 0-104 0,1 0-408 15,12 0-985-15,-2 0-1503 16,4 0-3018-16</inkml:trace>
  <inkml:trace contextRef="#ctx0" brushRef="#br0" timeOffset="10001.82">9308 11560 368 0,'13'0'2672'16,"6"0"-783"-16,5 0 7 15,1-3 176-15,3 3-127 0,-5-3-145 0,-3 3-127 16,4 0-553-16,4 0-256 16,4 0-88-16,11 0-192 0,6 0-176 15,13 0 24-15,14 3-183 16,36 7-49-16,28-1-24 16,40 0-48-16,15 1-120 0,1-4 48 15,-5 1-40-15,-28-4-8 16,-4-3 48-16,-4 0-56 15,-7 0-48-15,-28 0-8 0,-29 0-40 0,-22 0-8 16,-22 0-40-16,5 0 24 16,-9 0 40-16,-6 0-81 0,-18-3-71 15,-15-1-104-15,-4 1 88 16,0 0-800-16,-11-6-864 0,-10 2-2265 16,-3 1-744-16</inkml:trace>
  <inkml:trace contextRef="#ctx0" brushRef="#br0" timeOffset="10861.16">9591 12043 8617 0,'0'0'2585'0,"0"0"-193"0,0 0-791 16,0 0-665-16,0 0-424 15,0 0-240-15,0 0-24 16,0 0-128-16,0 0-112 0,0 0 0 16,0 0 48-16,0 0 32 31,0 0 16-31,28-42-8 0,-28 42-88 16,0 0 40-16,0 0-40 15,0 0 64-15,0 0-64 0,0 0 136 16,0 0-16-16,-4 0 56 0,0-3-56 15,1 3-120 1,-5-2-8 0,4-3 72-16,-1 5-32 0,5 0-40 15,0-2-144-15,0 2-40 16,0 0-136-16,0 0-488 16,0 0-712-16,0 0-729 0,0 0 121 15,5 0 552 1,-1 0 431-16,4 0 417 15,-1 0 320-15,1 0 408 0,1 0 16 16,-5 0 512-16,-2-4 552 16,3 1 177-16,-1 3 287 15,0-3-16-15,1 0-151 0,-1 3-337 16,3-3-136-16,-3 3-136 0,3-4-240 47,3 4-120-47,-6 0-104 15,2 0-184-15,-1 0-47 16,-1 0-73-16,-4 0-8 0,0 0-65 16,0 0-231-16,0 0-360 15,0 0-280-15,0 0-376 0,4 0-1217 16,-4 0-1992-16,5 0-1624 0</inkml:trace>
  <inkml:trace contextRef="#ctx0" brushRef="#br0" timeOffset="11650.81">9894 11814 1304 0,'0'0'8418'16,"0"0"-6978"-16,0 0-120 15,0 0-24-15,0 0-103 16,0 0-481-16,-120 3-336 0,89 0 152 15,-1 0-56-15,4 0-120 16,5 1-128-16,-1-1-32 0,7-3-96 31,6 3-96-31,3-3 80 16,4 0-64-16,-1 3 8 16,5-3-16-16,-4 0-16 0,4 0-48 15,0 0 40-15,0 0 8 16,0 0-40-1,-4 0 48-15,4 0 0 0,0 0 0 16,0 0-16-16,0 0 8 16,0 4 0-16,0 2-88 15,-3 10 80-15,3 6 16 0,0 7 192 16,0 5 96 0,0 7-32-16,0 1 81 15,0 3-17-15,7-4-16 0,6 0-112 16,-2-3-24-16,6-6-24 15,-9 0-32-15,7-10-40 16,-2-3-24-16,-6-3-40 0,0-7 8 31,7 4-16-31,-8-3 8 0,3 2 72 16,-5-2-72-16,4-3 8 16,-4-2-16-16,-4 2 48 15,4-4-48 1,4 3-72-16,4-6-120 0,4 0 56 15,4 0 136 1,8 0 0-16,0 0 104 16,-1 0-48-16,1 0-56 0,-4 0 0 15,-3 0-8-15,-6 0-216 16,-6-4-56-16,-5 4-144 16,-2-2-337-16,3-1-575 0,-1-1-1640 31,0 1-3402-31</inkml:trace>
  <inkml:trace contextRef="#ctx0" brushRef="#br0" timeOffset="12745.26">10329 12100 6209 0,'0'0'5249'0,"0"0"-4161"15,0 0 264-15,0 0-119 16,0 0-433-16,-44-22-440 0,28 22-104 0,0 0-104 31,-8 0 200-31,1 0-56 0,-5 12 64 16,0 10 120-16,8 4 16 15,0 3-207 1,4 2-145-16,12 1-144 16,4-7-40-16,0-7 40 0,0-4-48 15,12-8 48-15,0-6 8 16,4 0-8-16,0-6-32 0,-2-14-64 15,4-4 0-15,-3-1-1 16,-2-4-7-16,-5 7-88 16,-2-2 64-1,-1 10 104 1,-1 7 24-16,-4 4 0 16,0 3-128-16,0 0-120 0,0 10 0 15,0 11 248-15,5 11 104 16,3 9 32-16,3 0-8 0,5-5 0 15,4-4-128-15,4-8 0 16,-4-7 0-16,0-10-48 16,-4-7 32-1,0 0-32-15,0-7 48 0,0-12 88 16,-8-7-8-16,3 1 24 16,-2-5-64-16,3 3-40 0,-5 2-104 15,6 5 32-15,-1 4-168 16,-1 7-16-1,-2 3 160-15,-2 3-24 16,-3 3 112-16,4 0 8 0,-5 0-8 16,3 0 8-16,1 0 0 15,-7 0 0-15,4 0 0 0,-4-4 0 32,3 4 0-32,-3-3-96 15,0 0 80-15,0 0 8 16,0 3-80-16,0-4-96 0,-3 4 72 15,-8 0 112-15,-2 0 72 0,1 10-64 16,5 6 272-16,-2 6 24 16,9 6-56-16,0 1-48 31,0 0 16-31,4-3-112 0,12-4-16 16,5-3-88-16,2-1 0 15,8-4 72-15,2-5 32 0,-5-6-96 16,0-3-8-16,-4 0 0 15,0-12-128-15,-4-8-112 16,-6 1 64 0,4-6 0-16,-7-1 56 0,-3 0 40 15,0 2-16 1,-3 7 96 0,-1 2 0-16,-4 8 0 0,0 7 0 15,0 0-32-15,0 4 32 16,0 18 416-16,0 3-24 15,0 4-112-15,0-3-55 0,7-1-41 16,5-6 0-16,4-4-96 0,-5-1-88 16,6-9 0-16,-1 2-16 0,0-7-80 15,4 0-208-15,-4 0-465 32,8 0 57-32,-4-7-2464 15,-4-1-3746-15</inkml:trace>
  <inkml:trace contextRef="#ctx0" brushRef="#br0" timeOffset="12932.74">10975 12017 3368 0,'0'0'10586'0,"0"0"-8649"15,0 0-449-15,0 0-544 16,0 0-576-1,0 0-368 1,0 0-736-16,0 0-1232 0,28 20-3121 0</inkml:trace>
  <inkml:trace contextRef="#ctx0" brushRef="#br0" timeOffset="13745.2">11250 12243 9634 0,'0'0'3224'0,"0"0"-623"16,0 0-369-16,0 0-887 31,0 0-609-31,0 0-456 16,0 0-280-16,0 0 0 0,-128-48 8 15,104 64 72-15,-1 6 8 16,11 4-16-16,1-1-24 15,9-4-48 1,4 2-48-16,0-4-24 31,0-3 8-31,12-10 64 0,7-2 0 16,2-4 0-16,-1 0-136 16,4 0-16-16,0-10-96 15,4-6-72-15,-8-6 8 0,0-3-9 16,-4-4 113-16,-4-6 112 15,-5 3 48-15,-2-5-24 0,-5-1 72 16,0-1-8 0,0 4-32-16,0 6 40 15,0 11 96-15,0 8 24 16,0 10-120-16,0 0-24 0,0 10 24 16,0 15 48-16,-5 7 297 15,1 5-41-15,4 4-56 0,0 1-16 16,0-4-56-16,0-6-56 15,0 0-112 1,13-9 64-16,2-5-72 16,9 1-48-16,1-10 0 0,-1-2-48 15,4-4-336-15,-9-3 152 16,-3 0-241-16,5-3 17 0,-14-6 96 16,1-1 240-16,-4 5 168 15,0 1 8-15,-4 1 0 16,0 3 112-1,0 0-112-15,0 0 56 16,0 0 64-16,9 9 96 0,-2-3-72 16,5 1-32-16,0-5-24 15,8 2 32-15,0-4-80 16,0 0 129-16,3 0 15 0,1-13-120 16,1-2-24-16,-11-5-40 31,3 1 104-31,-9-1-32 0,-8-3 48 15,0-1-8-15,-11 2 80 16,-10 0-16-16,-7 7 24 16,0 2-120-16,0 6-88 0,-3 7-8 15,7 0 0 1,-4 7-96-16,4 18-328 16,4 14-641-16,5-7-1887 0,2-9-7858 15</inkml:trace>
  <inkml:trace contextRef="#ctx0" brushRef="#br0" timeOffset="14332.14">11812 11890 13530 0,'0'0'2449'0,"0"0"-1489"15,0 0 304-15,0 0-415 0,0 0-409 32,0 0-168-32,0 0-160 15,128 0-56-15,-104 0 8 0,4 0-64 16,-9 0 0-16,-2 0-64 15,-6 0 56-15,1 3-128 0,-8 7 8 16,-1 9-72-16,2 6-16 31,-1 13 120-31,0 7 96 0,0 5-8 16,-4 1 8-16,4 3 104 16,-4-3-96-16,0 0 0 15,3-10-8-15,-3 4 16 0,9-10-16 31,-5-4 16-31,0-5-16 16,4-4 0-16,-5-9-8 0,2-4-40 16,-5-5-48-16,0-4 56 15,0 0 40-15,0 0 0 0,0 0 0 16,0 0-88-16,-20 0 88 0,0-7 48 16,-4 1 200-1,-3-1-72 1,6 1 16-16,1 3-144 0,1 3-48 15,6 0-272-15,6 0-681 16,3 0-1975 0,-4 3-7034-16</inkml:trace>
  <inkml:trace contextRef="#ctx0" brushRef="#br0" timeOffset="16273.17">2560 13503 3040 0,'0'0'8474'0,"0"0"-6642"16,0 0-1832-16,0 0 176 31,0 0 665-31,-4 150 55 0,4-74-208 15,0 9-56-15,4-2-208 16,4 2-120-16,-4-8-136 0,-4-7-72 47,0-14-24-47,0-5-72 0,0-19-16 16,0-6-32-1,0-13-408-15,0-13-752 0,3 0-1337 0,1-10-3096 16</inkml:trace>
  <inkml:trace contextRef="#ctx0" brushRef="#br0" timeOffset="16616.47">2392 13668 6265 0,'0'0'4993'0,"0"0"-3545"15,0 0 81 1,0 0-273-1,0 0-624-15,0 0-224 16,132-25-80-16,-96 25-128 0,-5 15-176 16,-6 2-24-1,-11 5-80-15,-5-1 32 0,-9 6 40 0,0-6 8 16,-9 2 200-16,-14-1 208 16,-5-3-160-16,-1-3-64 0,3-4-48 15,-2 1-48 1,8-4-88-1,3-2 56-15,10 0-56 0,3-4-152 16,4-3-472-16,0 0-472 16,20 0 104-16,4 0 56 15,12-7-769-15,15-18-247 0,-2-1-393 32,-10 1-511-32</inkml:trace>
  <inkml:trace contextRef="#ctx0" brushRef="#br0" timeOffset="17233.23">2855 13484 7385 0,'0'0'2657'16,"0"0"-353"-16,0 0-1000 0,0 0-639 0,0 0 527 16,-8 111-184-1,20-57-408-15,0 1-104 0,-2-2-184 16,4 1-152-1,-6-10-88-15,3-5-64 16,-6-11-8 0,-2-9 0-16,2-6-120 0,-5-9-128 0,0-4-88 15,0 0 88-15,0-17-296 16,-8-5-192-16,-8-7 256 0,0 1 88 31,0 0-240-31,4-5 280 16,0 5 287-16,4 2 65 0,8 8 57 15,0 7 551-15,0 6 144 16,0 5-136-16,0 0-360 16,20 0-88-1,8 0 64-15,4 5 40 16,8 2-32-16,3 0-136 0,-3-4-48 16,-9 0-8-16,6-3 16 0,-9 0-8 15,-4-3-16-15,-5-7-32 16,-7-2-8-16,-3-4 0 15,-5-6-80-15,-4 0-96 16,0-5 8-16,0-1-80 16,-8-4 120-1,-9-2 24-15,2 2 0 0,-1 3-64 0,4 10 112 16,-1 10 56-16,10 9 80 31,-5 0-80-31,8 28 0 16,0 17 560-16,0 10 112 0,0 7-8 15,8 5-63-15,3-1-313 16,6-5-88-16,-1-8-160 0,-1-7-40 16,2-9-192-16,-6-11-272 15,2-7-385-15,2-19-583 0,1 0-1657 32,0 0-3432-32</inkml:trace>
  <inkml:trace contextRef="#ctx0" brushRef="#br0" timeOffset="17498.84">3533 13745 80 0,'0'0'12114'16,"0"0"-10025"-1,0 0-225-15,0 0 16 0,155-13-943 16,-103 3-545-16,-1 1-160 16,-3 2-232-16,-8 5-56 0,-12-2-240 15,-12 4-497-15,-13 0-615 0,-3 0-1568 32,0 0-3794-32</inkml:trace>
  <inkml:trace contextRef="#ctx0" brushRef="#br0" timeOffset="17699.86">3576 13887 8305 0,'0'0'3241'0,"0"0"-744"16,0 0-561-16,0 0-344 15,116 42-752-15,-77-40-495 0,2-2-145 16,-9 0-152-16,-1 0-48 31,-2 0-601-31,-1-5-1063 16,-5-2-752-16,-15 0-6594 0</inkml:trace>
  <inkml:trace contextRef="#ctx0" brushRef="#br0" timeOffset="18298.99">4533 13718 200 0,'0'0'10802'31,"0"0"-7826"-31,0 0-1359 0,0 0-705 16,0 0-520-16,0 0 432 16,0 0-256-16,144 0-352 15,-102 0-64-15,3 0-47 0,-8 0-105 16,-6 7-321-16,-8 3-671 15,-2 2-1480-15,-14-5-4802 0</inkml:trace>
  <inkml:trace contextRef="#ctx0" brushRef="#br0" timeOffset="19018.66">5183 13796 7033 0,'0'0'3945'16,"0"0"-2729"-16,0 0 184 16,87-143-79-16,-70 98-593 15,-3 3-472 1,-9 1-64-16,-5 0 64 15,0 7-168-15,0 2-16 16,-8 6-24-16,-3 6-32 0,-6 18 168 16,2 2-40-16,-1 2-136 15,4 27 200-15,-1 17 240 0,6 7 56 16,-1 7-48-16,8 1 49 16,0 2-65-16,15-6-152 0,10-7-64 15,3-7-80-15,0-9-144 16,3-5 16-16,1-14-16 0,0-1 0 31,-4-9-176-31,0-5-112 16,-4 0-320-16,-5-12-129 15,-2-10 169 1,-6 3-232-16,-3-7 192 16,-8 4 304-16,5 3 160 15,-5 9 144-15,0 5 176 0,0 5-40 0,0 0-88 16,0 5 112-16,0 17 576 15,8 4-128-15,3 0-176 16,10-4-24-16,-1 0-119 0,2-10-121 16,11-2-168-16,-6-10 40 15,6 0-32 1,-6 0 96-16,2-15-40 16,-5-11-64-16,0-3-32 0,-10 0 24 15,-9-2-88-15,-5-4 88 16,0 0 0-16,-8 3-24 0,-16 4 16 15,1 2-40-15,-1 11 56 32,-8 11 96-32,4 4-40 0,0 17-56 15,-1 14 120-15,9 14-120 16,13-1-40-16,7 6-440 0,0-5-633 16,20-4-1039-16,12-9-3713 31,4-15-3609-31</inkml:trace>
  <inkml:trace contextRef="#ctx0" brushRef="#br0" timeOffset="19628.02">6207 13718 7257 0,'0'0'6794'0,"0"0"-4778"15,0 0-264-15,-43-2-767 16,26 2-441-16,-3 0-328 0,1 2-64 16,-5 9-32-16,7 1 0 15,2 1-120-15,-1-1 64 0,4 1-64 16,4 4-24-16,0-8-96 0,8 3 48 16,0 1-104-16,0-6-48 15,0 2-208-15,8-3 79 0,4-3 137 16,8 0 112-16,-1-3-96 31,2 0 48-31,3 0 64 0,-9-12 8 16,5 0 72-16,-3-8 8 15,-6 7 48-15,-3-6 96 0,0 3-56 16,-4 4 80-16,1-1 120 16,-5 4-128-16,0 2-47 31,0 4-65-31,0 3-48 0,0 0 0 15,0 0-48-15,0 3-33 16,3 22 81-16,5 11 121 0,4 15 303 16,4 9-184-16,0 10-40 15,0 6 24 1,0-3-96 0,-4-4-8-16,-8-1-56 0,-4-8-64 15,0-9 0-15,-8-7-112 0,-20-3 24 16,-4-7 88-16,-8-8 120 0,-4-10 48 15,-8-6 32-15,5-10-56 16,-5 0 40 0,12-13 48-1,8-6 96-15,12-9-208 0,5 2-120 16,15-5-120-16,0 2-96 16,0-6-296-16,19-6-584 0,9 3-1153 0,-4 6-6921 15</inkml:trace>
  <inkml:trace contextRef="#ctx0" brushRef="#br0" timeOffset="21430.77">6785 13880 4184 0,'0'0'1225'0,"0"0"1191"0,0 0 2993 0,0 0-3584 16,0 0-897-16,0 0 8 0,0 0-312 16,0 0-152-1,0-130-200-15,8 93-96 16,-4-1-32-16,5-1-40 15,-6 4-104-15,5 5 0 16,-4-4-48-16,0 13-136 16,-4 1 16-16,0 15 112 0,0 5-184 15,0 0-104 1,0 31 72-16,0 7 272 0,0 14 56 0,0 1 96 31,0 0-48-31,0-5-8 0,4-6-88 16,1-11 40-16,2-8-48 15,1-7-120-15,8-16-704 16,-4 0-3129-16,-2 0-3776 16</inkml:trace>
  <inkml:trace contextRef="#ctx0" brushRef="#br0" timeOffset="21669.71">7112 13764 7417 0,'0'0'6153'15,"0"0"-4912"1,0 0 207 0,0 0-264-16,-12 119-704 0,12-90-280 0,16 0-136 15,-4-3-64-15,4-4-656 16,3-7-648-1,-2-1-1609-15,-6-11-3936 0</inkml:trace>
  <inkml:trace contextRef="#ctx0" brushRef="#br0" timeOffset="22197.78">7311 13532 9498 0,'0'0'2584'0,"0"0"-1840"0,0 0 481 16,0 0 239-16,0 0-608 16,132 130-408-16,-100-98-200 0,0-1 24 15,-4 1-88-15,-5 0-120 16,-3 0-56-16,-3-4-8 15,-13-2 0-15,-4-4-136 16,0 0-104 0,-10-3 64-16,-12-3 152 0,-6-10-248 0,-8-3 176 15,3-3-32 1,6 0 56-16,-1-9 16 0,8-10-16 0,12 0-192 31,1-3-168-31,7-1 120 16,0 1 160-1,0 0 64-15,7-4 0 0,13 4 32 16,-4 0 48-16,4-3 8 0,0-1 48 16,0 1-48-16,-5-3 72 0,-6-4 64 31,-6-1 80-31,2 5 144 31,-5-3 104-31,0 5-96 0,-17 4-48 16,-2 5 64-16,-5 8-72 15,-4 9-224-15,0 0-88 0,4 22 0 16,5 10-16-16,2 23-184 16,13-5-1136-16,4-9-4945 0</inkml:trace>
  <inkml:trace contextRef="#ctx0" brushRef="#br0" timeOffset="22416.52">8097 13764 16683 0,'0'0'1856'0,"0"0"-1455"16,0 0-241-16,0 0-160 0,0 0-785 15,0 0-2031-15,-5 9-3418 16</inkml:trace>
  <inkml:trace contextRef="#ctx0" brushRef="#br0" timeOffset="22760.25">8284 13796 12802 0,'0'0'2593'0,"0"0"-593"15,0 0-591-15,0-138-561 16,0 101-336-16,0-1-296 0,0 6-120 31,8 3-88-31,-4 10 56 16,0 7-56-16,-4 9-16 15,0 3-128-15,0 0-112 0,0 12-160 16,0 13 328-16,0 10 80 16,0 3 104-16,0 7-32 0,0-4 16 15,0 4-32 1,3-4-56-16,2-3-160 16,-1-4-344-16,7 11-889 15,-6-13-1255-15,3-10-4394 0</inkml:trace>
  <inkml:trace contextRef="#ctx0" brushRef="#br0" timeOffset="23150.85">8706 13662 13434 0,'0'0'1665'16,"0"0"-1225"-16,0 0 24 0,0 0 128 31,-28 117-240-31,28-79-184 16,0 0 104-16,4-6-64 0,8-7-96 16,9-2 48-16,-6-7-72 15,6-7 88-15,3-6-168 16,-1-3 64-16,1 0 8 0,-1-12-80 15,2-13 96-15,-10-11-88 16,-2 1 40-16,-6-6 32 0,-7 0 169 16,0-3 47-16,-7 2 0 15,-17 8-72 1,-8 2 32-16,-8 12 16 16,0 11-152-16,-7 9-120 0,3 6 0 15,4 29-120-15,8 9-320 16,12 24-521-16,15-15-935 0,5-9-5025 15</inkml:trace>
  <inkml:trace contextRef="#ctx0" brushRef="#br0" timeOffset="23432.09">8925 13421 14459 0,'0'0'1984'0,"0"0"-1248"16,0 0 144-16,0 0-296 15,0 0-383-15,0 0-49 0,0 0-80 16,101-3-72-16,-73 3-224 15,4 5-809-15,-8 2-1959 16,-5-7-6570-16</inkml:trace>
  <inkml:trace contextRef="#ctx0" brushRef="#br0" timeOffset="23862.83">9417 13287 6809 0,'0'0'6409'15,"0"0"-5681"-15,0 0 137 32,0 0 487-32,0 0-272 15,0 121-352-15,7-89-192 0,1 3-207 16,5-7-33-16,-2-6-48 15,4 0-136-15,1-3-112 0,5-2-32 16,2 1 32-16,-2-2 72 31,-1 0-8-31,-1 0-64 0,-6-3-8 16,-6-3-80-16,-3-1 16 16,-4-6-24-16,0 0-48 15,0 0 144-15,-24-3 72 0,-8 0 56 16,-7 0 40-16,-1 0 72 15,0 0-160-15,4-9-32 16,4 3-48-16,8-1 0 0,9 4-88 16,7 0-104-16,8-6-793 0,0 5-2895 31,8-9-8291-31</inkml:trace>
  <inkml:trace contextRef="#ctx0" brushRef="#br0" timeOffset="24064.98">9407 13255 12274 0,'0'0'5849'16,"0"0"-4736"0,0 0-225-1,0 0-168-15,0 0-448 0,0 0-168 0,0 0-104 16,148-25-280-16,-99 25-456 15,-15 4-1105 1,-5 1-4176 0</inkml:trace>
  <inkml:trace contextRef="#ctx0" brushRef="#br0" timeOffset="25096.18">10471 13747 8033 0,'0'0'2921'0,"0"0"-289"16,0 0-167-16,0 0-617 0,0 0-695 15,0 0-385-15,18 0-128 16,-2 0-288-16,10 0-168 0,3 0-80 16,8 0-104-16,-2 0 0 15,1 3 0-15,-4 4-88 0,-4-5-160 32,-8 5 24-32,-6-7-64 15,-1 7-112-15,-5-7-8 16,-8 0-80-16,0 3 55 0,0-3 137 31,0 0 280-31,0 0 16 16,0 0 48-16,0 0 8 0,-3 0-8 15,3 0-32-15,-5 0 112 16,5 0-8-16,0 0 57 16,0 0 119-16,0 0-32 0,0 0-32 15,0 0-64-15,0 0-32 16,0 0-24-1,0 0 8-15,0 0-104 0,0 0-8 16,0 0 56-16,0 0-64 16,0 0 8-16,0 0-8 15,0 0 8-15,0 0 0 0,0 0 0 16,0 0 8-16,0 0-16 16,0 0 0-16,5-3 0 15,3 3-8-15,-1 0 0 16,5-3 0-16,4 3 8 15,1-4-8-15,2 4 0 16,5 0 0-16,0 0-40 0,0 0-8 16,0 0-64-16,4 0 64 15,0 0 40 1,-1 0-88-16,-6 0 16 16,-2 0-8-16,-6 0 48 15,-10 0 32-15,-3 0 8 0,0 0 0 16,0 0-184-16,0 0-224 31,0 7-401-31,0-4-871 0,0 3-552 31,-3 1-577-31,-5 0-2136 0</inkml:trace>
  <inkml:trace contextRef="#ctx0" brushRef="#br0" timeOffset="25408.66">10851 13544 4440 0,'0'0'8138'0,"0"0"-6041"0,0 0 63 15,0 0-376-15,0 0-903 0,0 0-505 32,0 0-208-32,0 20-72 0,0 8 232 15,0 9-96-15,0 9-152 16,0-3-64-16,-4 3-16 16,-8 1-40-16,0-3-360 0,1 1-304 15,-2 9-1313-15,5-16-2992 16,0-7-6905-16</inkml:trace>
  <inkml:trace contextRef="#ctx0" brushRef="#br0" timeOffset="26501.74">12218 13827 5673 0,'0'0'1432'16,"0"0"704"-1,0 0 513-15,0 0-312 16,0 0-529-1,0 0-320 1,0 0-456-16,0 0-319 0,49-70-265 16,-38 38-152-16,1-9-136 15,1 3-64-15,-10-10-64 0,1-3-32 16,0-3-8-16,-4-3-48 16,0-4 40-16,0 5-64 15,-8 8-40-15,-4 7-8 0,4 12 40 16,0 7 88-1,1 16 40-15,3 6-40 16,-1 0-56-16,-3 28 56 16,4 20 0-16,-3 12 0 0,3 13 56 15,4 7 16-15,0-5-24 16,0-4 32-16,4-7-32 0,7-11 0 16,10-5-40-16,-2-13-8 31,5-6-64-31,-4-14 64 0,4-5-104 15,-1-10-8-15,2 0 32 16,-6 0-32-16,6-20 8 0,-6 1-168 31,-3-8 72-31,-4-3 16 16,-3 2 24-16,-5 6 63 16,0 6 89-16,-4 6 8 0,0 10 0 15,0 0-152-15,4 7 104 16,-1 12 48-16,5 6 160 0,5 4-47 15,2-3 31-15,5-11 8 0,4-3-104 16,4-5 0 0,-4-7 24-1,-1 0 80-15,2-9-80 0,-5-16 24 16,-5-1-96-16,2-6 0 16,-9 0 0-16,-8-2 0 0,0-2 8 15,0 5-8-15,-8-3-136 0,-12 4 8 31,-8 5 0-31,-4 5 8 16,-8 15-32-16,0 5-145 0,-4 5-47 16,5 24 96-16,7 10-16 15,12 5-504-15,12 3-688 0,16 11-713 32,16-12-2216-32,8-9-1352 0</inkml:trace>
  <inkml:trace contextRef="#ctx0" brushRef="#br0" timeOffset="27079.84">13239 13588 8361 0,'0'0'5065'0,"0"0"-3336"15,0 0-17-15,0 0-416 16,0 0-487 0,0 0-345-16,0 0-216 0,-123-69-120 15,99 69-80-15,-8 0-32 16,0 3 32-16,0 16 64 0,7 4 48 16,10 1-80-16,7 2-80 15,8 0-8 1,0-8 0-16,0 1-64 15,12-6 16-15,8-3 56 0,0-6 48 47,-1-4-48-47,6 0-8 16,-1 0 0-16,0-14 0 0,-5-1-80 16,1 5-16-16,-3-6 8 15,-3 3 16-15,-5 6-40 0,2 4-56 16,-2 3 40-16,-1 7-112 31,1 22 0-31,-2 15 168 0,5 9 80 16,-4 22 56-16,-4 0 80 15,-4 5-120-15,0-5 112 16,0-2 24-16,-8-12-56 0,-12-6 64 16,-9-18 72-16,-5-5 64 15,-7-12 112-15,-2-8 56 0,-10-9 40 16,6-3-160-16,-6 0-80 15,10-7-72-15,-4-8-136 0,6 2-56 16,1 0-288-16,9 4-464 0,-1 6-472 16,12 0-1441-16,0 3-6649 15</inkml:trace>
  <inkml:trace contextRef="#ctx0" brushRef="#br0" timeOffset="29347.08">14143 13196 5433 0,'0'0'1336'0,"0"0"1080"16,0 0-311-16,-28 110-513 0,28-78-544 16,0 0-255-16,0-7-169 0,9-2-120 31,7-5 56-31,8-2-168 16,0-4-136-16,4-5-80 15,-4-3-32-15,3-4 8 0,1 0-32 16,0 0-48-16,0-13 16 31,0-6-72-31,-4-3 32 0,0-7-40 16,-8 0 0-16,0-5 120 15,-4-8-128-15,-9 4 8 16,-3-3 40-16,0-3-48 0,-3 5 72 16,-22 1 24-16,-3 6 216 0,-7 6-55 15,-5 11 15-15,-3 12-24 16,2 3-112-1,2 15-40-15,-1 21-88 16,8 8-8-16,12 7-64 16,7 6-232-16,13 0-473 0,13 10-711 15,15-16-1649-15,0-13-3320 16</inkml:trace>
  <inkml:trace contextRef="#ctx0" brushRef="#br0" timeOffset="29643.94">14714 13316 6009 0,'0'0'8690'0,"0"0"-7658"0,0 0 24 15,0 0 384-15,-16 105-575 32,16-74-497-32,0 1-168 15,0-4-128-15,-4 1 8 0,4-4-80 16,0-6-96-16,0 1-272 16,0-11-465-16,0-2-855 0,0-4-1545 15,8-3-3144 1</inkml:trace>
  <inkml:trace contextRef="#ctx0" brushRef="#br0" timeOffset="30095.58">14882 12998 9498 0,'0'0'5041'16,"0"0"-4273"-16,0 0 80 0,0 0 400 15,0 0-504-15,83 0-376 16,-47 0-119-16,0 0-49 0,-4 0-48 16,-4 0-152-16,-5 6 0 46,-10 7-56-46,-2 6 8 0,-2 3 40 16,-9 7-40-16,0 9 48 16,-9 1 32-16,-15 2 32 15,1 0 32-15,-5-4 32 0,4-1 64 16,3-4-32-16,10-8-48 16,7 0-16-16,4-5-88 0,0-7 8 15,24-2 104-15,4 0 16 16,8-8-64-16,3 1 0 15,5-3-64-15,-4 0 0 0,-4 0-8 0,-4 0-8 16,-8 0-80-16,-9 0-80 16,-2 0-136-16,-9 0-480 15,-4 7-1193 1,0-1-4752-16</inkml:trace>
  <inkml:trace contextRef="#ctx0" brushRef="#br0" timeOffset="31220.53">13917 13871 1560 0,'0'0'5713'0,"0"0"-3897"0,0 0-135 31,0 0-105-31,0 0-152 0,0 0-439 16,112-16-177-16,-49 10 184 16,33-1-128-16,35 4-120 15,41 1-127-15,11-1-65 0,1-1-288 16,-21 1-72-16,-27 3-112 16,-21-4-16-16,-32 4-64 0,-14 0 0 15,-18 0 8-15,1-2-8 16,0-2-72-16,-12 1-24 15,-12 3 8-15,-17 0 8 0,-8-3 24 16,-3 3-56 0,0 0-312-16,0-3-193 15,-6 0-215-15,-2 3-352 0,0 0-1601 16,-1 0-3064-16</inkml:trace>
  <inkml:trace contextRef="#ctx0" brushRef="#br0" timeOffset="31861.12">14231 14240 6321 0,'0'0'2696'0,"0"0"473"0,0 0-424 0,0 0-873 15,0 0-928-15,0 0-728 16,0 0-136-16,0 0-80 16,0 0 152-16,0 73 72 15,0-39-8-15,21 2-63 16,-1-8 23-16,8-2 16 15,8-4-64-15,3-10-40 0,4-12-80 16,6 0 8-16,-1 0-8 31,-1-22 48-31,-2-2-56 0,-10-10-48 16,-11 0-24-16,-16-5 64 16,-8-2 0-16,-4 0-104 15,-28-3 112-15,-9 6 104 0,-9 6-8 16,-2 3 24-16,0 13-16 31,0 14-56-31,4 2-48 0,5 9 16 16,6 19 32-16,9 7-48 15,9 6-96-15,6 0-272 16,9 5-449-16,4 8-1023 0,17-13-1377 16,-2-10-3032-16</inkml:trace>
  <inkml:trace contextRef="#ctx0" brushRef="#br0" timeOffset="32174.29">14897 14364 6305 0,'0'0'8482'0,"0"0"-7010"16,0 0-824-16,0 0 416 15,0 0-295-15,0 66-345 0,0-37-128 16,0-5-72-16,0 5-88 16,-4-3-136-16,4-3 8 0,0-1-8 15,0-4-200-15,0-5-512 16,0-3-1065-16,4-7-2648 0,0-3-4969 15</inkml:trace>
  <inkml:trace contextRef="#ctx0" brushRef="#br0" timeOffset="32486.77">15139 14119 11842 0,'0'0'3137'0,"0"0"-2137"16,0 0-384-16,0 0 608 15,0 0-464-15,0 0-271 32,29 105-121-32,-17-76-16 15,8-5-88-15,-4-1-48 16,7-1-72-16,-2-6-88 15,3-4-8-15,4 2 40 0,0-5-88 16,-9-3-72-16,9 1-56 16,-5-4-136-16,6-3-88 0,-8 0-360 15,-2 0-561-15,5-6-839 16,-4-4-3145-16,-4-4-4209 0</inkml:trace>
  <inkml:trace contextRef="#ctx0" brushRef="#br0" timeOffset="32768.01">15479 14129 6977 0,'0'0'6553'16,"0"0"-4944"-1,0 0-25-15,0 0-224 16,-36 148-495-16,36-96-329 0,0-2-256 16,0 1-144-16,0-6-80 15,0-1-56-15,0-5-32 0,0-5-272 16,0-2-512-16,0 3-1017 16,-4-7-2680-1,0-12-4945-15</inkml:trace>
  <inkml:trace contextRef="#ctx0" brushRef="#br0" timeOffset="45456.45">2743 15440 24 0,'0'0'416'15,"0"0"9058"-15,0 0-7642 16,0 0-480-16,12-14-79 0,-8 14-465 16,-4 0-384-16,5 7-144 15,2 25 232-15,-3 12 456 16,8 21-192-16,-8 30-216 0,4 22-207 16,-8-6-89-16,0-10-144 15,0-12-120-15,0-26 8 0,0-2-8 16,0-1-48-1,0-15-176-15,0-22-104 16,0-14-385-16,0-9-447 16,8-38-200-16,-4-10-1489 0,0 1-3016 15</inkml:trace>
  <inkml:trace contextRef="#ctx0" brushRef="#br0" timeOffset="45815.81">2670 15637 6465 0,'0'0'2921'0,"0"0"-89"16,0 0-727-1,0 0-969-15,0 0-728 16,0 0-328-16,0 0-32 16,0 0 48-16,0 0 16 0,121-7-40 15,-69 10-24-15,-8 4-40 31,0 3 0-31,-13 6 0 0,-3-4-8 16,-11 4-48-16,-10 2 40 16,-7 2-80-16,-7 2 88 15,-26 0 328-15,-7 4 144 0,-7-4-16 16,-1-3-64-16,0 0-144 16,12-6-80-1,8-4-80-15,16-2-88 16,12-4-392-16,0-3-560 0,32 0 192 15,28-10-664-15,-5-6-3209 16,-3-2-3881-16</inkml:trace>
  <inkml:trace contextRef="#ctx0" brushRef="#br0" timeOffset="46502.71">3273 15329 9826 0,'0'0'2944'32,"0"0"-727"-32,0 0-793 15,0 0-704-15,0 0-632 0,0 54 288 16,0-4 48-16,4 4-200 0,5 7 40 16,-2-7-128-16,5-6-72 31,-3-4-56-31,-2-12 41 15,1-4-49-15,-8-12 0 0,4-7 0 16,-4-2-145-16,0-7-119 16,0 0-80-16,0 0-288 0,-12-13-352 15,5-6 208-15,-6-9-16 32,1 2 384-32,5-5-105 15,2 2 361-15,5 4 152 0,0 1 0 16,0 12 457-16,0 7 143 0,9 5-224 15,6 0 88-15,5 0-128 0,3 5-48 16,6 7 32-16,2-1-136 16,2-5-8-1,-1-3-24-15,0-3-56 16,-4 0 8-16,-5 0-40 16,1 0-56-16,-4-9-8 15,1-5 0-15,-6 0-72 16,-2-6-56-16,-6 2-80 15,-4-9 96-15,-3 5 8 16,0-7 8-16,0 4 96 16,-7-3 0-16,-5 2 0 0,4 8 40 15,0 1-32-15,0 7 184 16,4 10 88-16,0 0-136 0,4 17-72 16,-8 21 136-16,8 6 192 31,-4 10-40-31,4 4-56 0,0-1 17 15,0-3-177-15,0-7-56 16,4-2-72-16,8-10-16 0,-3-3 0 16,2-10-416-16,1-3-457 31,8-19-655-15,-5 0-2465-1,-2 0-3584-15</inkml:trace>
  <inkml:trace contextRef="#ctx0" brushRef="#br0" timeOffset="46705.83">3959 15557 10002 0,'0'0'1680'0,"0"0"8"0,0 0 353 0,0 0-793 15,0 0-680-15,148-3-216 31,-109-3-184-31,-3-1-168 16,-4 7-56-16,-9 0-640 0,-3 0-560 16,-3 0-1009-16,-9 0-2928 15,-8 0-3087-15</inkml:trace>
  <inkml:trace contextRef="#ctx0" brushRef="#br0" timeOffset="46940.18">4023 15732 11866 0,'0'0'1576'0,"0"0"33"0,0 0 55 16,0 0-720-16,0 0-496 15,135 12-232 1,-98-12-136-16,-2 0-80 0,-8 0-224 15,-2 0-696-15,-5 0-792 16,-13 0-2841-16,-2 0-4449 16</inkml:trace>
  <inkml:trace contextRef="#ctx0" brushRef="#br0" timeOffset="48752.66">4975 15186 4104 0,'0'0'1929'0,"0"0"-193"0,0 0 465 16,0 0-169-1,0 0-488-15,0 0-383 16,24-16-601-16,-16 16-16 0,-3 13 224 16,6 8-48-16,-4 5-240 15,2 6-192-15,-4 0-64 16,-1-1-8-16,-4 1-136 0,2-6 24 31,7-7-55-31,-5-1-33 16,0-5-8-16,8-2 48 15,4-6-8-15,-1 1 24 0,10 1 0 16,-2-7-24-16,5 0-40 16,0 3 40-1,-1-3-40-15,2 0-8 16,-8 0-40-16,-2 3-80 15,-3 1-137-15,-1-4-207 0,-2 3-160 16,-6 0-168-16,2-3-512 16,3 0-633-16,-8 0-2255 0,0 0-762 0</inkml:trace>
  <inkml:trace contextRef="#ctx0" brushRef="#br0" timeOffset="49002.64">5382 15243 7161 0,'0'0'2713'16,"0"0"-729"-16,0 0 8 0,0 0-903 0,0 0-33 15,-12 70-264-15,12-32-176 16,0 6-120-16,0 5-192 0,0-6-80 15,0 3-128-15,0-5-40 16,8 0-40-16,-4-10-16 16,-4 1 0-16,8-10-224 0,-8 0-264 15,4-6-328-15,-4-6-392 16,0-4-897-16,0 1-2568 0,0-7-1904 0</inkml:trace>
  <inkml:trace contextRef="#ctx0" brushRef="#br0" timeOffset="49362">5736 15574 11346 0,'0'0'2825'0,"0"0"-1881"0,0 0-208 0,0 0 216 16,0 0-552-16,0 0-256 15,5 113-48-15,-1-88-48 16,-4-2-48-16,0 0 0 0,0-5-136 16,0 1-296-16,0-3-256 15,0 0-664-15,0-6-1369 0,0-4-2536 16</inkml:trace>
  <inkml:trace contextRef="#ctx0" brushRef="#br0" timeOffset="49783.85">5924 15170 10538 0,'0'0'2272'16,"0"0"-1640"-16,0 0 137 16,0 0-65-16,0 0 32 0,0 0-320 15,0 0-128-15,0 0-88 16,136 31-72-16,-104-28-40 0,-5 1-24 16,-2-1-16-1,-1-1-40-15,-5 3-8 16,-3 4-8-16,-5 1-112 15,3 8 24-15,-3 11 96 0,-7 7 8 16,0 1 88-16,0 8 32 16,0-3-32-1,-4 1 16-15,4-1-104 16,0-4 0-16,-4-3-16 16,4 0-72-16,-4-6-344 0,4-4-392 15,-4-4-536-15,0-1-849 16,0-8-1744-16,0-2-2832 0</inkml:trace>
  <inkml:trace contextRef="#ctx0" brushRef="#br0" timeOffset="50034.41">6052 15550 11778 0,'0'0'2745'16,"0"0"-1001"-16,0 0-232 0,0 0-824 16,0 0-431-1,0 0-81 1,0 0-112-16,139-50 16 0,-102 44-80 16,-6 3-136-16,-3-1-337 0,-8 4-623 15,0 0-792-15,-8 0-2561 16,-9 0-3433-16</inkml:trace>
  <inkml:trace contextRef="#ctx0" brushRef="#br0" timeOffset="50409.39">6578 15275 9674 0,'0'0'3280'15,"0"0"-2007"-15,0 0-9 16,0 0 16-16,0 0-608 16,0 0-248-1,8 98 16-15,4-79-216 31,0 1-48-15,4-2-103-16,3-2 47 16,2 0 72-16,7-6-72 0,-5-4-112 15,6-3 80-15,-1 0-88 16,-5-3-48 0,9 0-224-16,-4 0-97 15,-4 0-1079-15,-4 0-904 0,-8 0-1873 16,-9 0-1945-16</inkml:trace>
  <inkml:trace contextRef="#ctx0" brushRef="#br0" timeOffset="50659.38">6817 15243 7113 0,'0'0'6321'0,"0"0"-4808"16,0 0-353-16,0 0-368 16,0 0 152-16,0 66-352 0,0-24-255 15,0-1-161-15,0 7-24 16,0-4-88-16,0 5-56 16,4-8 56-16,-4-4-64 0,4-2-176 15,0-10-193-15,-4 2-463 0,8-9-608 16,-4-2-1281-16,0-4-3144 0</inkml:trace>
  <inkml:trace contextRef="#ctx0" brushRef="#br0" timeOffset="51268.71">7595 15497 6601 0,'0'0'4625'0,"0"0"-2681"0,0 0 153 15,0 0-577-15,0 0-768 16,0 0-384-16,0 0 264 15,51-3-135-15,-14 3-177 0,-2 0-72 16,5 0-120-16,2 0-64 16,-4 0-64-16,-6 0 0 0,-1 0 0 15,-6 0-176-15,-6 0-208 32,-6 0-265-32,-2 0-639 0,-7 0-1400 15,-4 0-3890-15</inkml:trace>
  <inkml:trace contextRef="#ctx0" brushRef="#br0" timeOffset="51503.08">7841 15307 7937 0,'0'0'4697'0,"0"0"-2856"16,0 0 159-16,0 0-632 15,0 0-728-15,0 0 25 16,0 0-257 0,-3 139-224-16,3-91-96 15,0-4-88-15,0-3-40 16,0-2-344-16,0-1-377 0,8-10-1575 0,-4-12-5874 16</inkml:trace>
  <inkml:trace contextRef="#ctx0" brushRef="#br0" timeOffset="62188.44">8953 14925 800 0,'0'0'976'0,"0"0"-376"15,0 0-32-15,0 0 2665 0,0 0-713 16,0 0-1439-16,0 0 39 16,0-3 112-16,0 3-288 0,0 0-280 15,0 0 65-15,0 0-33 16,0 0-200-16,-3 19-24 31,-5 10 24-31,-4 15 64 0,0 13-56 16,-4 10-64-16,4 6-72 0,4 3-47 15,0 0-121 1,8-13-96-16,0-2 24 0,0-12-80 0,0-11-40 16,11-10-8-1,6-5 0-15,6-8-96 0,-6-5-48 16,11-4-128-16,-4-6-353 15,8 3-815-15,-8-3-2393 16,-5 3-4521-16</inkml:trace>
  <inkml:trace contextRef="#ctx0" brushRef="#br0" timeOffset="62518.44">9308 15313 1768 0,'0'0'10818'15,"0"0"-8793"1,0 0-1289-16,0 0 24 0,0 0-200 0,0 0-144 31,0 0-184-31,84 19-72 0,-56-17-72 0,-3 1-88 0,1 1-56 32,-1-4-312-32,-1 0-528 15,11 0-960 1,-10 0-3113-16,-5 0-2433 0</inkml:trace>
  <inkml:trace contextRef="#ctx0" brushRef="#br0" timeOffset="63029.89">9879 15250 1712 0,'0'0'10386'0,"0"0"-8249"16,0 0-1145-16,0 0 272 0,0 0-392 15,-21 111-448 1,25-89-184-16,9 3-48 0,6-7-112 15,1 0-8-15,1-7 8 16,3-4-64-16,-1-4-8 16,4-3-8-16,-2 0-64 0,3-7-40 15,-4-7 24-15,-5-10 8 0,-2 6-72 16,-2-11 48 0,-6 4 96-16,-9-3-40 15,0-1 40-15,0 0 8 16,0 4 0-16,-16-1 112 15,-9 7 32-15,2 3 120 0,-9 12-56 32,-4 4 57-32,-4 0-129 0,1 27-104 15,-2 7-40-15,5 8 0 32,8 3-264-32,5-4-249 15,14 0-407-15,9-3-864 0,0-6-2433 16,17-13-2649-16</inkml:trace>
  <inkml:trace contextRef="#ctx0" brushRef="#br0" timeOffset="63311.12">10393 15379 11554 0,'0'0'2961'15,"0"0"-1625"1,0 0-96-16,0 0-352 0,-28 105-520 0,28-76-216 16,0-1-48-16,0 1-104 15,0-4 0-15,0 5-64 16,-4-5-368-16,0-4-336 0,4 6-816 31,0-9-1025-31,0-2-2848 0</inkml:trace>
  <inkml:trace contextRef="#ctx0" brushRef="#br0" timeOffset="63898.21">10688 15154 488 0,'0'0'10258'15,"0"0"-7786"-15,0 0-1559 0,0 0-49 16,0 0-312-16,0 0-288 15,79-10-136-15,-47 10-120 0,0 0 64 32,-12 10 0-32,-9 6 64 15,-1 4-32-15,-10 1 64 0,0 5 8 16,-5-4-16-16,-15 1 136 16,-4-9 16-16,0 3-8 0,0-5-80 15,5-3-72-15,5-2-40 31,8-7-32-15,2 3-80-16,4-3 0 16,0 0-176-16,4 0-280 0,16-3 16 15,4-6 144-15,3 2-104 16,6 2 144-16,-11 5 144 0,7 0 96 16,-5 0-56-1,0 9-16-15,-5 10 88 16,-2 3 152-16,-9-3 40 0,-5 4-16 15,-3-2 40-15,0-5 120 16,-3 3 72-16,-17-6 96 0,-8 3-152 16,4-6-104-16,-8-1-55 31,8-3-17-31,0-2-104 16,0 3-72-16,5-7-72 0,-2 0-329 15,6 0-511-15,5 3-1048 0,4-1-3377 16</inkml:trace>
  <inkml:trace contextRef="#ctx0" brushRef="#br0" timeOffset="64331.62">11210 14909 3064 0,'0'0'9514'15,"0"0"-7369"-15,0 0-1321 0,0 0 216 16,0 0-336-16,0 0-344 16,0 0-40-1,0 0-72-15,131 79 32 16,-99-40-15-16,-4 9-65 0,-7 2-8 16,-2 1-40-16,-10 6-56 15,-9-6-24-15,0 2-64 0,-13-4 80 31,-15-5-72-31,-4-2-16 16,-7-7-16-16,-1-1-512 16,-8 4-793-16,8-2-2896 0,4-8-3744 15</inkml:trace>
  <inkml:trace contextRef="#ctx0" brushRef="#br0" timeOffset="66408.23">3226 16837 2560 0,'0'0'688'0,"0"0"8418"15,0 0-7578-15,0 0-743 31,0 0-49-31,7 34-264 0,5 5 88 16,1 18 120-16,2 7-216 16,-2 5-136-16,-10 0-104 31,1-4-104-31,-4-5-104 0,0-3-16 16,0-6-40-16,0-4-328 15,0-8-208-15,0-4-552 16,0-4-480-16,0-5-1233 0,0-11-2776 0</inkml:trace>
  <inkml:trace contextRef="#ctx0" brushRef="#br0" timeOffset="66806.19">3170 16871 5577 0,'0'0'8377'0,"0"0"-6832"0,0 0-841 16,0 0-128-16,0 0-304 16,0 0 24-1,91 0 48-15,-35 16-120 16,4 0-72-16,-4 7-80 15,-8-1 8 1,-9 3-32-16,-11 4-40 0,-12 0-8 16,-12-1 0-16,-4 0 104 15,-16 1 216-15,-20 0 57 0,-7-1-17 16,-5-3-88 0,0-8-32-16,13-2-16 15,7-8-128-15,7-3-88 16,14-4-8-16,7 0-416 0,0 0-456 15,28-4-1257-15,7-9-800 16,1 1-3400-16</inkml:trace>
  <inkml:trace contextRef="#ctx0" brushRef="#br0" timeOffset="67511.33">3815 16733 4889 0,'0'0'8057'31,"0"0"-6816"-31,0 0-561 16,0 0 536-16,8 145-208 0,-3-82-472 16,-1 4-240-16,-1-10-96 15,5-2-96-15,0-11 0 0,-4-10-104 16,5-8 0-16,-6-13 0 0,1-6-208 15,-4-5-360-15,0-2-424 16,0 0-200-16,0-9 112 0,0-11-369 31,0-4-1439-15,-16 0-177-16,0-4 704 16,-4 3 1337-16,1 0 1024 15,2-1 344-15,6 8 1169 0,2 4 695 16,5 5 305-16,4 6-297 15,0 3-560 1,4 0-559-16,16 0-153 16,5 3-184-16,6 6-360 15,5 1-120-15,-4 3-64 0,4-4-56 16,-4-2-24-16,-1-7-72 16,2 0-16-16,-6 0-8 0,-3 0-40 15,-3-10-8-15,-1-3-64 31,-5 0-120-31,-3-2 16 16,-3-1 0-16,-2-2 24 0,-3-2 24 16,-4-3 64-16,0 5 64 0,0-1-48 15,0 3 48-15,0 3 16 16,0 6 32 0,0 2 24-16,0 5 240 15,0 0 48-15,0 0-128 16,0 15-136-16,0 7 120 0,0 14 185 15,0 1 15-15,0 5-144 16,0-1-56-16,4 0-40 0,9-6-32 16,-2-4-96-1,-3-2 0-15,1-7-48 16,-6 2-216-16,1-9-248 16,0 1-577-16,8-3-959 0,-4-8-2489 15,0-1-2520-15</inkml:trace>
  <inkml:trace contextRef="#ctx0" brushRef="#br0" timeOffset="67839.42">4769 17021 5089 0,'0'0'9858'0,"0"0"-8434"16,0 3-448-16,0-3 224 15,15 0-455-15,5 0-449 0,0 0-216 0,4 0-32 16,0 0-48-16,-4 0-176 16,-4 0-368-16,-4 0-433 15,4 0-727-15,-5 0-2089 0,2 0-3152 16</inkml:trace>
  <inkml:trace contextRef="#ctx0" brushRef="#br0" timeOffset="68097.56">4779 17128 11002 0,'0'0'4241'15,"0"0"-3305"-15,0 0 488 16,0 0-352-16,125 4-463 15,-90-4-305-15,1 0-208 0,-4 0-96 16,0 0-128-16,-12 0-512 31,-8 0-969-31,-4 6-3144 0,-8 4-6561 16</inkml:trace>
  <inkml:trace contextRef="#ctx0" brushRef="#br0" timeOffset="76582.35">5809 16443 5969 0,'0'0'4345'31,"0"0"-3313"-31,0 0-64 16,0 0 64-16,0 0-376 0,4 0-183 15,-4 0 15-15,0 6-128 16,4 10 288-16,-4 6-112 0,0 4-160 0,3 9 64 16,-3 6-272-1,0 0 32-15,0 4-88 16,0-1-24-1,0-2-80-15,0-8 40 0,0-5-48 16,8-7 0-16,1-6-8 16,2-3 8-16,6-7 0 0,6 0 8 15,5-6 48-15,4 0-48 16,4 0 0-16,0 0 56 0,-4 0-56 16,0-3 0-1,-4 0-8-15,-5 0 0 0,-7 3-176 0,5 0-72 31,-10 0-280-31,1 0-136 0,-4 0-32 16,3 0-424-16,-2 0-353 16,-4 0-695-16,-2 6-705 15,-3-3-2672-15</inkml:trace>
  <inkml:trace contextRef="#ctx0" brushRef="#br0" timeOffset="76932.42">6135 16653 7345 0,'0'0'2737'0,"0"0"-1113"0,0 0-168 16,0 0-535-1,0 0-593 1,0 0-64-16,0 0 512 0,0 0 184 16,19 60-328-1,-5-22-72-15,-7 6-152 0,1 4-120 0,-4 0-96 16,4-4-16 0,-3 1-128-16,2-4-39 0,-3-3-9 0,-1-3 0 15,2-4-177 1,-1-2-183-1,1-10-240-15,2-3-416 0,1-7-696 16,0-5-1321-16,-4-4-1984 0</inkml:trace>
  <inkml:trace contextRef="#ctx0" brushRef="#br0" timeOffset="77254.53">6550 17021 3992 0,'0'0'8722'16,"0"0"-7137"-16,0 0-657 0,0 0-216 15,0 0 16-15,0 0-248 31,0 0-216-31,20 120-104 16,-12-85-96-16,-4 1-64 0,4-2 0 16,-4-2-40-16,0 0-248 15,0-6-192-15,0-4-224 0,0-3-408 16,0-14-1249-16,4-5-1992 16,-4 0-2976-1</inkml:trace>
  <inkml:trace contextRef="#ctx0" brushRef="#br0" timeOffset="77645.14">6736 16615 10322 0,'0'0'2416'0,"0"0"-1071"31,0 0-97-31,0 0-584 16,0 0-528-16,0 0 72 0,0 0 408 15,0 0 32-15,0 0-216 16,66 111-168-16,-47-86-120 0,1 3 64 31,1-5-71-31,2-1-9 16,1-3-56-16,0 0 0 15,4-3-16-15,-4-3 8 0,3-1-64 16,1-3 16-16,0-2 40 16,0 0-56-16,4-1-56 0,-8-3-72 15,0-3-120-15,-1 4-169 16,-6-4-143 0,-1 2-232-1,-1 1-720-15,-7-3-1609 0,-4 7-2536 0</inkml:trace>
  <inkml:trace contextRef="#ctx0" brushRef="#br0" timeOffset="77974.06">7140 16675 8977 0,'0'0'2521'0,"0"0"-521"16,0 0-79-16,0 0-633 16,0 0-704-16,-8-31-320 0,8 31-216 15,0 12-48-15,12 17 488 0,0 8-24 16,8 8-127-16,0 8 23 31,-8 2-160-31,3-1-24 16,1-3-80-16,-4 0-32 0,1-10-64 15,-5 3 8 1,-1-8-8-16,2-5-128 0,-1-6-368 0,-1-3-289 16,-3-8-471-16,-4-5-808 15,0-4-2241-15,0-1-1144 0</inkml:trace>
  <inkml:trace contextRef="#ctx0" brushRef="#br0" timeOffset="78441.65">7470 16748 12634 0,'0'0'2881'0,"0"0"-809"0,0 0-631 16,0 0-641-16,0 0-552 31,0 0-200-31,5 15 248 0,7 11 64 16,-1 5-104-16,1 5-40 15,0-1-96-15,1-3-48 0,-1-1 48 16,4-2-120-16,-4-4 64 15,2-2-64-15,3-5 0 16,4-2 0-16,-2-2 48 0,9-6-48 16,-4-1-40-16,8-7-64 31,-4 0 40-31,4 0-112 0,-4 0-112 16,-5 0 24-16,2 0-184 0,-6 0-176 15,-3 0-64-15,-4 0-481 16,1 6-1055-16,-9 0-665 15,-4 1-1888 1,0 0-536-16</inkml:trace>
  <inkml:trace contextRef="#ctx0" brushRef="#br0" timeOffset="78724.92">7781 16758 9690 0,'0'0'4985'0,"0"0"-3241"15,0 0-232-15,0 0-695 0,0 0-417 32,0 0 72-32,13 113-112 0,3-55-72 15,-1 3-104-15,1-2-64 16,0 3-104-1,-3-9 32 1,-2 0-48-16,2-1-192 0,-6-5-288 16,1-2-328-1,-8 2-425-15,0-8-983 16,0-11-3849-16</inkml:trace>
  <inkml:trace contextRef="#ctx0" brushRef="#br0" timeOffset="83487.87">2695 16516 6913 0,'0'0'2080'0,"0"0"-527"0,0 0 31 15,0 0-304-15,4 12-87 0,-4 8-209 16,5 5-64-16,-1 7-304 15,-1 3-48-15,5 6-112 0,0 7-8 16,1 5-87-16,-2 2-33 16,-3 8-144-16,4 4 40 0,-4-1-48 31,-4 1-80-31,0 2 0 16,5-1-48-16,-5-1 32 15,0-1-64-15,0 1-8 0,3-4 8 16,1-2-8-16,4-3-8 31,0-8 0-31,0-8 0 0,0-12 0 16,4-5-16-16,-6-5 16 15,4-8 0-15,-2-2-64 0,3 0 64 16,1-4 0-16,1 0 8 16,3-2-8-16,-1 2 0 15,6-6-48-15,-1 0 48 0,3 0 0 16,5 0 8-1,0 0-8-15,8 0 8 16,8 0 0-16,0 0 40 0,8-6-40 16,4-1 40-16,3-2 24 15,5-1-24 1,4 0-32 0,-1 1 32-16,6 6 8 0,-2 0-48 15,-3 3-8-15,0 0 16 16,-4 0-16-16,-1 0 0 0,-3 3 48 15,3 0-40-15,2 1-8 16,-2-2 0 0,9-2-8-16,0 0-8 15,3 0 16-15,5-2 0 0,8-5 0 16,0 1 8-16,8-4-8 16,-5 4 8-16,5-4-8 0,-1 4 8 15,1-4-8-15,8 1 8 16,-5 0 0-16,1-5 56 0,8 5 8 31,-1 0-72-31,-3-2 8 31,-1 6 16-31,-3-2-24 0,0 2 0 16,-4 1 0-16,-1-3 0 16,1 5 0-16,-6-9 0 15,-1 8 0-15,3-2 0 0,-8-2 0 16,-5 5 0-16,1 2 0 15,-9 0 0-15,6 0 8 0,-6 0-8 16,1 0 0-16,0 0-8 16,4 0 0-16,-5 0 0 15,1 0 0 1,0 0 0-16,-5 0-64 0,1-4 8 16,-4 1 64-16,3-1-8 15,-2 1 0-15,-1 0-40 0,3 3-24 16,-3 0-8-1,-1 0 24-15,1 0 8 0,-12 0-40 0,1 0 16 16,-11 0-8 0,-5 0 0-16,-2 0 32 15,-7 0-16-15,-8 0-32 0,-8 0-32 16,-3 0-24-16,-1 0 32 16,-5 0 104-16,-3 0 8 31,0 0 8-31,0 0 48 0,0 0-32 15,0 0 32-15,0 0 0 16,0 0-48-16,0-7 0 0,0-2 0 16,0 0 8-16,-3-4 0 15,-1-3 0-15,-5 0-8 32,1-6 0-32,0-4 8 0,1-6 0 15,-6-5 0-15,6-4 104 0,-6-10 32 16,2-3 16-16,-1-3 0 0,-1-7 0 15,2 0-56-15,3 1 72 16,-4-4 32-16,-1 0-104 16,6 0-16-16,0-2-8 15,-2-7-72-15,1-1 112 16,-3 2-56 0,2 1-16-16,1 5 48 0,4 8-24 15,-3 8 64-15,-2 12-48 0,5 5-32 31,0 10 32-31,0 4-80 16,-3 7 40 0,7-2-40-16,-4 5-8 15,4 2 0-15,-5 1 0 16,5 3-8-16,-4-4 8 0,0 4-56 16,0-4-56-16,0 1 112 15,1-4-16-15,-1 1-32 0,-5-2 48 16,5-1 0-16,0 5-48 15,-3-2-24-15,-1 2 0 16,-1-3 24-16,2 7-8 0,-1 2 8 16,0-1-48-16,-4 2 32 15,0 3 56-15,-8 0-64 0,-1 0-40 16,-10 0 104 0,-5 0-8-1,-4 5-32-15,-8 4 48 16,5 1-56-16,-9 0 56 0,-4-1 8 0,4 1 8 15,0-3-8 1,-4-1 8 0,0 0-8-16,0-3 0 0,5 0 0 15,-5 1-8-15,8-4 8 16,1 3-8-16,-5-3 0 16,8 0 8-16,0 3-8 0,-3-3 0 0,6 0 0 15,-2 0 0-15,-3 0-8 16,4 0 8-1,-6 4-8-15,4-4-56 16,-4 3 8-16,-3 3 8 16,-1-3-24-16,0 3 0 15,1-3 64-15,-2 1-64 0,1-1 56 16,-4 1-40-16,9-4 0 0,-5 0 48 31,0 0-8-31,5 0 16 16,1 0 0-16,4 0 16 15,-6 0-8-15,4 0-8 0,0 0 0 16,0 0-8-16,0 0 0 31,1 0 8-31,-1 0 0 0,0 0 0 16,-4 0-8-16,0 0 8 16,-4 0-8-16,5 0 8 15,-5 0-48-15,0 0 48 0,-5 0-8 0,6 0 8 16,-4 0 0-1,1 0-8 1,3 0 8-16,4 0 0 0,-1 0 0 16,-3 0 0-16,-1 0 0 15,-1 0 0-15,-3 0-72 16,0 0 72-16,-2 0 16 0,-2 0-16 16,0 0 0-16,0 2 0 15,-3 1-8-15,3-3 0 16,0 0 8-16,-9 0-8 15,9 0 0-15,-7 0-8 16,-1 0-40-16,5 0-8 16,-10-5-16-16,-2-2-24 0,4 3-16 31,-2 1 112-31,1 0-64 16,5 0 24-16,-5 0 32 0,8-1-32 15,1 4 48-15,3-2 0 16,4 2 0-16,0-3-48 0,9-1 48 15,-5 1 0-15,-1 3 8 32,1 0-8-32,5-3 0 0,0 3-48 15,-1 0 48-15,-2 0 0 16,4 0 0-16,2 3 0 16,8 4 0-16,-4-2-8 0,9-1 8 15,-2 2 0-15,10-6 8 16,-2 0 0-16,6 0 0 0,7 0 32 15,-4 0-32 1,7 0-8-16,6 0 8 16,-1 0-8-16,4 0 0 15,0 0 8-15,0 0-8 0,0 0-8 16,0 0 8 0,0 0-8-16,0 0-48 15,0 0 48-15,0 0 0 0,0 0 0 16,0 0-80-16,0 0-64 15,0 0-152-15,0 0-41 16,0 0-415 0,4 0-328-16,8 3-80 15,-4-3 112-15,16 0-569 0,-5 0-1079 16,2 0-1961-16</inkml:trace>
  <inkml:trace contextRef="#ctx0" brushRef="#br0" timeOffset="84410.09">2759 16081 1720 0,'0'0'1640'16,"0"0"-440"-16,0 0 17 0,0 0-273 15,0 0-32-15,0 0 208 16,0 0-247-16,-4-16-25 0,0 9-48 16,4 5-56-16,0-1-168 15,-4-1-200 1,4 1-88-16,0 1 96 16,-4 2-32-16,4 0 25 0,0-4-49 15,0 4-24-15,0 0-96 16,0 0-16-1,0 0-16-15,0 0-16 32,0 0 40-32,0 0-24 15,0 0-64-15,0 9 64 16,0 10 112-16,0 4 64 0,0 5-120 16,0 3 40-16,0 1-56 15,0 1-72-15,0-2-8 0,4 7-16 31,0-3-120-31,0 4 0 16,0-2 8-16,1 8 0 16,-2-4 64-16,-3 1-64 0,0-4 0 15,4-4-8-15,-4-5 8 0,0-7-8 16,0 1 0-16,4-11-16 16,-4-3-88-16,4 0-96 15,-4-2-48-15,4 0-120 0,-4-1-304 0,0 1-336 16,0 5-1073-16,0-2-2047 15,0 0-97-15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6-17T21:57:46.4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2197 11074 840 0,'0'0'2568'0,"0"0"4258"0,0 0-4802 16,8-15-656 0,-8 8-7-1,0 3-273-15,4 2-416 0,-4-5-136 0,0 7-104 16,0 0-104-16,0 0 24 0,0 0-136 0,0 0-216 15,4 22 0 1,-4 10 0-16,8 19 625 0,-4 6-241 16,8 3-208-1,-5 1-88-15,-2-1-8 16,7-9-72-16,-4-4 0 16,-5-8-8-16,5-8-48 15,-3-2-176-15,-1-7-160 16,0-5-265-16,-4-9-663 0,0-1-1552 15,0-7-3258-15</inkml:trace>
  <inkml:trace contextRef="#ctx0" brushRef="#br0" timeOffset="409.97">1997 11046 9249 0,'0'0'2017'16,"0"0"-633"0,0 0 161-16,0 0-473 0,0 0-560 15,0 0-264 1,0 0-96-16,0 0 48 0,0 0 0 0,144-64-40 15,-100 64-40-15,0 13-40 0,-1 6 48 16,-6 3-56 0,-1 3-64-16,-13 1-8 15,-3-1-72-15,-8 0-104 16,-12 1 0-16,0-4 176 16,-16 7 376-16,-19-4 72 15,-10 1-200-15,-2-5-80 0,-5-1-64 16,12-8 8-1,9-2-112-15,10-3 0 16,14-7-144-16,7 0-1016 16,19-13-1648-16,14-9-2026 0,-6 3-2087 15</inkml:trace>
  <inkml:trace contextRef="#ctx0" brushRef="#br0" timeOffset="859.94">2468 10805 2064 0,'0'0'1928'16,"0"0"-271"-16,0 0-33 15,0 0 320-15,0 0-239 16,0 0-89 0,0 0-448-16,0 0-399 0,0 12-145 0,12 13 552 15,-4 4-240 1,8 9-280-16,-1 7-112 15,2-1-31-15,-3 6-169 16,8 2-96-16,-10-5-56 16,0-2-120-16,-5-4-16 0,6-6-40 31,-5-7-16-31,-4-6-128 16,3-3-360-16,-7-9-313 0,9-3-631 15,-9-7-552-15,0 0-2505 16,0-4 1432-16,0-9-3416 0</inkml:trace>
  <inkml:trace contextRef="#ctx0" brushRef="#br0" timeOffset="1325.16">2579 11182 3424 0,'0'0'2145'0,"0"0"-553"16,0 0 873 0,0 0-121-16,0 0-920 0,5-29-607 15,7 29-81-15,8 0 48 16,8 0-224-16,-2 7-96 0,8-4-160 15,-2 3-80-15,-1-3-104 16,-3-3-72-16,-2 0 8 16,-4 0-48-16,-3 0-8 15,0 0-48 1,-1-3-96-16,-11-6-104 0,6-4-80 0,-10-3-40 16,-3-3-168-16,0-3-440 15,0-4-73 1,-3 4 129-16,-13-2 88 15,0-5 576-15,0 3 24 16,-5 3 232-16,6 5 128 0,1 5 328 16,8 3 520-16,-2 10 89 15,4 0-585-15,4 0-480 0,0 19 80 32,0 10 448-32,0 9 224 0,0 9-112 0,4 1-200 31,4 3-72-31,-2 0-40 0,8-10-200 0,-6 4-48 0,4-10-64 15,-8-3-8-15,8-3-8 16,-8-8-360 0,2-1-328-16,4-11-544 31,-6-4-865-31,0-5-3296 0</inkml:trace>
  <inkml:trace contextRef="#ctx0" brushRef="#br0" timeOffset="1622.03">3277 11128 10058 0,'0'0'1760'0,"0"0"-1144"0,44 0 448 16,-16 0 25-16,0 0-201 16,-1-3-616-16,2 0-168 0,2-4-104 15,-7 7-456-15,-3 0-1009 0,-10 0-1007 16,-2 0-1617-16</inkml:trace>
  <inkml:trace contextRef="#ctx0" brushRef="#br0" timeOffset="1793.89">3233 11275 8977 0,'0'0'1905'16,"0"0"-793"-16,0 0 552 15,0 0-351-15,0 0-577 16,0 0-384-16,128 9-352 0,-96-18-176 16,3-5-1072-16,-7 1-3281 15,-3 4-2353-15</inkml:trace>
  <inkml:trace contextRef="#ctx0" brushRef="#br0" timeOffset="2663.75">4218 10819 1096 0,'0'0'5113'0,"0"0"-3561"15,0 0 657-15,0 0 23 0,0 0-832 16,0 0-984-16,0 0 841 15,36 135-313-15,-20-57-168 0,-4 12-336 16,3 2-128-16,-3-6-144 31,-3-4-16-31,-1-13-64 0,-4-11-80 16,-4-10 40-16,3-10 0 16,-3-12-48-16,4-11-72 0,-4-8-272 15,4-7-480-15,1 0-768 31,-1-17-985-31,-4 2-2888 0</inkml:trace>
  <inkml:trace contextRef="#ctx0" brushRef="#br0" timeOffset="3012.57">4178 10963 2480 0,'0'0'9914'16,"0"0"-8994"-16,0 0-408 15,0 0 385-15,52 22 63 0,-25-9-248 0,6 0-120 16,-1-1-128-16,0-3-136 15,-4 5-104-15,-9-5-120 0,-3 0-104 16,-12 5-48-16,-4-5-224 16,-4 9 272-16,-27 2 440 15,-9 6-184-15,-4-5-104 0,-8-1-15 16,8-1-1-16,8-7-64 0,12-2 0 16,17-7-72-16,7-3-288 15,28 0-1577-15,15-6-119 31,1-10-3922-31</inkml:trace>
  <inkml:trace contextRef="#ctx0" brushRef="#br0" timeOffset="3296.18">4636 10810 7817 0,'0'0'6442'16,"0"0"-5650"-16,0 0-536 0,0 0 264 16,0 0 544-16,0 0-440 15,60 147-112-15,-43-93-184 0,-2-1-120 16,-2-2-120-16,-2-3 1 0,-4-7-89 0,3-6-81 31,-3-6-327-31,1-11-448 0,-4-8-1000 16,0-6-2545-16,0-4-1984 0</inkml:trace>
  <inkml:trace contextRef="#ctx0" brushRef="#br0" timeOffset="3679.68">5039 10769 9674 0,'0'0'2680'16,"0"0"-967"-16,0 0 103 0,0 0-352 15,-83 133-560-15,47-95-287 0,-8-6-97 16,4-3-152-16,0 0-128 15,3-11-56-15,10-2-136 0,4-2-32 16,10-9-8 0,6-1-8-1,7-4-120-15,0 0-520 0,3 3-193 16,14 3 441-16,11 3 392 16,-1 8 104-16,10-2-24 0,-2 4-16 15,-3-3 24-15,4-3-16 0,-8-1 17 31,4-2-41-31,-12-3-40 16,-1-1-8-16,1-3-129 0,1-3-807 31,-6 0-2040-31,-3 0-5266 0</inkml:trace>
  <inkml:trace contextRef="#ctx0" brushRef="#br0" timeOffset="4148.29">5366 11030 10218 0,'0'0'4385'0,"0"0"-3249"16,0 0 312-16,0 0-256 15,0 0-455 1,-131-35-361-16,99 44-64 0,4 17-160 16,3 8 88-16,5 7-200 15,9 1-40-15,11-4 0 0,0-3-48 16,0-12-16-16,11-8-40 16,6-8-64-16,3-7 24 0,-4 0 96 15,8-17 48 1,0-8-56-16,-5-6-40 15,1-8 24-15,-8 8 64 16,1-4 0-16,-7 9 8 16,-1 4 0-16,-5 13 8 15,4 6 176-15,-4 3-184 16,5 15 56-16,-1 17 200 0,3 9 48 0,5 4-136 16,0-1-64-16,4-2-40 0,0-4-64 15,0-7 0-15,4-2-168 16,-8-6-8-16,0-1-696 15,0-6-409-15,-8-4-1823 0,-1-10-4354 16</inkml:trace>
  <inkml:trace contextRef="#ctx0" brushRef="#br0" timeOffset="4538.89">5932 11014 10418 0,'0'0'3929'16,"0"0"-2473"-16,0 0 120 15,0 0-536-15,0 0-351 0,0 0-241 16,60 0-80-16,-28 4-104 0,15-4-64 16,1 0-128-16,1 0-64 15,-3 0-8-15,-5 0-8 31,-9-4-352-31,-8 1-360 0,-12 3-513 16,-8 0-911-16,-4-4-1937 16,0 4-960-16</inkml:trace>
  <inkml:trace contextRef="#ctx0" brushRef="#br0" timeOffset="4742.01">6080 10819 11322 0,'0'0'3145'0,"0"0"-1937"15,0 0 632-15,0 0-519 16,0 124-753-16,0-78-240 16,8 1-216-1,-2 0-112-15,-1-5-312 0,-5 15-1017 0,0-13-2647 16,0-9-8395-16</inkml:trace>
  <inkml:trace contextRef="#ctx0" brushRef="#br0" timeOffset="5546.02">7060 10912 4368 0,'0'0'8194'15,"0"0"-6593"-15,0 0-121 0,-20-139-352 16,16 91-440-16,0-3-336 16,0 10-200-16,1 5-72 0,-1 18 168 15,0 8-64-15,4 6-184 16,-5 4 0-1,5 17-16-15,0 21 32 16,0 16 136-16,0 16 65 0,5 3-9 16,10 0-64-16,9-6 24 15,-3-6-64-15,7-18-16 16,-5-4-32-16,5-14 0 0,-4-6-56 0,0-12 0 16,0-7-152-16,3 0 56 15,-3-9-48 1,-4-14-208-16,0-3-49 0,-4-6-55 15,-8 1-16-15,1-4 152 16,-5 6 136-16,-4 3 88 0,0 11 96 0,0 5 64 16,3 10 72-16,-3 0-136 15,8 16 48-15,0 10 504 0,8 2-136 32,0 5-104-32,4-9-87 15,4-5 47-15,4-2-72 16,0-8 0-16,0-9-104 0,0 0-48 15,-2-13-24-15,-1-13-24 16,-5-1 0-16,-12-5-16 0,-4-3-72 31,-4-1 88-31,-8 1 0 16,-16 7-72-16,-12 3 72 0,-7 9 176 16,-1 9-56-16,4 7 24 15,-1 7-96-15,15 21 16 0,1 10-8 16,18 10-56-16,7 0-320 31,7 3-761-31,21-14-999 16,0-8-3761-16</inkml:trace>
  <inkml:trace contextRef="#ctx0" brushRef="#br0" timeOffset="6077.24">8009 10858 10882 0,'0'0'2672'16,"0"0"-895"-16,0 0-169 16,0 0-400-16,0 0-319 15,0 0-425-15,0 0-336 0,-124-64 16 16,89 94-48-16,-5 4 56 0,11 7-24 15,10-5-80-15,7-2-48 32,12-5 0-32,0-6 0 15,0-12 0-15,8 3-8 0,12-14-112 16,-1 0 0-16,-2 0 64 16,7-7 56-16,-5-9 0 0,-2 0-88 15,7-2 88-15,-9 5 0 31,2 3 0-31,-2 7-48 16,1 3 48-16,9 9-72 0,-2 26 0 16,5 10 72-16,-4 15 0 15,4 7 96-15,-5 2-24 0,2 1-72 16,-6-3 0-16,-11-9 144 16,-3-4-136-1,-5-11 160-15,-13-7-160 16,-22-8 240-16,-5-6 192 0,-9-9 160 15,-2-2-352 1,0-11-32-16,6 0-48 16,10 0-168-16,3 0 0 0,14-11-312 15,4 2-528-15,9-10-448 16,5 0-1377-16,0-1-10722 16</inkml:trace>
  <inkml:trace contextRef="#ctx0" brushRef="#br0" timeOffset="7134.4">9193 10283 7345 0,'0'0'2873'16,"0"0"-897"-16,0 0-216 15,0 0-1295-15,0 0 231 0,0 102-88 16,0-57-72-16,0 5-240 0,0-6 8 31,0-3-8-31,0-9-88 16,0-9 40-16,3-7-136 0,2-4-112 15,-1-8-16-15,0-4 16 16,3 0 272-16,1 0-120 0,5-16-16 16,6 0-136-16,5-3-40 15,4 0-32-15,-3 2-24 0,3 8 24 32,-4 6 24-32,-2 3-48 15,-2 3-56-15,1 17 80 0,-5 8 16 31,-4-3-16-31,-4 4 72 0,-8-3 208 16,0-4-136-16,-13-3 456 16,-13-3-23-16,-15-7-9 15,1-2-144 1,-8-4-64-16,5 1-112 16,3-4-56-16,12 0-8 0,8 0-104 15,11 0-8-15,9 0-104 16,0 0-800-16,9 0-1321 0,34 5 593 15,-2-1-2929 1,-5-4-4369-16</inkml:trace>
  <inkml:trace contextRef="#ctx0" brushRef="#br0" timeOffset="8120.32">9671 10556 10338 0,'0'0'2752'0,"0"0"-671"15,0 0-497-15,0 0-632 16,0 0-408-16,0 0-248 0,-116 13-31 16,92 15-33-16,1 11-40 15,7-1-192 1,8 0 0-16,8-3 0 15,0-4 8-15,0-8 64 16,8-7-16-16,8-7-56 0,0-9-88 16,0 0-32-16,3 0 120 15,2-16-8-15,-1-5-64 0,-5-8-40 16,6-1-96-16,-10 3 135 31,6 1 1-31,-10 7 16 16,0 4 56-16,3 8-8 0,-6 7 0 15,-1 0-232-15,5 19 8 16,-4 10 128-16,8 2 104 0,0 1 8 16,0-3 96-16,0-7-104 0,0-10 0 15,0-3-56-15,0-9 56 16,-1 0 72-16,6-2 0 16,3-21-16-1,-1 2-48-15,2-5 0 16,-1-3-8-16,-1 0-8 0,9 5-72 15,-7 2-8-15,2 8 8 0,1 11 24 16,0 3-32-16,0 3-8 16,-4 26 16-1,-4-1 24-15,0 4 56 16,-8 0 0-16,-4 0 0 16,-4-9 144-16,0-4-96 15,-8-4 80-15,-12-5 184 0,-4-4 48 16,-4-3-63-16,4 0-17 0,4-3-80 31,0 0 8-31,12 0-64 16,8 0-96-16,0 0-32 15,0-3 152-15,12-4-160 0,11 2 64 16,2-5-24-16,3-2-40 16,0-2 40-16,4-2-40 0,-4 0-8 31,0-2 0-31,-6-1-8 15,7 0-64-15,-13 0 56 16,5-3-48-16,-10 2 64 0,6 2-8 16,-10-1 8-16,1-1 0 15,-4 4 8 1,0 4 8-16,-4 1-8 0,0 6-8 16,0-2 0-16,0 7 0 15,0 0 0-15,-8 0 0 16,0 7 0-16,-4 9 8 0,-4 5 72 15,-4 8-16-15,5 3 56 0,2-1 88 16,5 5 32 0,5-8 24-16,3-3-72 15,0-2-40-15,6-7-40 16,19-3 160-16,-4-7-248 16,7-3-24-16,-2-3-312 0,3 0-256 15,2-9-576-15,-6-7-1441 16,-9 0-8705-16</inkml:trace>
  <inkml:trace contextRef="#ctx0" brushRef="#br0" timeOffset="8885.91">8905 10029 6129 0,'0'0'5081'0,"0"0"-2985"15,0 0 9-15,0 0-617 16,0 0-304-16,0 0-319 0,-139-13-257 16,103 8-112-16,5-2-184 15,3 4-152-15,7-1-112 0,10 4-32 32,3-3-16-32,4 3 0 15,0 0-184-15,4 0-24 16,0 0-88-16,0 13 48 0,0 3 48 15,4 6 136-15,8 10 64 16,-1 6 48-16,2 13-40 0,2 16 0 16,-6 6 0-1,-2 10 48-15,-7 2 16 16,0-3-72-16,0-2 64 16,0-13-56-16,0-10 112 0,0-7-56 15,5-11-64-15,-2-11 0 16,1-3 0-16,5-9-56 15,-1 1 56-15,3-5 0 16,13 1 120-16,1-1 16 16,10-2-64-16,5-3-24 15,4-1-40-15,4 0-8 0,-4-6 0 16,-5 0 0-16,-3 0-136 16,-9 0-64-1,-9 0 24-15,-7 0-552 16,-11 0-689-16,0 6-615 15,-11-2-5330-15</inkml:trace>
  <inkml:trace contextRef="#ctx0" brushRef="#br0" timeOffset="9731.7">10197 9861 176 0,'0'0'6521'0,"0"0"-3969"0,0 0 241 16,0 0-224-16,0 0-809 16,0 0-640-16,0 0-400 0,37-6-127 15,-14 3 55-15,9 0-120 16,4 0-176-1,8-8-40-15,-5 6-120 16,2-2-112-16,-1 1-32 0,-5 3-48 16,-3 0-16-16,-8 3 16 15,0 0-72-15,-4 3-128 0,-4 15-32 16,-1 14-48-16,-2 16-16 0,-1 12 200 31,-4 13 96-31,-4 10 24 16,4 3 72-16,-4-3-40 0,0-8-56 15,3-8 40-15,2-6-32 16,-1-8-8-16,2-2 16 0,0-3-8 16,0-4 56-16,-5-5-64 31,3-7-8-31,-3-5-96 0,-5-7 16 16,3-8 8-16,-3-2 64 31,0-7-64-31,0-3 8 0,0 0 64 15,0 0-120-15,-3 0 128 16,-15 0 16-16,-2 0 72 16,2 0 120-16,-6 0-64 0,6 0 64 15,4 0-72-15,1 0-32 16,6 0-96-16,7 0-8 0,-4 0-208 16,4 0-272-1,0 0-857-15,0-3-3007 16</inkml:trace>
  <inkml:trace contextRef="#ctx0" brushRef="#br0" timeOffset="10481.66">8687 11230 5753 0,'0'0'2688'16,"0"0"-959"-1,0 0 815-15,0 0-375 16,0 0-649-16,0 0-656 16,0 0-288-16,0 0 8 0,15-4-279 15,17 4 87-15,17 0 0 16,10 0-104-16,37 0-64 0,35 0 0 15,37 0-56-15,19-6-96 32,4-7-64-32,-11 3 56 0,-8-2-56 15,-2 3-8-15,6-4 8 16,7-3-8-16,-7 4-32 0,-5-1 32 16,-11-4 56-16,-33 5-56 15,-31 6-88-15,-28-1-32 31,-18 5 120-31,3 2 0 0,-4-7-48 16,-17 7 40-16,-17 0-72 16,-15 0 40-16,0 0-8 0,0 0 72 15,-15 0-72-15,-2 0-104 32,2 0-344-32,-22 0-697 15,9 0-1319-15,0 0-5858 0</inkml:trace>
  <inkml:trace contextRef="#ctx0" brushRef="#br0" timeOffset="11468.14">9367 11436 5433 0,'0'0'6905'0,"0"0"-4888"16,0 0 183-16,0 0-360 15,0 0-831-15,0 0-393 16,-115 0-256-16,100-10-96 0,-6 1-72 31,6-3-96-31,-1-1-88 0,4 0 0 16,0 6-8-16,0-1-8 15,8 4-120-15,1 4-8 16,-2 0 40-16,1 0-8 0,0 0-40 16,0 16 48-16,0 4 0 31,4 1 48-31,-5 5 48 0,5 5 8 16,0 7 0-16,-2 4 48 15,-2-1 32 1,4 3 56-16,0-3-40 0,0 1 24 0,0-8 40 15,0-1-104-15,0-8 8 16,4-3-72 0,7-3 120-16,6-2-24 0,-3 1 72 0,11-5-88 15,-5-3-72-15,3-1 96 16,2 1-88-16,-1-5 48 16,4-1 24-1,-4-1-80-15,-1-3 0 16,-4 0-8-16,-1 0 8 15,-3 0 64-15,-8 0-72 0,-1 0-64 16,-2 0 56-16,-4 3-80 16,0-3-112-16,0 0-144 0,0 3-88 15,0 1-160-15,0-4-464 32,0 6-817-32,0-6-2896 0,0 4-3697 0</inkml:trace>
  <inkml:trace contextRef="#ctx0" brushRef="#br0" timeOffset="12468.09">9834 11543 1896 0,'0'0'584'16,"0"0"-584"-16,0 0-1288 16</inkml:trace>
  <inkml:trace contextRef="#ctx0" brushRef="#br0" timeOffset="12936.82">9834 11543 1560 0,'9'0'1912'0,"-9"0"-191"0,0 0-289 32,0 0 176-32,0 0 145 15,4 0 127-15,-4 0-144 0,0 0-231 16,0 0-97-16,0 0-56 15,0-3-239-15,-8 1-313 16,-12-1-208-16,-1 3-136 0,-6 0-136 16,-1 0-80-16,4 0-112 15,3 0-72-15,1 0-48 0,13 3-8 16,3 2-72-16,4 2-24 16,0 3-72-1,0 2 64-15,8 5-32 16,9-2 8-16,2 4 48 0,5-3-8 15,-4 4 32-15,4 1-8 16,-8-1 8-16,0-1 40 0,-4-3 8 0,-1 3-8 31,-6-4-32-31,-5-5-64 16,0-4-56-16,0 1 168 16,-9-2 152-16,-6-1 192 0,-5-1-24 15,-1-3-8-15,-6 0-24 16,7 0-96-16,0 0-48 0,5-7-136 31,1 2-8-31,7-2-168 16,3 5-440-16,4-2-328 0,0 4-737 15,8 0-2567-15,5 0-4938 0</inkml:trace>
  <inkml:trace contextRef="#ctx0" brushRef="#br0" timeOffset="13623.02">10214 11579 8305 0,'0'0'7394'0,"0"0"-5722"0,0 0-311 16,0 0-345-16,0 0-360 15,0 0-344-15,0 0-216 0,-120-39-48 16,95 59-48-16,-2 5 0 31,7 4 8-31,0 0 0 47,8 1-8-47,8-3 8 0,4-8 8 0,0-3-8 0,0-7-8 16,12-6-8-16,4-3-88 15,4 0-8-15,0 0 8 0,0-15-16 16,0-5-88-16,0 1 8 31,-8-3 40-31,-1 3-16 0,-2 0 96 16,-5 7 64-16,-4 2 8 16,4 7 0-16,-4 3-80 15,4 0 8-15,-4 15 72 0,7 5 200 16,6 5-104-16,-2 0 16 15,6-6 64-15,6-3-56 0,-3-9 136 16,4-7-48-16,4 0-64 16,0-3-64-16,8-19-24 15,0-4-56-15,-1-3 0 0,-3-3-96 47,-4-2 0-47,-8 2 0 16,-8 1 40-16,-3 2 40 0,-9 3 8 0,0 3-56 15,0 11 64-15,0 12 48 16,-13 0 0-16,-2 15 40 16,-3 21 16-16,4 8 168 0,5 4-64 15,2-1 40-15,7-2-48 16,0-11-32-16,3-4-96 0,14-9-56 16,-2-4-16-16,1-11-176 0,3-2-336 15,6-4-256-15,3 0-368 16,-4-16-1609-16,-8-4-6329 0</inkml:trace>
  <inkml:trace contextRef="#ctx0" brushRef="#br0" timeOffset="14128.8">10696 11347 4729 0,'0'0'10290'0,"0"0"-8778"16,0 0 48-16,0 0-391 0,0 0-441 31,0 0-96-15,0 0-24-16,79 79-264 16,-42-79-152-16,2 0-128 0,-3-7-64 15,-4-2-96-15,-4-3 16 16,-8 3-72-16,-4 2-8 15,-8 1 64-15,-5 6 0 0,2 0-48 16,-5 13-152 0,4 15 224-16,-4 13-8 15,0 7 80-15,0 13 8 16,4-2 8-16,0 2 40 0,3-4-48 16,6-7 96-16,-2-1-56 15,-3-8 64-15,5-7-56 0,-3-5 0 31,0-10-40-31,-2-3-16 0,-8-7 8 16,0-2 0-16,0-7 0 16,0 0-8-16,0 0 8 15,-8 0 152-15,-12 0-64 0,-8 0 200 32,-8-7 0-32,0 5-16 15,0-2-24-15,12 1-160 0,0 3-96 16,12 0-88-16,12 0-688 15,0 0-936-15,0 0-8074 0</inkml:trace>
  <inkml:trace contextRef="#ctx0" brushRef="#br0" timeOffset="16090.27">11050 5474 440 0,'0'0'7353'0,"0"0"-4896"0,0 0-849 15,0 0 657-15,-27-38-561 16,27 31-288-16,0 7-544 0,0 0-448 16,0 0-280-16,8 0-71 15,7 12 87-15,12 1 56 31,6 3-16-31,8-2-56 0,6-2-24 16,9-6-120-16,0-3 16 0,0 1 80 16,4-4-96-16,-9 0-184 15,1 0-400 1,-8 0-569-16,3-4-959 16,-11-5-3241-16,-12-1-3585 15</inkml:trace>
  <inkml:trace contextRef="#ctx0" brushRef="#br0" timeOffset="16469.84">11601 5312 8425 0,'0'0'1241'16,"0"0"7"-16,0 0-48 0,0 0 16 16,0 0-87-16,0 0-313 15,0 0-192-15,147 60-184 32,-111-54-248-32,0 1-88 0,-9 3-104 15,-2-5 8-15,-6 8-8 16,-6 0 8-16,-10 6 8 0,-3 0-16 15,0 3 120-15,-8 3 328 16,-15 4 104-16,-9 0-88 16,0-7-32-1,-4 4-47-15,8-11-153 0,8 2-136 16,8-5-96-16,12-6-208 16,0 4-449-16,0-7-487 0,20-3-600 15,4 0-2897-15,0 0-3241 16</inkml:trace>
  <inkml:trace contextRef="#ctx0" brushRef="#br0" timeOffset="16797.96">12597 5213 9329 0,'0'0'6426'31,"0"0"-5522"-31,0 0-528 0,0 0 120 16,0 0-24-16,0 159-104 15,0-83-112-15,5 9-87 0,2-1-65 16,5-9-8-16,-3-8-88 15,-2-13-8-15,-4-16-64 32,2-6-409-17,-5-19-751-15,4-6-1440 0,0-7-3634 16</inkml:trace>
  <inkml:trace contextRef="#ctx0" brushRef="#br0" timeOffset="17228.96">12804 5196 6969 0,'0'0'7033'15,"0"0"-6192"-15,0 0 71 32,0 0 312-32,0 0-344 0,13 119-272 15,-13-81-175-15,-13-3 31 16,-11 3-176-16,-8-7 112 0,-3-2-96 15,-5-6-144-15,7-4 48 16,2-4-160-16,11-5-40 31,12-6 0-31,4-2-8 0,4-2-208 16,0 0-72-16,0 0-280 16,8-2 96-16,12-9 40 0,5 8 79 15,2 3 281-15,1 0 56 16,3 3-40-16,6 13 48 15,-1 7 56 1,-4-1 160-16,-4 0-23 0,-4-2-41 16,-9-6-24-16,-3-3-120 15,-7-5 40-15,-2 0-40 0,0 0-8 16,2-6-497-16,3 0-1055 16,-4 0-2561-1,4-9-3368-15</inkml:trace>
  <inkml:trace contextRef="#ctx0" brushRef="#br0" timeOffset="18587.82">12329 5168 1872 0,'0'0'1832'0,"0"0"-135"0,0 0-97 16,0 0 280-16,0 0-119 15,9-6-201-15,-5 3-224 16,-4 3-295-16,0 0-161 0,0 0-256 15,0 0-184 1,0 0-72-16,0 0-224 16,0 16-136-16,0 12 360 15,0 14 32-15,0 9-32 0,0 6-56 0,0 6-15 16,8 0-41-16,0-2-96 0,0-10-152 47,4-10 72-47,-8-12-80 0,3-10 8 15,-2-7 64-15,-5-9-72 16,0 1-8 0,0-4-112-16,0 0-56 15,0 0-24-15,0 0-249 0,0 0-287 0,0-9-168 16,0-4-256-16,0-1-825 16,-9 0-1151-16,2-3 55 0,-5 5-1856 15</inkml:trace>
  <inkml:trace contextRef="#ctx0" brushRef="#br0" timeOffset="19230.57">12151 5061 3528 0,'0'0'1825'16,"0"0"-313"-16,0 0-56 0,0 0-271 31,0 0-177-31,0 0-56 0,0 0 24 16,0 0-72-16,131-7-191 15,-103 7-57-15,-4 0-152 16,0 7-264-16,-13 9 48 0,2 2-8 16,-13 5-8-16,0 2 88 31,-13 0-144-31,-14 3 168 31,-5-1-48-31,-7-5-208 0,7 0 96 16,0-6-24-16,12-3-192 15,3-4 48-15,10 1-56 0,-1-5-224 16,8 2-344-16,0-3-456 0,0 2-320 16,15-3-969-16,2 1-1912 15,-2-4-2680-15</inkml:trace>
  <inkml:trace contextRef="#ctx0" brushRef="#br0" timeOffset="20250.14">13322 5724 5369 0,'0'0'1616'0,"0"0"881"16,0 0-121-16,0 0-536 15,0 0-495-15,-15-66-249 0,-1 50-32 0,-4 0-128 32,4 3-135-32,-8 3-273 15,1 7-200-15,-3 3-168 16,3 0-96-16,-1 20 32 0,5 5-32 16,2 7-64-16,14 0 0 15,3 0 8 1,0-7 8-16,3-7-16 15,14-5-8-15,2-3 0 16,8-10 8-16,-2 0-80 0,3-3 72 16,-1-14-136-16,-7-2 48 15,0 1 40-15,-8-1 8 0,-3-3 32 16,-1 3 8-16,-8 3 0 31,4 3 8-31,-4 6 0 16,0 4-8-16,0 3 8 0,0 3-96 15,0 20 0-15,0 4 96 16,4 10 88-16,-1-3 24 0,10-5 8 31,2-1 24-31,-2-3-88 16,-2-8-48-16,1-5 8 16,1-6-16-16,2-2-152 0,1-4-240 0,0 0-641 15,4-10-903-15,0-5-2985 16,-8-5-5953-16</inkml:trace>
  <inkml:trace contextRef="#ctx0" brushRef="#br0" timeOffset="20562.62">13721 5267 14010 0,'0'0'1745'31,"0"0"-833"-31,0 0 344 47,0 0-255-47,0 0-417 15,120 7-288-15,-80-7-200 0,3 0-96 16,-3-7-176-16,-7 4-536 16,-10 0-537-16,-8-1-967 0,-10 4-2281 15,-5 0-1216-15</inkml:trace>
  <inkml:trace contextRef="#ctx0" brushRef="#br0" timeOffset="20734.49">13737 5395 5641 0,'0'0'4001'16,"0"0"-2561"-16,0 0 1152 16,0 0-319-16,0 0-1025 0,0 0-688 0,140 0-344 15,-100 0-96-15,-5 0-120 16,-7 0-128-16,-3 0-688 16,-6 0-792-1,-10 2-2825-15,-7 5-1376 0</inkml:trace>
  <inkml:trace contextRef="#ctx0" brushRef="#br0" timeOffset="21165.88">14654 5356 4841 0,'0'0'9386'31,"0"0"-7770"-31,0 0-384 0,0 0-328 16,0 0-384-16,36 0-71 15,-8 0 47-15,7-3-272 0,6-1-208 16,-5 1-8-16,-1 1-8 0,-7 2-152 16,0 0-761-16,-8 0-1271 0,-8 0-4865 15</inkml:trace>
  <inkml:trace contextRef="#ctx0" brushRef="#br0" timeOffset="21855.57">15133 5254 10458 0,'0'0'2296'16,"0"0"-1208"-16,0 0-247 16,39-123-129-16,-31 84-240 0,0 8-288 31,-8 2-72-31,0 4-48 15,0 6-8 1,0 6 40-16,-3 7 80 0,-6 6-80 16,-7 0-88-16,4 9 184 15,-3 23 8-15,2 12 128 16,1 13 96-16,9 4-104 0,3-1 0 16,0-3-96-16,15-6 1 15,4-10-105-15,2-6 16 31,4-10-88-31,-6-9-40 16,9-9 0-16,-8-7 80 16,4 0-88-16,-1-14-80 15,-2-7-64-15,-1-4-144 0,-8-4-81 16,0 7 1-16,-4 0-8 16,-4 6 208 15,0 4 128-31,-1 8 40 15,-3 4 0-15,0 0 8 16,0 18 56-16,7 9 184 0,3 1 64 16,0 0-32-16,8-2-56 15,4-4-63-15,7-13-57 0,-5-2 0 16,4-7-16-16,-4 0 40 16,0-3-8-16,-4-13-24 15,-4-3-40-15,-4-7 32 0,-12 1-24 16,0-4 8-16,-8 0-56 15,-12 1-8 1,-8 3 104-16,-4 6-104 0,-4 3 96 16,4 16-104-1,0 0 0 1,3 9 0-16,9 20 0 16,10 3-192-16,6 9-336 0,4-3-377 15,7 7-807-15,14-14-2873 16,-1-8-3193-16</inkml:trace>
  <inkml:trace contextRef="#ctx0" brushRef="#br0" timeOffset="22371.16">15905 5245 7681 0,'0'0'4713'0,"0"0"-2720"0,0 0 175 15,0 0-456-15,-114-16-663 16,77 38-497-16,4 6-200 16,6 5-160-16,12-1-136 0,11-1-56 15,4-2 0-15,0-7 0 16,11-3 0-16,10-10-80 0,3-6 72 16,4-3-48-16,0 0-40 15,-1-7-24-15,1-7-24 16,-4-9 16-16,0 2-16 0,-9-3 72 15,2 5 72-15,-7 7 0 16,4 2 48-16,-10 7 0 0,-4 3-40 16,3 10-8-1,-3 28 8-15,4 16 208 16,0 16-80-16,0 12-48 16,4 3 16-16,4 8 16 0,5-4 56 15,-6 0 16-15,1-10-32 0,-12-10 0 16,0-8 120-1,-12-16-24-15,-23-11 104 16,-11-14 120-16,0-13-16 16,-14-7-96-16,0 0-151 15,1-23-97-15,3-5-80 0,6-1-40 16,16 0-160-16,6 0-257 16,8 4-463-1,12 6-184-15,8-3-272 16,0 10-1153-16,0 1-4240 0</inkml:trace>
  <inkml:trace contextRef="#ctx0" brushRef="#br0" timeOffset="23607.5">16655 4845 5433 0,'0'0'4273'15,"0"0"-2529"-15,0 0 360 0,0 0-791 16,0 0-305-16,0 0-192 0,0 0-104 16,-8-13-32-16,8 13-15 15,0-3-145-15,0 3-128 0,0 0-104 16,0 0-72 0,0 0-64-16,0 0-24 15,0 0-80-15,0 0 24 16,0 0-24-16,0 0 0 0,0 0-40 31,0 0 0-31,0 0-8 0,0 0 8 16,0 0 32-16,0 0-32 15,0 0 0-15,0 0-8 0,0 0 16 16,0 0-8 0,0 0 0-16,0 0-8 15,0 0 8-15,0 0-16 16,0 0 8-16,0 0-8 0,0 0 0 15,0 0-8-15,0 0-32 16,0 0 48-16,0 0 16 16,0 0-8-16,0 0-8 15,0 0 8-15,0 0 0 16,0 0-8-16,0 0 8 16,0 0 0-16,0 0-8 0,0 0 0 31,0 0 0-31,0 0 0 0,0 0-32 0,0 0 24 15,0 0 16-15,0 0-8 16,0 0 0-16,0 0-8 16,0 0-40-16,0 0 48 0,0 0-48 15,0 0 0-15,0 3 32 16,0 3 16-16,0 4 0 16,0 6 0-16,0 0 0 15,0 3 0-15,0 3 0 16,16 3 8-16,0 4-8 15,8 3 0-15,-2-1 0 0,4 1 0 16,2 0 0-16,-8-3-8 31,0 6 8-31,-1-7 40 0,-6-2-32 16,-5-4 0-16,-4-3-8 16,-4-6-48-16,0-8 48 0,0 2 8 15,-4-4 96-15,-17-3 80 16,-3 0-32-16,-11 0 0 31,-1 0 8-31,-1-10-40 0,-1-5-8 16,1 2-16-16,9 0-48 15,5 4-48-15,3 3 0 0,12 3-120 16,-1-4-280-16,9 4-136 16,0-7-272-16,0 1-1273 15,0-3-4184 1</inkml:trace>
  <inkml:trace contextRef="#ctx0" brushRef="#br0" timeOffset="23810.62">16635 4832 1016 0,'0'0'11642'15,"0"0"-9777"-15,0 0 175 16,0 0-408-16,147-76-663 0,-103 60-505 31,0 3-264-31,-8 3-200 16,-4 8 0-16,-4 2-392 15,-12 0-1009-15,-8 6-2351 0,-4 7-3378 0</inkml:trace>
  <inkml:trace contextRef="#ctx0" brushRef="#br0" timeOffset="24088.37">17113 5175 10882 0,'0'0'3185'0,"0"0"-1017"16,0 0-792-16,-11 124-592 0,3-83-343 0,-1-6-233 31,1-1-112-31,-3 2-96 16,2-7-296-16,2-7-617 16,3-7-775-16,0-1-2433 0,4-14-3409 15</inkml:trace>
  <inkml:trace contextRef="#ctx0" brushRef="#br0" timeOffset="24594.62">17448 4727 13378 0,'0'0'2497'0,"0"0"-609"0,0 0-567 16,0 0-817-16,0 0-504 0,0 0-88 15,0 0 88 1,0 0 200 0,-51 143-8-16,31-85-40 0,0-1 0 15,8-4 16-15,4-1 0 16,8-4-160-16,0-11 72 0,0-5-72 0,8-4 0 15,11-12-8-15,2-3-8 32,2-10-48-32,6-3-88 15,-5 0 136-15,4-10-112 0,-5-5 48 32,-7-7 24-32,-8-2 8 0,0 0 40 15,-8-5 16-15,0 4 56 16,-4-3-72-16,-12 5 64 15,-4 1-8-15,-4 9-32 0,-4 7-16 16,-4 6-16-16,0 3 16 16,-3 22 0-16,7 11 56 0,8 5-64 15,8 0-336-15,7-3-368 32,5-3-705-32,20-6-1463 15,4-17-4122-15</inkml:trace>
  <inkml:trace contextRef="#ctx0" brushRef="#br0" timeOffset="24797.74">17883 5067 13826 0,'0'0'4433'0,"0"0"-2656"16,0 0-585-16,0 0-296 15,0 0-536 1,0 0-360-16,0 0-456 16,-4 6-696-16,4 4-1313 0,-4 2-3968 15</inkml:trace>
  <inkml:trace contextRef="#ctx0" brushRef="#br0" timeOffset="25141.47">18127 5007 14523 0,'0'0'2568'0,"0"0"-615"0,0 0-985 15,0-130-336-15,3 98-168 16,5 3-320-16,0 13 8 15,-4 7-152-15,1 6 0 0,-5 3-8 16,0 0-80-16,0 16-112 16,0 12 184-1,0 17 16-15,0 3 8 16,0 5 8 0,0 4 24-16,0-2-40 15,0-7-240-15,0-4-272 16,0-6-176-16,3-10-561 0,5-2-719 15,0-8-3033-15,-1-11-3025 16</inkml:trace>
  <inkml:trace contextRef="#ctx0" brushRef="#br0" timeOffset="25497.97">18441 5063 12306 0,'0'0'3785'0,"0"0"-2209"15,0 0-864-15,0 0-15 16,0 0-113-16,-8 124-312 16,8-79-96-1,0-1-88-15,16-5-80 16,4-10 56-16,8-7-64 0,0-10 0 16,4-9-40-16,0-3-48 15,0-3-32-15,-4-19 40 16,-4-7 32-16,-14-2 48 0,-1-8 8 15,-9-2 64-15,0 0 0 32,-15-3 72-32,-13 5 56 0,-8 1 48 15,-1 10 160-15,-2 9-72 16,-5 9-136-16,3 10-192 16,1 0-8-16,5 25-64 0,7 11-376 0,4 5-296 15,13 19-480 1,2-16-1161-1,5-5-5289-15</inkml:trace>
  <inkml:trace contextRef="#ctx0" brushRef="#br0" timeOffset="25732.33">18701 4813 16395 0,'0'0'1904'0,"0"0"-1263"16,0 0-177-16,0 0 0 16,0 0-288-16,135 3-176 15,-87-3-264-15,-12 0-1433 0,-8 0-5120 16</inkml:trace>
  <inkml:trace contextRef="#ctx0" brushRef="#br0" timeOffset="26107.31">19185 4717 13754 0,'0'0'1793'0,"0"0"-385"15,0 0-216 1,0 0-503-16,0-107-361 16,0 84-136-16,0 8-96 0,0 2 24 15,0 4-8-15,0 5 0 16,0 4-32-16,0 0-80 15,0 0 0-15,0 22-128 0,0 10 112 32,0 10 16-32,-3 2 8 0,3 4-8 15,0-4-72-15,0-2-88 16,0-7-128-16,0-10-385 16,3-3-503-16,3-10-632 0,2-5-3057 15</inkml:trace>
  <inkml:trace contextRef="#ctx0" brushRef="#br0" timeOffset="26451.05">19390 4737 9570 0,'0'0'2168'0,"0"0"-576"15,0 0 481-15,-12 118-609 16,12-89-568-16,18-5-344 0,11-4-192 16,-1-8-159-1,9-6-9-15,-1-6-16 16,-5 0-32-16,-3-13-40 16,-4-9 16-16,-4-3 8 0,-12-4 128 15,-8-5 64-15,0-1 8 16,-12-4-136-16,-12 5-16 0,-12-5 40 31,-3 11-72-31,-2 5-136 16,-6 17 0-16,5 6-8 15,8 6-216-15,6 24-544 0,12 23-312 16,8-5-1033-16,3-9-4248 0</inkml:trace>
  <inkml:trace contextRef="#ctx0" brushRef="#br0" timeOffset="26966.65">19820 5203 13202 0,'0'0'3041'0,"0"0"-1353"0,0 0-463 15,0 0-353-15,123-9-416 16,-82 6-288-16,-5-1-16 0,-1 4-144 16,-3 0-8-16,-8 0-16 31,-7 0-320-31,-6 0-240 16,-11 4-601-16,0 5-1343 0,0-2-4346 0</inkml:trace>
  <inkml:trace contextRef="#ctx0" brushRef="#br0" timeOffset="27169.76">19832 5296 7697 0,'0'0'5401'0,"0"0"-2896"16,0 0-97-16,0 0-895 0,0 0-609 31,116 3-440-31,-80-3-304 15,-4-3-96-15,0-1-64 16,-4 4-320-16,-9 0-232 0,1 0-280 16,-12 0-777-16,1 0-2280 15,-6 4-4184-15</inkml:trace>
  <inkml:trace contextRef="#ctx0" brushRef="#br0" timeOffset="28076.1">20195 4838 8057 0,'0'0'2001'16,"0"0"-65"-16,0 0 257 15,0 0-497-15,0 0-216 16,68 39-448-16,-36-27-335 0,0-2-233 15,-1 2-192-15,-3 2-56 16,-4-6-136-16,1 2-64 16,-10 0 32 15,-2-1-48-31,-6 4-16 16,1 3-80-16,-8 0-16 15,0 6-24-15,-8 3 88 0,-12 11-32 16,-8-2 32-16,-4 8 48 15,-8-5 8-15,5 5 96 0,-6-1 80 16,6-3-96-16,3-3 120 16,8-6-88-16,4-4-32 0,4-5-40 15,12-5-48-15,0-2-304 16,4-4-328-16,4 0-801 16,13-2-2728-16,2-7-8465 0</inkml:trace>
  <inkml:trace contextRef="#ctx0" brushRef="#br0" timeOffset="28435.46">21043 4889 14075 0,'0'0'2112'0,"0"0"-1512"0,0 0 24 16,0 0 472-16,-2 160-255 15,-11-82-337-15,1 8-176 0,5 0-8 31,-6-4-184-31,5-6-80 16,-4-5 8-16,4-14-64 0,0-10-216 16,5-12-272-16,-1-12-496 15,4-21-601-15,0-2-2784 16,0-6-3432-16</inkml:trace>
  <inkml:trace contextRef="#ctx0" brushRef="#br0" timeOffset="28747.95">20929 4921 13498 0,'0'0'2041'0,"0"0"-1297"0,0 0-32 0,0 0-16 16,0 0-272-16,154-3-200 15,-114 18-120-15,0 5-16 16,-7 5 0-16,-10 4-88 0,-14-4-8 16,-9 4-80-16,-4 0 16 0,-24-5 72 15,-13 0 281-15,-11-7-65 16,5 0-216-16,0-2 56 16,6-6 48-16,9 2-104 0,17-8-553 31,6 0-1623-31,9-3-5882 0</inkml:trace>
  <inkml:trace contextRef="#ctx0" brushRef="#br0" timeOffset="29091.68">21490 4407 13410 0,'0'0'2305'16,"0"0"-1713"-16,0 0-128 0,0 0 664 16,-19 152-223-16,6-76-409 0,2 6-120 31,3 1 8-31,-1-6-120 15,5-8-104-15,4-8-88 0,-3-10-56 16,-1-10-8-16,-1-13-8 16,2-5-240-16,-5-7-272 0,3-10-592 31,-10-6-1081-31,2 0-1888 31,-3-13-1616-31</inkml:trace>
  <inkml:trace contextRef="#ctx0" brushRef="#br0" timeOffset="29484.02">21625 4671 8385 0,'0'0'3081'0,"0"0"-961"0,0 0 233 0,0 0-561 15,0 0-519 1,-6 53-393-16,-15-37-240 16,-3 0-16-16,-12 0-176 0,1 0-168 15,-1 3-112-15,-1-3-112 16,10 2-56-16,7-4 0 16,4 1-104-16,8-5-152 0,3 2-72 15,5-2-8-15,0-1 88 16,0 1 88-16,9 2 56 0,11 1 56 15,4 7 40-15,12-1 8 16,0-1 0-16,3 1 0 0,-2 1-8 16,-1-8 8-16,-8 1 0 15,-9-3 0-15,-3-4 64 0,-5 1-64 32,-6-7-8-32,-2 2-168 15,-3-2-488-15,0 3-1233 16,0 1-4304-16</inkml:trace>
  <inkml:trace contextRef="#ctx0" brushRef="#br0" timeOffset="29983.99">21876 5099 9994 0,'0'0'4097'16,"0"0"-1681"-16,0 0-504 16,0 0-463-1,0 0-393-15,0 0-176 16,0 0-320-16,0 0-160 0,-87-99-224 16,80 99-128-16,-10 0-48 15,2 0-56-15,-6 20-32 0,2 5 80 16,7 3-104-16,4 3-112 15,3-4 104-15,5-3 24 0,0 0-80 32,0-9 56-32,13-6-24 15,-1-2-72-15,3-4 88 0,2-3-8 16,2 0 56-16,2-6-88 16,-1-10-8-16,-1 0 32 15,-2-6 32-15,-2 7 104 0,-6-2 0 16,-2 5 8-16,-3 2 8 15,-1 10 104-15,-3 0-8 0,0 12-96 32,0 15 336-32,0 7 56 15,-3 1-48-15,3 3-136 0,0-9-40 16,0-7-112-16,0-3-56 16,0-7-16-16,0-2-400 0,20-10-752 15,-4 0-1313-15,0-17-8769 0</inkml:trace>
  <inkml:trace contextRef="#ctx0" brushRef="#br0" timeOffset="30218.35">22101 4848 14771 0,'0'0'2352'0,"0"0"-1288"0,0 0 113 16,0 0-465-16,126 32-200 0,-81-26-240 31,-10 0-160-31,2-2-112 16,-5-1-176-16,-9 0-376 16,-7-3-552-16,-8 0-1449 0,-8 0-5057 15</inkml:trace>
  <inkml:trace contextRef="#ctx0" brushRef="#br0" timeOffset="30437.09">22187 5010 5905 0,'0'0'7545'0,"0"0"-4464"0,0 0-768 16,0 0-849-16,0 0-512 15,120 19-384 1,-88-19-336-16,5 0-176 16,-10 0-56-16,1 3-320 0,-8-3-432 15,0 0-416-15,-13 0-1081 16,-2 0-5752-16</inkml:trace>
  <inkml:trace contextRef="#ctx0" brushRef="#br0" timeOffset="39686.8">23133 4832 672 0,'0'0'1064'0,"0"0"-328"15,0 0 968-15,0 0 3866 0,0 0-4066 16,0 0-344-16,4 0 128 31,-4 0-263-31,0 0-321 0,0 0-24 16,0 0 72-16,0 0-128 15,0-7-104-15,-4 5-96 16,0-8-111-16,-8 4 39 0,4-4-8 16,-4 1-120-16,0-1-88 31,1-2-64-31,-10-5-72 0,1 5 48 31,5-1-32-31,-6-3-8 16,1 4 88-16,1 2-96 0,-2 3-16 0,1 7 16 0,5 0-8 15,-9 7-56-15,3 19 48 16,-2 8 16-16,3 8 56 0,5-5-48 16,2 2-8-16,9-4 16 15,4-9-32 1,0-5 16 0,17-8-8-16,6-10-40 0,9-3 48 0,-1 0 8 15,1-19 72-15,5-10-72 16,-5 1-8-16,-9-1 16 0,-3 1-16 15,-3 6 8-15,-6 3 0 16,-3 3 48-16,-4 10-48 16,-4 3-8-16,0 3-8 0,0 0-88 15,0 0-56 1,5 0 64-16,-2 5 88 16,5 8 8-16,0 3 0 0,-1 3 40 15,6-3-48-15,-9 7 8 16,0-5 0-16,4 1-8 15,-8 3 8-15,0 4 56 0,0-4-16 32,0 4 8-32,0-1 0 15,0 0-56-15,0 0 8 0,0 2-8 16,0-3 0-16,0 5-8 16,-8-6 0-16,8-7 8 15,-4-2-56-15,4-7-40 0,0 0-72 31,0-4-200-31,0-3-232 0,0 0-257 16,0 0-135-16,0 0-248 16,0 0-1137-16,12 0-2632 15,-4 0-1592-15</inkml:trace>
  <inkml:trace contextRef="#ctx0" brushRef="#br0" timeOffset="40124.28">23435 5118 744 0,'0'0'5073'16,"0"0"-3089"-16,0 0 545 31,0 0-281-31,0 0-471 0,-15 117-481 15,11-88-440-15,-4-4-184 16,4 1-96-16,0-7-184 16,0-4-176-16,0-1-96 0,4-5-112 15,0-3 64-15,0-3-72 16,0 4-168 0,0-3-368-16,0-1-336 0,0-1-312 15,0-2-921-15,8 0-2368 16,4 0-544-16</inkml:trace>
  <inkml:trace contextRef="#ctx0" brushRef="#br0" timeOffset="40593.01">23627 4768 720 0,'0'0'9474'15,"0"0"-7074"-15,0 0-679 0,0 0-473 32,0 0-464-32,0 0-416 15,0 0-88-15,15-5 184 16,10 5-16-16,-5 0-200 0,4 5-88 15,-4 5-112-15,-4-4-40 16,-1 5 56-16,-2-2-64 0,-9 3 0 16,0 4 8-16,-4 7-8 15,0 2 192 1,-8 6 113 0,-12 1 7-16,-4 3-40 0,-4-6 40 0,5 2-32 15,6-8-96-15,6-1-104 16,6-6-80-16,5-4 0 0,0-2 0 15,0 0 0 1,20-7 0 0,4 1-8-16,4-4-40 15,0 0-48-15,4 0-88 0,0 0-88 0,-9-4-216 16,1-3-113-16,12 1-463 16,-12-4-1512-16,-8 8-4618 0</inkml:trace>
  <inkml:trace contextRef="#ctx0" brushRef="#br0" timeOffset="41030.48">24034 4816 9882 0,'0'0'2976'0,"0"0"-1503"0,0 0-177 16,0 0-440-16,0 0 136 16,0 0-192-1,0 0-231-15,0 0-97 16,28 130-104-16,-26-101-88 0,12-1-120 16,-6-2-16-16,-1-1-72 15,5-6-72-15,-3 0 8 16,-2-7 0-1,5 2-8-15,-7-5 0 16,2 2 0-16,-3-6-88 16,-4-2 80-16,0 1-64 0,0-4 64 15,0 3 0 1,0-3 0-16,0 0-8 16,-11 0 16-16,-9 0 64 0,-5 0-16 15,-4 0-48-15,6-7 16 16,4 2-16-16,-1-5-40 15,4 6-176-15,0-5-264 0,4 2-401 16,4-5-999-16,4 5-2697 0,0-2-3169 16</inkml:trace>
  <inkml:trace contextRef="#ctx0" brushRef="#br0" timeOffset="41295.25">24078 4724 6529 0,'0'0'6809'0,"0"0"-4600"16,0 0-601-16,0 0-256 0,0 0-479 16,146-89-385-16,-105 70-168 0,-5 6-184 31,-12 3-128-31,-5 4-8 15,-2 3-200-15,-10 3-184 16,-3 0-264-16,-4 0-657 0,0 0-551 16,0 0-2105-16,-7 3 40 15,-2 3-2520-15</inkml:trace>
  <inkml:trace contextRef="#ctx0" brushRef="#br0" timeOffset="44055.23">20738 4130 3800 0,'0'0'1201'0,"0"0"151"15,0 0 184-15,0 0-88 16,0 0-119-16,0 0-257 16,0 0-152-16,0 0-272 0,0-13-216 15,0 20 57-15,-9 15 95 16,5 7 144-16,-8 3-80 15,0 9-72 1,4 3 32-16,0 10-192 31,1 3-96-31,-6 7-64 0,5 7-40 16,-3 1-47-16,-2 4 7 16,1 1-32-16,0-2 32 15,1 5 16-15,-1-1-144 0,3 1 32 16,6-4 40-16,-5 0-64 15,3-6 32-15,5-1-40 0,-3-8-40 32,3-1 104-32,0-6-96 15,0-3 96-15,0 0-104 16,0-4 64-16,0 2-16 0,0-6-40 16,0-2 88-16,0 1-56 0,0-4 8 15,0-6-48-15,3 3 72 0,-3-3-64 16,5 0-8-16,-5-4 40 15,4-3-32-15,0 2 40 16,-4-3-48-16,0-5-8 16,0-4 8-1,0 5-8-15,0-11 8 16,0 4 0-16,0-3-8 0,0-4 0 0,3 1 8 16,-3-4-8-16,0 4 0 31,0-7-8-31,3 2 0 15,3-2 8-15,-2 0 0 0,4 0 8 16,8 0-8-16,-1 0 8 16,10 0 104-16,2 0-104 0,9 0 40 15,4 0-40-15,12-2 0 16,4-5-8-16,8-3 24 0,7-2-16 31,9 2 48-31,3-2-48 16,10-1 40-16,2 2-40 0,8-1 0 15,2 3-8-15,-6-4 0 16,8 3 0-16,-3 1 0 16,0-3-8-16,4 2 8 0,4-3 0 31,-1 1 0-31,-3-5 8 16,3 1-8-16,-3 1 8 0,19-2-8 15,21 0 8-15,15-7-8 0,5 2 8 16,-9 3-8-16,-36 7 0 15,-31 2-40-15,-23 4 32 32,-11-1-32-17,2 4-72-15,5-3 96 16,-5-1 8-16,-13 2-104 0,-15 1 104 0,-4 1 0 16,-13-4 0-16,-2 4 0 15,-2 0 8-15,2-3 0 16,2 0 0-16,-2-1 8 0,-2 3 0 15,6-1-8-15,-6-2 8 16,-3 4-8-16,5 0 0 0,-2 0 0 31,1-4 0-31,0 4 0 16,-4-3 0-16,3 2 0 0,-2-1 0 16,-1 2 0-16,0-4 8 15,0 3-8-15,0-1 8 0,-4 1-8 16,4 1 0-16,-4 0 0 15,-1 0 0-15,2-1 0 16,3-1 0-16,0-2 0 0,-1-3 0 31,2 1 0-31,3-4 8 16,-8-3 40-16,3 0-40 0,-2 0 0 16,2-3 0-16,-2 1-8 15,-1-5 8-15,-1 3 0 0,1-1 0 16,-4-2 0-16,0 2 0 15,3-2 0 1,-3 1 0-16,6-4 0 16,-2-3 0-16,0 1 8 0,0-4 32 15,-1-2 0-15,1-7-40 16,0-4 104-16,5-2-64 0,-1-4-48 16,-5-3 8 15,1-1 0-31,0-5 8 0,-1 0-16 0,-3-1 8 15,0-2 8-15,0 2-16 16,0 4 16-16,0 7-8 0,0-1 40 16,0 6-40-16,0 4-8 15,0 0 8 1,0 3 0-16,0 3-8 16,0 1 8-16,0 1 0 15,0 5-8-15,0 6 8 0,0-4 0 16,0 7 40-16,0-3-48 15,0 0 8-15,0-1 8 0,0 5-8 47,0-2-8-47,0 4 16 16,0 4 40-16,0 2-8 16,0 3-40-16,0 5 0 0,0-5-8 0,0 7 0 15,0-3 8-15,0 0 0 16,0 3 0-16,0-2 0 31,0 2-8-31,-3-5 0 16,3 5 0-16,0 0 8 15,-8 0-8-15,5 0 8 0,-5 0-8 16,-5 0-72-16,-2 0 64 16,-9 0-40-16,-8 0 32 0,-8 7 8 15,-4 3 8-15,-12-1-48 16,-4 0 48-16,-11 2 0 0,-6-3 0 15,-10 5-16-15,-4 0 8 0,-6-4 8 16,-17 4-8-16,-22 0 8 16,-20 0 0-16,-3 2-8 15,15 1 8 1,29-3 0-16,32-6 0 16,13-2 0-16,7 2 8 0,-8 0-8 15,-13 2 8-15,-9-3-8 0,3 6 0 16,-2-2 0-16,3 3 0 15,6-2 0 1,0-3-136-16,-2 5 136 16,10-4-64-16,-4 2-8 15,2-6 64-15,6 2-56 0,-1-2 8 16,4-1 48-16,-3 3-72 16,7 2 64-16,1 0 0 0,3 4 8 31,0 0-8-31,7 3 16 15,11-4-8-15,-3 1 8 16,17 0 0-16,4-3-8 0,9-4 0 16,7-3-40-16,4 0-8 15,4-3-32-15,0 0 80 0,0 0 0 32,0 0-40-32,0 0 48 15,0 0 8-15,0 0-8 0,0 0 0 16,0 0-80-16,0 0-120 0,0 0-88 15,0 0-104-15,0 0-224 16,0 0-361-16,0 0-591 16,0-6-600-1,4-3-2826-15,4 0-3991 16</inkml:trace>
  <inkml:trace contextRef="#ctx0" brushRef="#br0" timeOffset="46396.15">2169 13223 3728 0,'0'0'6098'16,"0"0"-4530"-16,0 0-384 15,0 0-528-15,0 23-416 0,0 18 585 16,0 23 639-16,4 15-344 16,4 7-232-1,0 6-368-15,4 4-168 0,-4-9-143 16,-4 2-153-16,1-9-48 16,-2-7 40-16,1-6-48 15,-4-20-208-15,8-9-137 0,-4-11-191 16,0-15-360-1,4-12-592 1,12-12-633-16,0-20-959 0,-10-7-4506 16</inkml:trace>
  <inkml:trace contextRef="#ctx0" brushRef="#br0" timeOffset="47453.24">2050 13408 5777 0,'0'0'5465'16,"0"0"-3497"-16,0 0 361 0,0 0-561 16,0 0-680-16,0 0-743 31,0 0-337-31,3-48 136 0,37 42-72 16,8 6-16-16,4 0-8 15,4 0-40-15,-1 0 64 16,-3 18-72-16,-3 5 8 0,-14 3-8 15,-10 5-56-15,-14 1 56 16,-11 6-16 0,-4-3 8-16,-24 0 8 15,-20-3 72-15,-3-7 88 0,-14-6-24 16,10-3-40-16,7-10 40 16,12-2-16-16,12-4-72 15,16 0-48 1,8-13-96-16,4-6-504 15,28-7 71-15,8 2-167 0,4 0-328 16,3 0 224 0,-2 1 240-16,-2 4 168 15,-2-3-328-15,-13-1 416 16,-2 1 304-16,-1-3 16 0,-9-1 88 16,3-6 8-16,-6 1-40 15,2-1 80-15,-2-6 80 0,-1 4 56 16,-5 2 144-16,-2 3 104 31,2 10 112-31,-7 9 72 0,0 8-224 16,0 2-240-16,0 9-256 15,0 23 0-15,0 12 128 0,0 13-8 16,5 7 0-16,-1-1-16 16,3-2-96-16,2-11 73 15,-1-9-65-15,-2-9-8 0,8-6 0 31,-10-10-8-31,-1-7-193 16,2-5-119-16,-2-4-296 0,-3 0 16 16,0 0 112-16,0-17-8 15,0-5 8-15,-11-4 16 16,-7 2 128-16,4-8 176 0,1 3 160 0,1 3 48 16,0 1 184-1,8 9 304 1,4 3 216-16,0 8-80 0,4-2-344 15,20 7 16-15,8 0-40 16,9 0-112-16,2 0-40 16,2 0-104-16,2 0 8 0,-3-3-8 0,-4-4-8 31,-1-2-32-31,-11-1-8 16,0-2 0-16,-11 2 0 0,-6-3-200 15,-3 0 152 1,-8-2 40-16,0-4-104 0,0-3-24 0,0-7-104 0,-8-3 136 15,-3 1 56 1,-2-1-8-16,-2 0 56 16,2 7-8-16,6 5 8 0,-1 11 216 15,4 9 168-15,-5 0-144 16,9 19-184-16,-4 16 80 16,4 12 217-16,0 14-65 0,0-4-32 31,0 10-8-31,4-10-64 0,9-4-112 31,-2-5-72-31,6-9 64 16,-6-10-64-16,1-4-112 15,0-9-192-15,0-4-496 0,8-5-513 16,-4-7-1199-16,0 0-5666 0</inkml:trace>
  <inkml:trace contextRef="#ctx0" brushRef="#br0" timeOffset="47703.21">3449 13319 11442 0,'0'0'1440'0,"0"0"-912"16,0 0 577-1,0 0 23-15,0 0-440 16,115 15-360 0,-79-11-104-16,0-4-128 0,0 3-40 0,0 0-56 15,-4 0-208-15,-9 4-1096 16,-6-1-3697-16,-14 1-3921 0</inkml:trace>
  <inkml:trace contextRef="#ctx0" brushRef="#br0" timeOffset="47937.59">3456 13481 4520 0,'0'0'8962'0,"0"0"-7521"15,0 0 415-15,0 0-456 16,0 0-447-16,0 0-409 0,140 31-272 15,-100-31-128-15,-8 0-88 16,0 0-56 0,-4-3-336-1,-4-1-480-15,-1 2-1017 0,-11-1-4024 0</inkml:trace>
  <inkml:trace contextRef="#ctx0" brushRef="#br0" timeOffset="49187.52">4971 13011 5633 0,'0'0'2000'16,"0"0"505"-16,0 0-97 15,0 0-639-15,0 0-545 0,0 0-192 16,0-54-112 0,0 41-184-16,0 1-207 15,-4-1-193-15,1-6-80 16,-5 3-72-16,-5 0-80 0,2 0-56 15,3 0-48-15,-8 3 8 16,0-2-8-16,0 5 0 0,4 4-8 16,-8 3-48-1,-5 3-72-15,7 0 8 16,-7 0 56-16,-3 19 56 16,4 9 0-16,9 7 0 0,2-1 0 15,9 5 0-15,4-3-64 16,0-5 72-16,17-6 72 0,6-6-24 31,1-6-48-31,4-6 8 16,0-7 56-16,4 0-64 15,-4-10 56-15,4-9-8 0,-8-6-40 16,0-1 0-16,-9 0 40 31,2 1-40-31,-9 0-8 0,-5 2 24 16,5 7-16-16,-4 4 0 15,1 3 0-15,-5 5 0 0,0 1-8 16,0 3 0-16,0 0-80 16,0 12 32-16,4 20 48 15,0 6 104-15,-1 13-8 0,-3 7 96 16,4 3-64 0,-4-6 64-1,3 0-88-15,2-7 48 0,-5-4-96 16,0-12-48-16,0-3 32 0,4-10-40 15,-4-10-80-15,0 0-224 16,0-5-232-16,5-1-368 16,-1-3-737-16,11 0-791 15,1-10-1889-15,4-2-1937 16</inkml:trace>
  <inkml:trace contextRef="#ctx0" brushRef="#br0" timeOffset="49436.18">5287 13141 7881 0,'0'0'2433'0,"0"0"31"15,0 0-63-15,0 0-865 16,-20 121-544-16,16-93-320 0,-4 1-327 31,3-1-225-31,5-3-40 16,-4-2-80-16,-3-4-128 0,7-3-137 15,0 1-247-15,0-9-416 16,0-4-480-16,0-4-1065 31,11 0-1752-31,2-9 1177 0</inkml:trace>
  <inkml:trace contextRef="#ctx0" brushRef="#br0" timeOffset="50029.9">5489 12846 8633 0,'0'0'3017'0,"0"0"-240"0,0 0-273 16,0 0-800-16,0 0-711 15,0 0-417-15,0 0-360 16,4-45-152-16,17 39-16 0,-1 3-48 31,8 3-8-31,-5 0-48 16,-3 19-24-16,0 6 80 0,-8 7 0 16,-8 0 0-16,-4 9 0 15,0-2 0 1,-9-5-8-16,-14-2 0 15,-1-1-8-15,5-8 16 0,2-5 0 16,2-2 0-16,11-3 0 16,-1-3 0-16,5-3 0 0,0 2-40 15,0-3 40-15,9 1 48 16,6-4-40-16,2 4 8 0,-2-5-8 16,-2 1 0-16,5-3-8 0,-1 0-88 31,-1 0-144-31,0 0-216 15,0 0-432-15,8-8-681 0,-4 1-1439 16,-5-6-4554-16</inkml:trace>
  <inkml:trace contextRef="#ctx0" brushRef="#br0" timeOffset="50451.75">5888 12864 10882 0,'0'0'2128'16,"0"0"-775"-16,0 0 207 16,0 0-368-16,0 0-384 15,0 0-304 1,40 128-111-16,-15-99-9 0,-2-1-176 15,5-2 16-15,-4-1-136 16,4 0-24-16,-4-3-64 0,-10-3-8 16,4 1 0-16,-11-8-40 15,-3 0-88-15,-4-5-48 0,0 3 40 16,-4-3 144 0,-16-2 0-16,-3 2 8 31,-9-4 40-31,-4-1 16 15,0-2-16-15,0 0 56 16,3 0-8-16,6 0-56 0,3 0-40 16,9 0-72-16,6-2-224 0,9-5-617 15,0-8-1231-15,0-2-3137 16,9 3-3945-16</inkml:trace>
  <inkml:trace contextRef="#ctx0" brushRef="#br0" timeOffset="50670.5">5883 12846 12682 0,'0'0'2585'0,"0"0"-425"0,0 0-455 15,0 0-577 1,0 0-400-16,125-25-224 15,-85 18-232-15,0-3-160 16,-9 4-112-16,-3 3-200 0,-7 0-448 16,-6 3-384-16,-3 0-1353 15,-7 0-5977-15</inkml:trace>
  <inkml:trace contextRef="#ctx0" brushRef="#br0" timeOffset="51092.35">6853 12966 9153 0,'0'0'6114'0,"0"0"-4922"0,0 0-144 16,0 0-72-1,0 0-239-15,0 0-329 16,140 0-128-16,-97-6-24 15,-2 3-144-15,-6-3-104 0,-3 6-8 16,-4 0-80 0,-4 0-256-16,-8 0-296 15,-5 0-433-15,2 0-535 16,-2 0-1217-16,-3 0-2608 0,-8 0-1384 16</inkml:trace>
  <inkml:trace contextRef="#ctx0" brushRef="#br0" timeOffset="51344.92">7048 12763 10506 0,'0'0'3072'0,"0"0"-919"46,0 0 23-46,0 0-879 16,0 0-705-16,0 0 24 16,0 38-176-16,8-16-224 0,-4 5-64 0,0 1-144 15,-4-1-8 1,0 9 0 0,0-4-352-16,0-1-304 0,0 17-376 15,0-10-1009-15,0-6-3656 16</inkml:trace>
  <inkml:trace contextRef="#ctx0" brushRef="#br0" timeOffset="52313.62">8303 13134 10562 0,'0'0'2184'0,"0"0"-303"15,0 0 231-15,0 0-912 0,0 0-552 16,72-62-255-16,-47 30-129 16,-2-7-88-1,-2-2-32-15,-6-7-48 16,-7 0 0-16,-3-2 48 0,-5-1-32 16,0 0-24-16,0 1-80 15,0 2 88-15,-13 0-32 16,2 7-64-16,-6 13 96 15,9 8-32-15,-3 8 0 16,2 12-64-16,2 7-80 16,-6 25 80-16,5 18 0 0,1 17 0 15,7 12 56-15,0 7 32 16,0-1 8-16,15-2-88 0,9-11 104 47,8-8 8-47,-4-13-72 15,4-13-48-15,-4-7 8 0,0-11-8 16,-4-13-72-16,4-7-216 16,-4 0-320-16,0-7-296 0,-1-15-385 15,9-20-1007-15,-8 10-2033 16,0 2-2209-16</inkml:trace>
  <inkml:trace contextRef="#ctx0" brushRef="#br0" timeOffset="52672.97">8850 12922 6225 0,'0'0'4401'15,"0"0"-2913"-15,0 0 376 16,0 0 153-16,0 0-561 16,0 0-368-1,0 0-447-15,12 104-273 0,0-81-8 16,-1-4-136-16,9-6-144 16,5-4 32-16,-5-2-104 0,4-4 80 15,0-3-80-15,4 0 40 16,-4-13-48-1,-5-2-80-15,1-8 32 16,-8-5 48-16,-8-5-8 0,-4-1 0 16,0-1 8-16,-9-4 8 15,-14 9 0-15,-5 1 40 0,-4 6 8 32,-4 7-8-32,-3 16 40 15,3 0-24-15,4 13-64 16,1 19-48-16,10 9 0 0,5 3-80 15,16 1-56-15,0-4-216 0,5-6-136 16,22-10-393-16,37-6-615 16,-9-15-1208-16,1-4-4482 0</inkml:trace>
  <inkml:trace contextRef="#ctx0" brushRef="#br0" timeOffset="53233.91">9476 12843 9578 0,'0'0'2864'0,"0"0"-455"0,0 0-265 16,0 0-552-16,0 0-591 0,0 0-313 16,0 0-56-16,-69-92-72 15,47 88-248 1,-10 4-240-16,0 7-72 15,-1 14 0-15,1 12 0 16,9 2-80-16,6-3 8 0,10-2 24 16,7-1 48-16,0-6-88 0,0-4 80 15,12-10-120-15,4-2 32 32,3-7-16-32,2 0-16 15,3-4 8-15,0-11 0 0,-1-4 64 16,-4-3-40-16,6 2 48 0,0 1-24 15,-6 4 64-15,1 5-40 16,0 10-56-16,-9 0 8 31,6 19 40-31,-1 22 40 0,0 19 16 16,-4 10 8-16,-1 17 0 16,-6 2 56-16,-5 3-64 0,0-4 8 15,0-9 0-15,-20-6 0 31,-8-10-8-31,-4-11 104 16,-4-15-8-16,-5-8 112 0,1-12 48 16,-2-8 0-16,1-9-40 15,-2 0-64-15,3-3-56 0,0-17-48 0,8 2-48 16,4-1-304-16,0 0-232 16,9 2-168-1,6 5-664 1,2 5-913-16,7 4-3552 0</inkml:trace>
  <inkml:trace contextRef="#ctx0" brushRef="#br0" timeOffset="55951.96">10377 12744 4841 0,'0'0'1432'16,"0"0"240"-16,0 0 841 0,0 0-401 31,-12-10-631-31,12 10-681 16,0 20-288-16,0 1 88 0,0 5-72 15,4 3-72-15,7-4-160 16,6-5-80-16,3-4 56 15,-1-11-24-15,2-1-24 0,-1-4 0 16,8 0-24-16,-5-9-95 31,5-14-17-31,-4-9 0 0,0 0-24 16,-4-5-16-16,-12-4-48 16,-4 2 72-16,-4-2-64 15,0 5 40-15,-16 8 0 0,-13 3 224 16,-2 9-32-16,-9 10 80 0,-3 6-104 15,-1 10-16-15,4 21-96 16,4 10-88 0,8 10 64-16,12 0-80 15,16-3-280-15,0-4-328 16,32-3-561-16,8-15-1231 0,0-8-3945 16</inkml:trace>
  <inkml:trace contextRef="#ctx0" brushRef="#br0" timeOffset="56186.32">10895 12715 8913 0,'0'0'4049'16,"0"0"-2632"-16,0 0 607 0,0 0-704 15,-16 128-632-15,12-96-432 16,1-4-143-16,-7-3-113 16,7 4-65-16,3 6-855 0,-4-6-1536 31,4-7-4602-31</inkml:trace>
  <inkml:trace contextRef="#ctx0" brushRef="#br0" timeOffset="56514.43">11122 12786 10906 0,'0'0'2208'16,"0"0"-135"-16,0 0-353 0,0-115-776 15,12 81-496-15,1-5-136 16,-2 7-216-16,1 7 9 0,-8 9 15 16,0 9 24-16,-4 7-24 15,0 7-56-15,0 25-64 0,-4 7 72 32,-8 11 0-32,0 4-56 15,0 0-8-15,8-7-8 0,0-5-264 16,4-10-136-16,0-7-705 15,0-9-951-15,20-10-2657 16,-4-6-3337-16</inkml:trace>
  <inkml:trace contextRef="#ctx0" brushRef="#br0" timeOffset="56936.28">11493 12525 5825 0,'0'0'8778'15,"0"0"-7394"-15,0 0-448 16,0 0 160-16,0 0-504 16,0 0-231-16,36 108-33 15,-16-70-96-15,4 6-120 16,-5 1-24-16,9-7-80 15,-7 0-8-15,-7-3 0 0,0-10 0 16,-3-2-8-16,-2-8-112 16,-5-5-8-16,-4-7 32 0,0 1-8 31,0-4 88-31,-13 0 16 16,-15 0 16-16,0-7-8 0,-8-5 64 15,1-4 24-15,-1-4-24 16,0 2-16-16,8 4-56 31,4 0 0-31,4 0-272 0,8 1-545 31,5 4-1463-31,-2 3-6090 0</inkml:trace>
  <inkml:trace contextRef="#ctx0" brushRef="#br0" timeOffset="57162.35">11485 12477 11498 0,'0'0'2849'0,"0"0"-553"16,0 0-640-16,0 0-639 0,131-60-553 31,-86 44-128-31,-2 3-192 16,-3 5-88-16,-8-3-56 0,-8 5-216 15,-8 6-336 1,-4 0-665 0,-8 0-1119-16,-4 0-3825 0,0 0-2649 15</inkml:trace>
  <inkml:trace contextRef="#ctx0" brushRef="#br0" timeOffset="58157.3">10146 12475 5857 0,'0'0'2664'16,"0"0"-343"-16,0 0 111 0,0 0-655 16,0 0-585-1,0 0-200-15,0-26-248 16,0 20-136-16,-4 2-175 15,-5-5-129-15,-6 3-112 0,-1-1-40 16,-9 1-88-16,2-1-56 16,-1 4 0-16,0-1-8 15,0 4 8-15,9 0-8 16,-3 0 0-16,11 0-64 16,0 0-96-16,3 4 0 15,4 3 0-15,0-4-56 0,0 3 144 16,0 1 16-16,8 2 48 15,2 1 8 1,4 5 8-16,-3 11-8 16,5 6-8-16,0 12 8 15,0 10 16-15,-8 10 96 0,4 5 56 16,-8 2 8-16,0-5 8 31,-4-6-24-31,0-3-40 0,4-9 40 16,0-7-24-16,-4-6-128 15,0-3 48-15,4-3-40 16,-4-7-16-16,0-7 0 0,4-1-8 16,-1-9 8-16,2 2 8 15,3-5 40-15,4-2-40 0,8 0 48 16,-1 0 56 0,2 0-56-16,-1-2-48 31,-5-5 8-31,-4 4-8 15,-1 1-8-15,-6-1-40 0,-4 3-208 16,0 0-240-16,0 0-496 16,0 0-1377-16,0 0-3648 0</inkml:trace>
  <inkml:trace contextRef="#ctx0" brushRef="#br0" timeOffset="59342.57">11648 12259 5777 0,'0'0'3280'16,"0"0"-1471"-16,0 0-249 31,0 0-592-31,0 0-528 16,0 0-215-16,0 0-169 15,36-70-48 1,-27 63 0-16,-6 7-8 15,-3 0-113-15,0 0 1 0,0 0-64 16,0 0 176-16,0 0 0 16,0 0 112-16,0 0 121 31,0 0 143-31,0 0 152 0,-3 0-56 16,-6 0-56-16,9 3-8 15,0-3 80-15,0 4-32 0,0-4-56 16,0 0 0-16,0 0-8 15,0 0-104-15,0 0-79 16,0 0-97 0,0 0-104-16,0 0 40 0,0 0 40 15,5 0-8-15,-1 0-8 16,3 0 32-16,-3 0 8 0,4 0 0 16,-4 0 56-16,5 0 32 15,-6 0-40-15,5 0-56 16,4 0 40-16,4 0-48 0,8 0-24 15,4 0-64-15,8 0 48 16,-1 0-48-16,5 0 0 0,-3 0 0 16,-1 0 0-16,-8 0 32 0,2 2-40 15,-6-2 0-15,1 4 0 16,-14-4 8-16,6 3-8 0,-5-3 0 16,-4 0 8-16,3 3 0 31,-2 0-8-31,-1 1 0 0,0 2 0 15,-1 3-8-15,6 7 0 16,-2 7 0-16,-3 6 0 0,1 8-8 16,-5 15 16-16,0 4 48 31,-1 12 80-31,-3-3-24 16,0 5-32-16,0-3 0 0,0-6-56 15,0-10-8-15,0-5 40 0,0-10-40 16,0-8 0-16,0-5-8 0,0-8-40 15,0-1 32-15,0-9 8 16,0 2 0 0,0-4-8-16,0 0-56 15,0-3 64-15,0 0 0 0,0 0-8 16,0 0 8-16,0 0 0 16,0 0 48-16,0 0 0 15,0 0 0-15,0 0 32 0,-3 0-80 16,-5-3 0-1,-5-4 8-15,2 2 0 16,-6 2-8 0,-3-1-8-16,5 1-112 15,-6 3-112-15,2 0 0 0,6 0-176 16,-2 0-224-16,2 7-425 0,6-2-1207 16,3 5-3785-16</inkml:trace>
  <inkml:trace contextRef="#ctx0" brushRef="#br0" timeOffset="60045.66">9548 13588 7905 0,'0'0'1913'0,"0"0"-409"15,0 0-128-15,0 0-504 32,0 0-576-32,0 0-39 0,135-12 159 15,-59 7 328-15,27-2-104 16,41-6-32-16,39-6-56 0,29-4 120 16,15-2-184-16,0-4-64 15,-4 4-55-15,9-4-57 31,3 0-120-31,-4 4-80 0,-7 4-48 16,-13-2-64-16,-16 3 0 16,-20 5 0-16,-40 2 0 0,-38 7 0 15,-33-1-56-15,-25 4-16 16,-7 3 56-16,-9 0 16 16,-6 0-8-1,-14-2 8-15,-3 2 104 0,-11-3-56 16,-5 3-40-16,-4-4-8 15,0 4-176-15,1 0-200 0,-6 0-305 16,-6 0-511-16,-1 0-1192 16,0 4-3762-16</inkml:trace>
  <inkml:trace contextRef="#ctx0" brushRef="#br0" timeOffset="60889.37">10688 13690 3688 0,'0'0'2953'16,"0"0"-809"-16,0 0 601 15,0 0-345-15,0 0-647 0,0 0-305 16,-28-6-224 15,12 6-263-31,-12 0-209 16,0 0-144-16,-9 0-72 0,-2 0-48 16,4 0-168-16,-2 0-136 15,9 0-96-15,9 0-80 16,6 0-8-1,6 0-112-15,3 0-32 16,4 0-72-16,0 0-8 16,0 0 56-16,0 0 24 0,0 0 72 15,0 0 64-15,0 0-64 16,0 13 16-16,8 12 56 0,0 12 0 16,0 9 88-16,0 14 64 15,-1 1 96-15,-7 5 8 0,0 1-80 16,4-4-8-16,-4-9-48 15,5-6 32-15,-5-10-40 16,4-10-32-16,0-5-32 0,4-7-32 16,-8-7-16-16,3-2 8 31,1-2-8-31,1-5 8 0,7 4 56 16,-1-4-16-16,10 0 24 0,2 0 32 15,6-4-40-15,2-8-56 16,5 3 0-16,-8-2-8 0,0 0 0 15,-10 4-88 1,0 4 16 0,-10-4-32-16,-1 7 88 0,-7 0-40 15,0 0 48-15,0 0 0 16,0 0-64-16,0 0-96 0,0 0-96 16,0 0-56-16,0 0-64 0,0 0-168 31,-7 0-240-31,3 0-304 15,-4 0-393-15,4 0-1551 0,0-3-3714 16</inkml:trace>
  <inkml:trace contextRef="#ctx0" brushRef="#br0" timeOffset="63016.47">11031 13935 1560 0,'0'0'1752'16,"0"0"2369"-16,0 0-1800 15,0 0-161-15,0 0-824 16,0 0-584-16,-24 9 113 0,20 10-129 16,4 7-56-16,0 3-200 15,0-4 96-15,0 0-136 0,0-2-160 31,0-5 40-31,4-5-160 16,7-1-72-16,-2-5 0 0,2-1-15 16,1 1-25-16,1-7-40 15,-3 0-8-15,4 0 0 0,-3 0-8 16,1-7 8-16,8-8 0 47,-3-5 0-47,-2-4 0 15,5-2 0-15,4-3 0 0,-12 0 0 16,4-3 56-16,-4 1-56 16,-12 2 8-16,0-3 120 0,0 7 144 15,-4-3 16-15,-8 2 72 0,-8 7-40 16,0 3 32-16,0 9-88 16,-3 5-176-16,-2 2-88 0,1 2-24 15,-1 21-216-15,2 3-80 16,0 5-296-16,14 10-465 0,2-2-1559 15,7-14-5186-15</inkml:trace>
  <inkml:trace contextRef="#ctx0" brushRef="#br0" timeOffset="63483.28">11461 14040 8041 0,'0'0'3041'0,"0"0"-225"0,0 0-487 16,0 0-825-16,-60 111-624 16,56-92-391-16,1-4-313 0,-1-2-88 15,4-6-88-15,0 2-120 0,0-2-304 16,0-4-489-16,0 2-679 16,0-1-1121-1,7-1-3256-15</inkml:trace>
  <inkml:trace contextRef="#ctx0" brushRef="#br0" timeOffset="64045.75">11676 13697 14211 0,'0'0'2368'15,"0"0"-832"-15,0 0-391 0,0 0-609 16,0 0-352-16,0 0 0 16,0 0 32-16,80 9-96 0,-52-2-48 15,-6-4-24-15,4 6-48 16,-11-2 0-1,-6 2-72-15,-2 7 24 16,-7 0-56-16,0 0 32 0,-3 0 72 16,-18 2 8-16,-2-4 0 15,-1-2 40-15,0-3 32 16,9-2-72-16,-2-4 56 16,13 0 8-16,0-3-64 15,4 0-8-15,0 0-72 16,4 0-96-16,17 0-72 0,-2 0 88 15,5 0 72-15,0 0 32 16,-5 4 40-16,5 8-40 16,-3 10 40-1,-6 0-56-15,-7 5 56 16,-3-3 0-16,-5 2-8 0,0-4 16 16,-8-2 112-16,-16 1 96 31,-4-4-48-31,4 0 8 15,-8-3-64-15,8-4-24 0,5-5-24 16,6-2-56-16,9-3-176 16,4 0-320-16,4-15-953 0,16-7-2359 15,4 3-3898-15</inkml:trace>
  <inkml:trace contextRef="#ctx0" brushRef="#br0" timeOffset="64451.99">12131 13735 3424 0,'0'0'10602'0,"0"0"-8457"16,0 0-177-16,0 0-615 15,0 0-633-15,0 0-280 0,-21 133-72 16,38-101-104-16,-2 3-128 15,6 0-64-15,-6-1-64 16,1-2 48 0,5-4-48-16,-10 1 0 15,2-10 0-15,-5-2-8 0,-5-9-80 16,-3-1-32-16,0-4-8 16,0-3 40-16,-7 4 80 15,-18-4 80-15,-2 0 32 0,-6 0 88 31,-2 0-72-31,7-7-56 16,-4 0-72-16,4-1 0 0,4 1-280 16,9-3-200-16,-2 1-328 15,10-3-456-15,7-15-993 16,0 6-3096-16,0 1-3417 0</inkml:trace>
  <inkml:trace contextRef="#ctx0" brushRef="#br0" timeOffset="64686.36">12031 13732 8633 0,'0'0'4705'0,"0"0"-2704"0,0 0 71 16,0 0-824 30,0 0-663-46,0 0-73 16,0 0-288-16,96 0-128 16,-60 0-96-16,-5 0-192 15,10 0-648-15,-5 0-1185 0,-8 0-3960 16</inkml:trace>
  <inkml:trace contextRef="#ctx0" brushRef="#br0" timeOffset="65249.25">12449 13560 3648 0,'0'0'11795'0,"0"0"-9635"15,0 0-679-15,0 0-329 16,0 0-712-16,0 0-248 0,0 0-16 15,65 0 64-15,-30 4-120 16,1-4 0-16,0 0-48 16,-4 0 8-16,0 0-32 15,-8-4-40-15,-4 1 0 16,-9 0 0-16,2 0-8 16,-9 3 0-16,-4 0-8 0,8 6-80 15,-4 20 40-15,-1 12 48 16,-3 9 0-1,4 10 48-15,0 4-40 16,-4 2 0-16,5 0 0 16,-1-3 40-16,0 1-40 15,0-1 0-15,-1-12-8 0,1-1 0 16,0-9 0-16,1-9-8 0,3-7-8 31,-8-9-40-31,0-6-40 16,4-7-8-16,-4 0 96 15,0 0 8-15,0 0 8 0,-4 0 64 16,-17 0-16-16,-3-13 216 31,-4 4 80-31,-4 2 72 0,-4 1 104 16,9-1-39-16,7 5-321 16,0 2-168 15,12 0-64-31,5 0-641 0,3 0-647 0,0 9-1320 0,0-1-8979 15</inkml:trace>
  <inkml:trace contextRef="#ctx0" brushRef="#br0" timeOffset="66371.23">2630 15656 4600 0,'0'0'8770'0,"0"0"-6913"31,0 0-1289-31,0 0 192 0,40 146 296 16,-15-64-496-16,-1 7-208 15,4 0 25-15,-4-6-89 0,-4-10-168 16,-4-7-64-16,-4-11-56 31,-4-14-8-31,-4-10-376 16,4-14-689-16,-4-12-1951 0,0-5-4522 0</inkml:trace>
  <inkml:trace contextRef="#ctx0" brushRef="#br0" timeOffset="67405.28">2472 15671 13138 0,'0'0'2257'0,"0"0"-1537"15,0 0-208-15,0 0 80 32,119-12-288-32,-62 9-112 15,3 3 16-15,-4 0-32 0,-5 6-88 16,-11 10-32-16,-14 0-48 16,-4 6 48-16,-11 0 8 0,-11 3 88 15,0 4 169-15,-19-1 167 31,-14 4-96-31,-8-5-24 0,3-6-96 16,-2 2 24-16,8-12-40 16,5-4-72-16,6-4-64 0,14-3-120 15,7 0-88-15,0 0-272 32,0 0-136-32,3-12-136 15,22 0 72-15,-1-8-17 0,4 4-87 16,7-6-176-16,5 3-24 15,-1-6-360-15,2-1-345 0,2-5 137 16,-3-8 160-16,-3-3 208 0,-6-1 455 16,-7-3 609-1,-8 0 184 1,-12 1 1257-16,-4 7 519 0,0 0-31 16,0 12-449-16,0 7-40 15,-8 6-256-15,3 10-351 0,5 3-321 16,0 0-480-16,0 26-32 15,0 18 0 1,13 10 8-16,3 9 48 16,4 2 24-16,0-6-80 0,0-1 40 15,-4-11-40-15,-1-8 0 16,-2-12-8 0,-6-4-48-16,2-12-120 15,-9-6 8-15,0-5-56 16,0 0-8-16,0-3 48 0,0-13 96 15,-16-6 80-15,0-6-160 16,-4 3 120-16,0-4 48 0,0 3 0 16,8 7 0-16,0 3 72 15,8 10 32-15,4 3-8 32,0 3-96-32,0 0 0 0,8 0-48 15,12 0 48-15,0 0 8 16,11 3 0-16,-3 1 0 0,0-4 0 15,0 0 0-15,4 0 8 16,-8-14-16-16,4-1 56 16,-4-2-56-1,-4-5 0-15,-4 0-8 0,0-7 8 16,-8 4-56-16,-4-7 48 16,-4 1 8-16,0-5 0 0,-4 1 0 15,-8 4 8 1,-5 3 0-16,6 8 88 15,3 8 200-15,0 8 64 16,4 4-232-16,4 19-128 0,0 20 80 16,0 15 80-16,12 6 168 0,7 6 96 15,2 1-120-15,-2-6-16 16,6-8-120-16,-6-5-160 31,2-9 112-31,-1-8-120 0,-9-9-88 16,1-6-256-16,-3-3-152 15,-6-6-280-15,5-7-272 0,0 0-1065 16,1-7-2368-16,-6-6-2240 0</inkml:trace>
  <inkml:trace contextRef="#ctx0" brushRef="#br0" timeOffset="67702.14">3895 15577 8857 0,'0'0'3921'16,"0"0"-1832"-16,0 0-209 15,128 0-552-15,-89 0-543 0,2 0-449 31,-5 0-224-31,-8 0-40 16,0 0-72-16,-13 0-328 0,-2 0-433 31,-2 0-1055-31,1 0-2033 16,-8 0-1992-16</inkml:trace>
  <inkml:trace contextRef="#ctx0" brushRef="#br0" timeOffset="67905.25">4011 15694 1424 0,'0'0'8762'0,"0"0"-6474"15,0 0 241-15,0 0-265 0,0 0-816 16,0 0-343-16,0 0-433 16,135 50-224-16,-90-50-240 0,-2-6-208 15,-7-6-48-15,-4 2-368 0,-8 6-280 16,-9-1-320-1,-2 5-825 1,-6 0-2504-16,-3 0-2592 0</inkml:trace>
  <inkml:trace contextRef="#ctx0" brushRef="#br0" timeOffset="84083.26">5110 15361 8809 0,'0'0'2337'15,"0"0"-705"1,0 0 9-16,0 0-505 0,0 0-448 0,0 0-168 0,0 0 0 16,0 0-264-16,17-13-248 15,-1 28 0-15,8 11 264 16,4 5 0-16,8 14-104 16,3-1-40-1,1 8-56 1,-3-5-72-16,-6 1 0 0,-8-4 8 15,-6-6-8-15,-9-3-48 16,-8-6-24-16,0-4 72 0,-5-7 56 16,-18-1-56-16,-9-7 8 15,0-3 40 1,-7-7 0 0,3 0 32-16,4-4-72 0,4-12-8 15,12-3 8-15,8-6 8 16,8 0 89-16,0-4 7 0,8-6-104 15,16 0 8-15,4-6 40 16,7 2-56 0,-4-2 8-1,-6 4-8-15,-1-9 0 0,-8 5 8 16,-7 0 0-16,-9-1 0 16,0 2-8-16,-14 1 0 0,-9 5 0 15,-9 4 0-15,-4 5-80 16,1 9 80-1,-5 9 0-15,3 7 0 16,2 11 0-16,7 19 0 0,4 12-8 16,8 6 8-16,9 3-169 15,7 0-615 1,7 6-864-16,17-12-3193 16,-4-14-5289-16</inkml:trace>
  <inkml:trace contextRef="#ctx0" brushRef="#br0" timeOffset="84419.38">5823 15640 9898 0,'0'0'2648'0,"0"0"-1800"0,0 0 577 16,0 0 183-16,0 0-664 15,33 108-344-15,-24-66-112 16,-5-8-167-16,-4 4-185 0,0-3-40 15,0-4-32-15,0-2-64 16,0-3-304-16,-4-1-777 16,-5-6-1455-16,5-13-5522 0</inkml:trace>
  <inkml:trace contextRef="#ctx0" brushRef="#br0" timeOffset="85039.64">6092 15313 11282 0,'0'0'2576'0,"0"0"-1815"31,0 0 103-31,0 0-48 16,0 0-152-16,0 0-264 0,0 0-48 31,122 82-48-31,-89-60-112 16,-1 7-24-16,0 0-96 0,-4 0-64 16,-4 3-8-16,-4-5 0 15,-1 1 0-15,-6-1-40 0,-9-5-24 16,-4-3-16-16,0 0 72 15,0-6 0-15,-14-4 8 32,-4-2 136-32,5-5 8 0,-6-2-16 15,3 0-39-15,0-11-89 16,0-9 8-16,4-2-8 0,0-1 72 16,4-5 8-16,0 2-64 15,8-3-8-15,0 5-8 16,0-5-72-16,0 4 0 0,12-1 0 15,8-3-1-15,-5 1 17 16,6 2-40 0,-5-5 96-16,-4 2 16 0,-1-2-8 15,-2-4-8-15,-9 2 8 16,0 1 48-16,0 4-48 16,-13 3 96-16,-10 0 65 0,-10 6-25 15,-2 10-48 1,-5 9-96-16,1 0 48 15,-7 18-40-15,11 17 48 0,10 9-56 16,11 1-72-16,14 22-657 16,0-13-1503-16,0-10-4970 15</inkml:trace>
  <inkml:trace contextRef="#ctx0" brushRef="#br0" timeOffset="85657.72">6709 15227 10594 0,'0'0'4089'16,"0"0"-3585"-16,0 0 48 0,0 0 408 31,0 0-440-31,24 110-256 0,-4-68 16 31,4-1-80-31,-4 4-56 16,4-1-88-16,-8-5 16 16,0-1-72-16,-4-9 8 0,-4-4-8 15,4-3 8-15,-10-10-8 16,-2-2 0-16,0-3-48 0,0-7 48 15,-14 0 144-15,-6 0-24 16,-8 0-48 0,-4-7 8-16,0-8-32 15,0-2 41-15,4 2-9 0,9-4-8 16,3 6-72-16,8-1-80 16,4 0 80-16,4 0-8 0,4-1-40 15,20 0 40-15,8-2-41 16,4-2 33-16,-1 0 8 15,5 3 0-15,0-6 8 0,0-1 0 16,-8-2 0 0,0-4 8-16,-8 0 49 15,-10 2-57-15,-4-5 8 0,-10-6 0 16,0 5 88-16,-13-5 56 16,-11 4 72-16,-9 2 32 15,2 1-144-15,-4 8 120 0,3 7-24 31,-8 11-24-31,5 5-176 0,-3 12-8 16,3 17-120-16,0 34-520 16,10-9-833-16,0-7-3672 0</inkml:trace>
  <inkml:trace contextRef="#ctx0" brushRef="#br0" timeOffset="88266.33">1726 15027 6513 0,'0'0'2440'0,"0"0"-1015"16,0 0 207-16,0 0-368 0,0 0-640 15,-11-7-616-15,3 27 457 16,-1 2-65-16,6 3 32 0,3 7-80 0,0 3 80 0,0 6 168 31,0 9-48-31,0 12 56 16,0 10-40-16,3 24-127 15,10 27-57-15,-5 27-56 0,3 8-40 16,-2-8-112-16,-1-24-120 16,-5-30-48-16,1-20-8 0,-1-15 0 31,7-7 0-31,-6 5 40 15,0 2-40-15,7-1 0 0,-2-12 16 16,-1-9-16-16,-1-14 0 16,6-7-56-16,-5-4-8 0,3-5 16 15,5-3 40-15,3-3-8 32,10-3-128-32,11 0 144 15,8 0 0-15,11-3 0 16,17-10 0-16,13-3 64 0,21-2-56 0,34-5 0 0,32 4 0 15,11-3 0-15,-8 6-8 16,-8 4 0 15,-12-4 0-31,1 3 8 16,16 0-8-16,8 1 8 0,7 2 40 16,4 3-40-16,-3-2 0 15,2-4-8-15,6 3 0 0,-1-2-48 16,5 3 48-16,7-8-8 15,4 2 0 1,0-4-64-16,-1-1-40 16,-1 2-24-16,-2-5 40 0,-12 1-64 15,-3 1 24-15,-13 1 48 16,-7 4 16-16,-17 1 24 0,-32 2-8 16,-27 6 0-1,-32 4-8 1,-13-1 56-16,5 2-65 0,0 2 65 0,0 0 8 15,-24 0 0-15,-16 0 0 16,-8 0-56 0,-12 0 56-16,0 0 265 0,0 0-65 15,0 0 16-15,-8-3-160 16,0-4-8-16,-4 1 32 16,8-4-72-16,-4 0-8 0,0-2 0 15,4-7-8-15,-4-4-88 16,0-11 88-16,0-11 8 15,-8-9 8-15,0-12 40 16,-7-27-40-16,-14-24 0 16,-3-25 0-16,-3-14-8 15,-1 6 0-15,4 11 8 0,8 15-8 16,4 0 0-16,4 26 0 16,9 15 80-16,2 25 0 0,1 12-80 15,9-2 48-15,-6-3-48 31,1 7 8-31,5 8-8 0,-1 14 0 16,4 12 0-16,-4 1 0 16,4 9-40-16,0 0-64 15,0 0 32-15,0 0-48 0,-4 0 0 32,-1 0 72-32,5 0 48 15,-4 0 0-15,0 4-8 0,-3-4-40 16,2 3 48-16,-7-3 104 15,-3 2-104-15,-9-2 96 16,-4 0-96-16,-16 0 48 0,-8 0-48 16,-11 3 0-1,-13 4-8-15,-28 0 0 16,-35 3 0-16,-29 2 8 0,-19 7-48 16,0 1 48-16,11-2 56 15,5 1-48-15,4 0-8 16,-5 3-8-16,-1-3 8 15,3 1 0-15,-1-2 0 32,-1 2-80-32,1-1 72 15,-1 3 8-15,2-3 0 0,5 0 16 16,1 1 32-16,1-8-48 16,0 1 0-16,0-4-80 15,7-9 32-15,4 3-64 0,10-3 56 16,2 0-16-16,9 0 72 0,-1 0-80 31,24 0 32-31,20 0 40 16,20 6 8-16,5 1-8 15,0 3-8-15,-14 2 16 0,-2 4-129 16,11 0 129-16,12 0 0 16,12-3 8-16,9-1 0 0,14-3 8 15,10-5 24-15,6-4-40 31,2 3-8-31,3-3 0 16,0 0-40-16,0 0 48 0,0 0 48 0,0 0-40 16,0 0 9-16,0 0-9 15,0 0 48-15,0 0-8 0,0 0-32 16,-5 0 40-16,5 0-56 16,0 0 0-16,0 0-8 15,0 0 0-15,0 0-64 16,0 0 64-16,0 0 0 15,0 0 0-15,0 0 0 16,-4 0-40 0,4 0 48-16,-4 0 0 15,1 0 0-15,-1 0-8 16,-4 0 16-16,-2 0-8 16,7-3 0-16,-4 3 0 0,3 0 0 15,0 0 8-15,-5-4 80 0,5 4-80 16,1-3 72-16,-5 1-32 15,0 2 16-15,-2-4 40 16,8 1-32-16,-2 3-48 0,0-4-16 31,0 1 0-31,4 3 8 16,-4 0 40-16,4-2-56 0,0 2-8 16,0 0 8-16,0 0 8 15,0 0 8-15,0 0-8 16,0 0 8-16,0 0 32 0,0 0-40 31,0-4 0-31,-4 4 48 16,4-3-48-16,0 3-16 0,0 0 8 0,0 0-8 15,0 0-40-15,0 0 40 16,0 0-80-16,0 0 80 16,0 0-96-16,0 0-248 15,0 0-497-15,22-13-879 31,0 7-2177-31,-2-4-8105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6-17T21:59:58.6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898 12023 2840 0,'0'0'576'15,"0"0"-128"-15,0 0-112 16,0 0 5778-16,0-6-4570 0,0 6-336 16,0-3-7-16,0 3-313 15,0-4-216 1,0 2-184-16,0 2 64 15,0-3-56-15,0-1-72 0,0 1-112 16,0 1-88-16,0-5-96 16,0 0-40-16,0-6-8 15,3 1-72-15,10-1 40 16,-1-3-48-16,3 4 8 16,-3 5 0-16,4 4-8 15,-1 3-8-15,2 10-56 0,-1 21 64 16,1 13 0-16,-2 11 0 15,-3 5 8-15,-4 1 137 16,-4-2-1 0,-4-12-40-16,4-1-40 15,-4-18 56-15,0-9-40 16,0-5-32-16,0-9 24 0,0-5-16 16,4 0 40-16,-4 0 0 15,3-2 0-15,-3-12 0 0,0-4-40 47,5-5-56-47,3-5 0 16,-4-1 0-16,12-6-120 15,-4 3 0-15,7-2 48 0,-2-5 72 16,2 8-104-16,1-1 96 16,-3 7-40-16,-3 1 40 0,4 10-8 15,-7 7 8 1,0 5-64-16,-2 2-16 15,2 2-24-15,6 19 112 16,-1 8 96-16,-4 8 16 0,0 0 0 16,-4-2-16-16,4 3 32 15,-8-10-72-15,4 1-8 0,0-8 16 0,-5 3-64 32,2-9 0-32,-1-2 0 15,4-3 0-15,-4-1-80 16,3-2-280-16,-3-2-256 0,9 2-673 15,2 3-975-15,2-3-3049 16,-6-4-2897-16</inkml:trace>
  <inkml:trace contextRef="#ctx0" brushRef="#br0" timeOffset="441.54">1743 12259 3448 0,'0'0'7762'0,"0"0"-6594"0,0 0-296 0,0 0 129 16,0 0-49-16,0 38-88 15,0-7-104-15,7 4-104 0,-3 3 48 31,5 0-264-31,-1 3-15 16,3-5-177-16,-7-2-128 0,5-2-104 16,-6-6 32-16,2-7-48 15,-2 0 0-15,-3-7-136 16,4-8-224-16,-4 2-337 0,4-6-447 16,5 0-744-16,-1-10-929 15,-1-9-2280-15</inkml:trace>
  <inkml:trace contextRef="#ctx0" brushRef="#br0" timeOffset="675.91">1782 12443 7033 0,'0'0'1664'16,"0"0"385"0,0 0-257-16,0 0-432 15,0 0-231-15,0 0-353 0,0 0-184 16,128 50-288-16,-96-50-136 0,4 0-96 15,-8-6 8-15,4 3-80 16,-9-4 0 0,-3 5-344-16,1-1-344 15,-10-4-328-15,10 4-561 16,-7-7-791-16,0 1-1985 16</inkml:trace>
  <inkml:trace contextRef="#ctx0" brushRef="#br0" timeOffset="1004.02">2046 12195 7009 0,'0'0'1432'0,"0"0"697"15,0 0 223-15,0 0-663 0,-21 120-457 16,21-84-368-16,0 1 0 0,0 1-224 16,0 1-184-16,3-4-167 15,2-3-89-15,-5 0-96 0,5-5-56 16,-5-1-40-16,4-1-8 16,-4-2-48-16,0-4-184 15,0-6-137-15,0-1-175 16,0-2-240-16,0-3-384 15,4 1-560-15,0-1-2105 16,-1-4-920-16</inkml:trace>
  <inkml:trace contextRef="#ctx0" brushRef="#br0" timeOffset="2251.42">2261 12417 2712 0,'0'0'2513'0,"0"0"-1001"31,0 0 552-31,0 0 121 0,0 0-521 16,0 0-183-16,0 0-225 0,0 0-240 0,0 0-336 0,0 0-240 16,38 7-208-16,-16-5-24 15,-7 5-120-15,2-1-88 31,-2-2 8-31,-3 5 40 0,0-3 0 16,1 1-48-16,-9 3 0 16,-1-1-80-16,-3 0-88 0,0 2 48 15,0 1 112-15,0 0-8 16,0 1-24-16,-7 3 40 16,-6 0 8 15,-2-3 8-31,-3 2 0 0,8 1 32 15,-7 0 24-15,2 0 56 16,2 0-32-16,6-1-40 0,3-2 16 16,0 0 0-16,4-4-72 0,0-2 8 31,0 2 0-31,4-6 0 16,7 1-8-1,6-4 0-15,-2 0-16 16,2 0-208-16,3 0-160 15,-1 0-376-15,17-7-984 0,-8-5-3105 16,-4-1-4145-16</inkml:trace>
  <inkml:trace contextRef="#ctx0" brushRef="#br0" timeOffset="3079.5">2787 12297 8857 0,'0'0'2321'0,"0"0"-505"15,0 0-63-15,0 0-337 16,0 0-344-16,0 0-544 16,-111-24-280-1,94 24-8-15,6 7-136 0,-2 10-32 16,6 1-64-16,-1 6 64 15,8 0-56-15,0 1 40 0,0-2-48 16,8 2 56-16,12 1-56 16,2-4 65-1,3 0-9-15,-1 4-56 16,4-4 0-16,-4-3 0 0,-4-1 0 16,-4-1 0-16,-4-2-8 15,-10 1 0-15,-2 3 8 0,0-6 0 16,-10 6 0-16,-14-3 0 31,1-3 48-31,-5-3-48 0,3-5 64 16,9-1-64-16,1-4 56 15,5 0-56-15,10 0 48 16,0-4-56-16,0-4-136 0,14-6-40 16,10-1 47-16,-1-2-119 31,5 2-64-31,4-1 8 0,-2-3-192 15,-1 3-248-15,-1-2-144 16,-3-2 80-16,-1 4-40 16,-10 1 375-16,0 2 153 0,-10-1 312 15,-1 9 8-15,-3 1 104 32,0 1 248-17,0 3 257-15,0 0-225 0,0 7-224 16,0 8-72-16,8 4 144 15,1 0 168-15,6-3 64 16,2 0-32-16,2-6-56 0,5-4-16 16,4-3-80-16,0-3-24 15,0 0-144-15,4-9-40 16,0-8-64-16,-8-5-8 16,0-2 8-16,-13-5 32 15,1-3-24-15,-12-3-8 16,0 0 40-16,0-3-48 0,-20 3 96 15,-11-3-16-15,-1 8 144 16,-8 7 24-16,-4 9 25 0,4 14-89 16,-8 0-104-16,9 23-8 15,-2 11-64-15,9 12-8 0,17 0-168 16,5 5-489-16,10 10-455 31,22-17-1472-31,-3-9-3570 0</inkml:trace>
  <inkml:trace contextRef="#ctx0" brushRef="#br0" timeOffset="3448.4">3572 12325 9978 0,'0'0'2880'16,"0"0"-2040"-16,0 0 617 0,0 0-393 15,0 0-480-15,0 0-256 0,-99 114-120 16,90-91-16-16,1-1-88 16,8-6-8-1,0 0 8-15,0-4-56 16,0-2 80-16,17-1 16 15,3-2 32-15,7-1-32 0,1-6-80 16,0 0-56-16,4 0-8 16,-4 0-136-16,-4 0-80 0,-4 0-56 15,-4 0-248-15,-4 0-408 32,4-3-360-32,0-4-961 0,-12 2-3080 15</inkml:trace>
  <inkml:trace contextRef="#ctx0" brushRef="#br0" timeOffset="3698.39">3688 12335 11178 0,'0'0'2464'0,"0"0"-295"15,0 0-617-15,0 0-832 31,0 0 41-31,0 0-169 0,-8 133-200 16,3-88-192-16,5-4-104 16,-3 1-88-16,-1-1-8 15,0-7 0-15,0 1-216 0,4-7-496 16,0 1-345-16,0-10-1319 16,0-6-3761-1</inkml:trace>
  <inkml:trace contextRef="#ctx0" brushRef="#br0" timeOffset="4175.08">4210 12019 11722 0,'0'0'2144'15,"0"0"-1423"1,0 0 287-16,0 0 96 0,0 0-376 15,0 0-328-15,147-21 8 0,-115 14-112 16,0 5-136-16,-8 2-111 16,-3 0-49-16,-10 0-497 31,-7 0-1063-31,0 9-2801 0,-4 3-4113 16</inkml:trace>
  <inkml:trace contextRef="#ctx0" brushRef="#br0" timeOffset="4378.19">4250 12134 6305 0,'0'0'7746'16,"0"0"-6546"-16,0 0 336 0,0 0-304 16,0 0-407-1,0 0-273-15,0 0-288 16,115 7-192-16,-74-7-72 15,-2 0-536-15,9 0-649 0,-8 0-1199 16,-12 0-4778-16</inkml:trace>
  <inkml:trace contextRef="#ctx0" brushRef="#br0" timeOffset="5128.15">5050 11814 13522 0,'0'0'1577'0,"0"0"-1153"0,0 0 464 16,0 0-16-16,-2 123-376 15,2-81-328-15,0-7 16 16,0-3 16-16,0-10-152 15,0-10 24-15,0-5-24 32,0-4-40-32,0-3 0 15,0 0 96-15,0 0-104 0,0-19 0 16,0-6-72-16,0-7 8 16,0-3-16-16,-9-7-48 15,5-2 40-15,-4 0 88 0,4-4-16 16,1 3-40-16,3 8 56 0,0 11 0 15,0 4 8-15,0 15 184 16,0 7-64-16,0 0-120 16,0 14 80-16,0 11 24 0,0 4-39 15,0-1-25-15,0-3-40 16,7-6 112-16,5-6-112 0,-1-4 8 16,6-9 32-16,6 0-40 31,2-3-8-31,3-16 0 15,4-6-176-15,0 0-89 0,-4-4-79 16,4 4 0-16,-8 3 64 16,0 12 152-16,-9 10 64 0,-4 10 64 0,-5 27 280 15,-3 15 304 17,-3 11 89-17,0 0-41-15,0-2-152 16,0-7-216-16,4-11-96 0,3-9-120 15,-2-7-48-15,-1-10-160 0,12 1-496 16,-4-5-937-16,0-6-3120 0</inkml:trace>
  <inkml:trace contextRef="#ctx0" brushRef="#br0" timeOffset="5643.75">5661 12008 5825 0,'0'0'4121'0,"0"0"-3017"15,0 0 1528-15,0 0-711 0,0 0-529 16,8 133-616-16,0-98-24 16,-4 0-367-16,4-3-153 15,0-4-152 1,-4-8-56-16,0-1-24 15,0-4-192-15,-4-5-321 0,4-4-655 16,0 0-912-16,-4-6-2441 16,0 0-1993-16</inkml:trace>
  <inkml:trace contextRef="#ctx0" brushRef="#br0" timeOffset="5846.87">5605 12243 1176 0,'0'0'8882'0,"0"0"-7442"16,0 0 200-16,0 0 65 15,0 0-697 1,100 0-456-16,-60 0-328 16,0 0-128-16,-2-10-96 0,4 3-280 15,-10-1-288-15,-1-2-488 16,-3-3-953-16,-4 3-1856 0,-12 1-440 15</inkml:trace>
  <inkml:trace contextRef="#ctx0" brushRef="#br0" timeOffset="6065.61">5883 12005 5553 0,'0'0'2288'0,"0"0"1"16,0 0 439-16,0 0-807 15,-14 121-625 1,14-77-368-16,0 4-256 16,11-7-272-16,2-3-216 15,-3-7-120-15,3-3 0 0,-1-8-64 16,0-8-88-16,-4 1-368 16,8-10-640-16,-4-3-1544 0,0 0-5146 0</inkml:trace>
  <inkml:trace contextRef="#ctx0" brushRef="#br0" timeOffset="6407.74">6071 12278 3064 0,'0'0'7378'16,"0"0"-6170"-16,0 0 448 0,0 0 121 15,0 0-505-15,0 0-624 16,0 0-320-16,83 9-112 0,-65-9-120 16,-15 10-88-16,1-2 0 15,-4 6 120 1,0 8 40-16,-11 0 32 16,-13 0 40-16,3 1-16 0,6-5 73 15,1-1-25-15,8-5-144 16,6-5-40-16,0-4-88 0,0-3-8 15,11 0-352-15,9 0-161 16,5 0-199-16,18-10-1080 0,-2-6-1985 31,-6 1-2680-31</inkml:trace>
  <inkml:trace contextRef="#ctx0" brushRef="#br0" timeOffset="7110.83">6486 12085 5233 0,'0'0'5665'0,"0"0"-3713"16,0 0 289-16,0 0-481 0,0 0-624 16,0 0-488-16,-112 17-279 15,103 3-177 1,7-1-136-16,2 7-8 15,0-4-40-15,11 3 0 0,2-3 0 16,5 4-8-16,-1-4 8 16,0-1-8-16,-2 2-8 0,-4 0 0 15,-1-8 0 1,-10 4-64-16,0-7-8 16,0-1 24-16,-10-2 56 15,-5 0 8-15,-5-2 8 0,5-7-8 16,2 0-8-16,5 0 0 15,8 0-128-15,0 0-161 16,0 0-335-16,0-9-40 0,11-1-128 31,6-3 176-31,4-3-160 0,1-3 160 32,-1 4 15-32,-1-4 121 15,-4-1 168-15,0-1 256 16,-4 3 56-16,-3 7 88 0,-6 4 240 15,1 4 409-15,-4 3 175 16,0 0-376-16,0 10-232 0,0 8 96 16,4-1-104-16,4 1-8 15,0-5 48 1,8 0-16-16,-2-7-40 16,8-6 16-16,-2 0 72 0,-2 0-167 15,7-6-57-15,-4-10-72 16,-1-6-64-16,3-1 40 15,-11-5 0-15,0-1-48 0,-8 1 8 16,-4-4 8 0,0 0-16-1,-4 3 56-15,-16 5-8 0,-7 1 96 0,-1 7-32 16,-10 7 0-16,3 9-48 16,0 0-64-16,3 25-16 15,4 7 16-15,13 10-200 0,6-1-168 16,9 15-561-16,16-11-1055 15,5-11-3769-15</inkml:trace>
  <inkml:trace contextRef="#ctx0" brushRef="#br0" timeOffset="7438.94">6901 12179 10722 0,'0'0'3000'0,"0"0"-1351"16,0 0 279 0,0 0-784-16,0 0-503 15,0 0-305-15,4 108-104 16,16-92-136-16,-1-4-8 0,9-2-80 15,0 0-8-15,-3-6-64 16,3-2-216-16,-9-2-136 16,-3 0-265-16,1 0-519 31,-2-6-784-31,-3-7-2257 16,-4-4-3369-16</inkml:trace>
  <inkml:trace contextRef="#ctx0" brushRef="#br0" timeOffset="7610.81">7081 12141 9738 0,'0'0'2808'0,"0"0"33"16,0 0-481-16,0 0-903 16,-13 105-601-16,9-64-264 0,4-3-232 15,0 0-192-15,0-6-120 16,0-3-48-16,0-4-312 15,0 3-440-15,8-5-953 0,1-7-3392 0</inkml:trace>
  <inkml:trace contextRef="#ctx0" brushRef="#br0" timeOffset="7907.67">7439 11932 13002 0,'0'0'5513'0,"0"0"-4528"15,0 0 335-15,0 0-280 16,0 0-624-16,0 0-344 0,0 0-72 16,0 0-248-16,0 0-624 15,0 9-712-15,4-6-3385 0</inkml:trace>
  <inkml:trace contextRef="#ctx0" brushRef="#br0" timeOffset="8626.64">7909 11480 3368 0,'0'0'7514'0,"0"0"-5618"15,0 0 217-15,0 0 135 16,0 0-736-16,0-32-759 16,4 32-457-16,9 23-216 0,2 15 192 15,9 13-40-15,3 10-48 0,2 5-168 16,2 1-8-16,-2-4-8 0,-1-5-8 16,-5-8 8-16,-3-15-8 15,-3-6-72 1,-6-10 72-1,-3-10-80-15,0-7 40 0,-3-2-8 16,-1 0 56-16,-1-11 32 16,1-15 88-16,0-9-48 0,0-6-72 0,0-13 24 15,-4-4 120-15,5-4-64 32,-1 1 16-32,-1-2 64 15,1 9-152-15,0 9 0 0,4 14-8 16,-8 11-72-16,0 13-120 15,0 7-592-15,0 20-1249 0,0 11-1759 16,0-2-5106-16</inkml:trace>
  <inkml:trace contextRef="#ctx0" brushRef="#br0" timeOffset="8923.5">8439 11896 11858 0,'0'0'2152'15,"0"0"-135"-15,0 0-361 16,20 123-664-16,-12-77-487 0,-3-9-129 15,-1 4-224-15,3-5-88 16,-3-1-64-16,0-6-40 0,-4-8-200 16,4-5-328-16,-4-5-465 0,4-5-615 31,-4-6-961-31,5 0-2248 16,-5 0-1664-16</inkml:trace>
  <inkml:trace contextRef="#ctx0" brushRef="#br0" timeOffset="9157.86">8416 12058 9458 0,'0'0'3184'16,"0"0"-1095"-16,0 0-489 0,0 0-560 16,0 0-176-16,0 0-223 15,0 0-193-15,0 0-224 31,139 48-152-31,-107-48-72 0,8 0 0 16,-12 0-264-16,4-6-160 16,-9-4-313-16,-3-2-599 0,1-5-1040 15,-6 4-2313-15,-6 2-1593 0</inkml:trace>
  <inkml:trace contextRef="#ctx0" brushRef="#br0" timeOffset="9360.98">8706 11900 3976 0,'0'0'3185'0,"0"0"-568"16,0 0-177 0,0 0-287-16,0 0-577 15,0 0-512-15,0 0-392 16,-19 137-200-16,19-106-48 0,0 3-239 16,7-5-113-16,5 0-72 15,-3-4-56-15,3-2-377 0,12-1-695 16,-9-2-1208-16,2-6-3322 15</inkml:trace>
  <inkml:trace contextRef="#ctx0" brushRef="#br0" timeOffset="9751.58">8922 12172 12018 0,'0'0'2889'0,"0"0"-1233"16,0 0-352 0,0 0-592-16,0 0-439 0,0 0-81 15,0 0-112-15,0 0-16 16,83-18-56-16,-70 18-8 0,-5 6 56 15,-8 10-40-15,0 3-16 16,0 0 16-16,-13 3 56 0,-6 4-24 16,-1-4 56-1,4-3 88-15,3-3-64 16,6-3-64-16,7-4-64 16,0-3 0-1,0-6 0-15,12 0-128 16,12 0-128-16,0 0-208 15,4 0-193-15,15-19-591 16,-2 6-1792-16,-9 1-3874 0</inkml:trace>
  <inkml:trace contextRef="#ctx0" brushRef="#br0" timeOffset="10487.18">9329 11830 10786 0,'0'0'4457'0,"0"0"-2945"0,0 0 8 16,0 0-639-16,0 0-425 0,-101 88-272 16,94-59-80-16,7-3-88 15,0-1 112-15,0-4-80 16,16-1-40-16,3 2 0 15,5-3-8-15,-3 3 48 16,3 2-48 0,-5-3-40-16,-2 4 40 0,-6-2-8 15,-7 0 8-15,0-5-8 0,-4-2 8 16,0-4 0-16,-13-3 8 16,-1-2 0-16,-6 0-8 0,3-7 56 31,-2 0-8-31,6 0-48 0,2 0 0 15,3 0-152-15,4-9-64 16,4-2-24-16,0-1-400 16,0 0 15-16,12-5-71 0,3 2 0 15,2-1-128-15,3-7-16 32,3 5 184-32,-4-5 216 0,3 4 271 15,-7-3 105-15,1 6 64 16,-9 3 249-16,-2 7 311 15,-1 6 296-15,-4 0 0 0,0 3-400 16,0 19-104-16,0 4 304 16,0-1-112-1,4 1-119-15,4-7-129 0,4-4-96 16,4-5 24-16,7-7-8 16,-2-3 72-16,7 0-136 15,4-15-80-15,3-4-56 0,-3-8 64 16,-4 3-40-1,-5-5-32-15,-2-3-8 16,-9-3 8 0,-8 3 0-16,-4-5 24 15,0-1-24-15,-12 2 56 16,-16 2 8-16,-7 8 160 16,-10 7-24-16,2 15-88 0,-9 4-120 15,8 20 0-15,0 18-96 16,12 10-360-16,21 22-336 0,7-13-777 15,4-9-4184-15</inkml:trace>
  <inkml:trace contextRef="#ctx0" brushRef="#br0" timeOffset="10799.66">9899 11966 9658 0,'0'0'5353'0,"0"0"-4689"16,0 0 864-16,0 0-144 16,0 0-599-16,0 0-177 15,0 124-32-15,12-95-168 16,-1-7-64-1,9-6-56-15,5-1-160 0,-2-8 56 16,1-4-88-16,4-3-96 0,-8 0-40 16,0 0-424-16,0-15-344 15,-4-5-704-15,-1 2-2337 0,-6 1-5257 16</inkml:trace>
  <inkml:trace contextRef="#ctx0" brushRef="#br0" timeOffset="11034.04">10114 11954 10186 0,'0'0'4361'31,"0"0"-2193"-31,0 0 297 0,0 0-889 16,-28 104-456-16,24-65-328 16,4-5-408-16,0 2-224 15,0 1-160-15,0 2-56 0,0-2-808 16,0 22-776-16,0-15-1457 62,0-10-6209-62</inkml:trace>
  <inkml:trace contextRef="#ctx0" brushRef="#br0" timeOffset="12298.65">4230 12976 4584 0,'0'0'5778'0,"0"0"-3922"16,0 0 561-16,0 0-377 15,0 0-688 1,0 0-439-16,0 4-177 16,0-4-112-16,0 0-208 0,4 0-216 15,12 0-80-15,4 0-112 16,4 0 32-16,4 0-40 15,-4 0-16 1,-1 0-184-16,-3 0-136 16,1 0-56-16,-6 0-184 15,-2 0-56-15,-6 0-705 0,5 3-1423 0,-12 2-3650 16</inkml:trace>
  <inkml:trace contextRef="#ctx0" brushRef="#br0" timeOffset="12579.88">4254 13154 11026 0,'0'0'2576'15,"0"0"-535"-15,0 0-441 0,0 0-568 16,0 0-439-16,0 0-249 31,128-4-136-31,-93 1-112 16,-7-3-48-16,4 3-48 0,-4-1-136 0,-7 2-88 16,-10 2-216-16,0 0-353 15,-6 0-663-15,-5 2-712 0,0 14-2121 16,0-2-2281-16</inkml:trace>
  <inkml:trace contextRef="#ctx0" brushRef="#br0" timeOffset="15532.97">5341 12973 960 0,'0'0'8161'15,"0"0"-6000"-15,0 0-201 16,0 0-287-16,0 0-697 16,-22 56-184-16,22-20-152 0,0 5-160 15,0-2 16-15,4-5-136 0,11-3-183 16,5-4 135 0,4-9-104-16,0-5-64 15,8-10-88-15,-4-3-48 16,-1 0 40-16,1-6-48 0,-4-10 0 15,1-3-96-15,-10-3 88 16,-6-7-40-16,-2 0 48 0,-7-3 0 31,0-2 0-31,-7-1 0 16,-15 3 8-16,-8 0-8 16,-2 7 16-16,-8 4 96 0,-4 7 152 15,8 11 56-15,-4 3-248 16,9 17-72-16,3 13 0 31,4 12 0-31,7 2-464 0,13 5-392 16,4 4-985-16,13-5-2840 15,6-16-6161-15</inkml:trace>
  <inkml:trace contextRef="#ctx0" brushRef="#br0" timeOffset="15798.59">5823 13132 11506 0,'0'0'4265'0,"0"0"-3617"31,0 0 768-31,0 0-263 15,-14 107-529-15,10-71-384 0,4-5-64 16,0 4-88-16,0-4-80 16,0 1-8-16,0-3-152 0,0-7-360 15,0-2-449-15,0-11-847 16,4-2-2361-16,7-7-3705 0</inkml:trace>
  <inkml:trace contextRef="#ctx0" brushRef="#br0" timeOffset="16222.43">6048 12941 1616 0,'0'0'10202'0,"0"0"-7689"0,0 0-561 16,0 0-672-16,0 0-760 15,0 0-112-15,0 0 65 0,16 80-129 16,0-52-120-16,3 0-72 16,1-1-136 15,5 1 88-31,-1-1-104 16,-1 3 16-16,-3-2-8 0,0-3 64 15,-4-2-72-15,0-5-48 16,-8-4-48-16,0-5 0 0,-8-3 48 15,0-2-8-15,0-1-40 16,-8 0 0-16,-16 1 96 0,-9-4 8 31,-6 0 40-31,-1 0 72 16,-3 0 16-16,7 0 32 0,0-4-96 16,12-2-8-16,8-4-64 15,8 4 0-15,4-7-232 16,4 1-360-16,0-12-321 0,16 7-959 15,4-3-3833-15</inkml:trace>
  <inkml:trace contextRef="#ctx0" brushRef="#br0" timeOffset="16472.42">6076 12951 8001 0,'0'0'7522'0,"0"0"-5698"16,0 0-231-16,0 0-401 16,0 0-456-16,0 0-296 15,115-23-232-15,-71 14-104 0,-8 2-104 32,-4 0-168-32,-4 2-464 15,-4 5-256-15,-5 0-777 0,-2 0-3168 16,-6 5-4433-16</inkml:trace>
  <inkml:trace contextRef="#ctx0" brushRef="#br0" timeOffset="17125.08">6658 13065 10402 0,'0'0'3825'0,"0"0"-3321"16,0 0 664-1,0 114 88 1,0-70-608-16,0-2-288 0,0-1-136 16,0-9-120-16,0-3-32 15,0-7-16-15,0-10 8 0,0-2-56 16,0-7-8-16,0-3 0 15,0 0 113-15,0-6-9 0,0-16-48 16,0-10 8 0,0-3-64-16,0-6 8 15,0-3 0-15,-4-4-8 16,0 3 8-16,4 4 8 0,0 6 56 16,0 6-24-16,0 7 16 31,0 9 80-31,0 7 96 0,0 6-120 15,0 0-120-15,0 0 0 16,0 13 56-16,0 0 16 0,4 2-64 16,0-2 40-16,4 0-32 15,-1-7-8-15,2-2-8 47,3-4 8-47,3 0 48 0,-2 0-56 16,7-14 0-16,-5-4-72 15,5-1-8-15,0-4-56 16,-4 5 88-16,5 4 40 0,-6 5 0 16,-7 9-8-16,4 0-32 15,0 12 48-15,-6 17 312 0,4 9 40 32,-2 7 128-32,-4-4-208 0,0-4 0 15,3 0-128-15,-2-10 24 16,-2-1-120-16,-3 0-48 0,5-4-88 0,-5-3-312 0,4-4-272 15,3 5-512-15,2-4-809 0,-1-8-3128 16</inkml:trace>
  <inkml:trace contextRef="#ctx0" brushRef="#br0" timeOffset="17796.92">7522 13159 8009 0,'0'0'8122'16,"0"0"-6058"-16,0 0-143 0,0 0-121 16,0 0-688-1,0 0-383-15,-3 0-1 16,3 0-144-16,0 0-184 0,0 0-248 15,0 0 16-15,0 0-32 16,0 0-32-16,0 0-8 16,0 0-8-16,0 0-40 0,0 0-48 15,0 0 8 1,0 0 40-16,0 0-40 16,0 0 0-16,0 0 0 0,0 0 48 15,0 0-56-15,0 0 0 16,0 0 0-16,0 0-168 15,0 0-240-15,0 0-184 0,0 0-184 32,0 0 80-32,0 0 119 0,0 0-79 15,0 0 240-15,0 0 80 16,0 0 232-16,3 0 32 16,-3 0 56-16,0 0 16 0,0 0 56 15,0 0-40-15,0 0 88 31,0 0-40-31,0 0-56 0,0 0 0 32,0 0-8-32,0 0-112 15,0 0-640-15,-3 10-976 16,-1 0-3674-16</inkml:trace>
  <inkml:trace contextRef="#ctx0" brushRef="#br0" timeOffset="20314.3">8320 13072 624 0,'0'0'4769'32,"0"0"-2745"-32,0 0-47 0,0 0 127 15,-8 0-480-15,8 0-439 16,0 0-289-16,-4 0-192 0,-1 3-96 16,5 12-184-16,-3 11 144 0,3 5 8 31,0 1-144-31,0-1-135 15,8-2-113-15,7-3 24 0,2-8-32 16,3-8-56-16,-5-3-64 0,6-7 40 16,-1-3-16-16,3-19 40 15,-3-7-56 1,1-3-16-16,-6-3-40 16,-2-3 56-16,-10 1-56 15,-3-2 0-15,0 0 64 0,-16 5-56 16,-7 2-8-16,-5 6 128 15,-9 8 112-15,-2 7-48 16,-6 9 112 0,2 2-144-16,3 16-160 15,5 19-8-15,3 6-88 0,19 10-264 16,9 0-280-16,8 18-496 16,24-12-1473-16,0-15-3504 0</inkml:trace>
  <inkml:trace contextRef="#ctx0" brushRef="#br0" timeOffset="20970.53">8727 13186 6449 0,'0'0'7714'0,"0"0"-6530"15,0 0-272-15,0 0 384 0,0 0-496 16,0 0-319-16,0 0-185 15,0 114-112-15,0-88-72 16,0-1-40-16,0-4-64 0,0-1 0 16,0-4-8-1,0-6-64-15,0-1-64 16,0-3-168-16,0-3-97 0,0-3-175 16,0 0-104-16,0 0-264 15,0 0-560-15,0 0-1169 16,0 0-2856-16</inkml:trace>
  <inkml:trace contextRef="#ctx0" brushRef="#br0" timeOffset="28606.34">9033 12884 336 0,'0'0'6609'16,"0"0"-3528"-16,0 0-1865 0,0 16 96 15,0-16-184-15,4 5-375 47,-4 2-217-47,0 3 88 0,0 7 40 16,0 1-136-16,0 5-56 15,0 1-152-15,4 5 48 16,0-4-232-16,5 1-24 0,-2-1-112 16,5-6 8-16,1-2 80 15,-3-5-80-15,4-5-8 0,1-5 8 16,2-2-16-16,2 0-72 16,-4 0 24-16,5-12 56 0,0-8-80 15,-3-5 80-15,-5-3-8 0,-1-1 8 16,2-6 64-16,-13 1-64 15,0 2 56-15,0 0-56 0,0 0 0 16,-17 4 80-16,-2 5 8 16,-5 5 104-1,0 1 177-15,0 8-81 16,-4 6-56-16,5 3-224 0,-1 0 8 16,-1 0-16-16,1 12-232 15,0 8-489-15,5 14-639 16,-1-5-1344-16,8-4-4130 0</inkml:trace>
  <inkml:trace contextRef="#ctx0" brushRef="#br0" timeOffset="29371.91">9628 13104 10506 0,'0'0'2440'0,"0"0"-487"16,0 0-337-16,0 0-680 0,0 0-416 16,0 0-192-16,0 0-8 15,4-128-23 1,-4 93-49-16,0-1-104 0,0 9-64 16,0-5-8-16,0 9-64 15,0 4 8 1,0 7-8-1,0 6 0-15,0 2 0 0,0 1 40 16,0 3-48-16,0 0-8 0,-4 0-112 16,4 10 24-16,0 9 88 0,-5 9-40 15,5 7 48-15,0-1 0 16,0 2-8-16,0-4 8 16,0-4 0-1,0-3-8-15,5-2-240 16,3-7-241-16,3-4-423 0,6-12-896 15,-3 0-2585-15,6 0-3809 0</inkml:trace>
  <inkml:trace contextRef="#ctx0" brushRef="#br0" timeOffset="29809.39">9855 12846 6769 0,'0'0'6105'15,"0"0"-4977"1,0 0-95-16,0 0-297 16,0 0-432-16,0 0-192 15,0 0-96-15,0 0 112 0,114-10-32 16,-97 10-88-1,-1 0 0-15,-9 14 88 16,3 4 208-16,-10 5 32 16,0 2 192-16,0 0 8 0,-13 0-80 15,-7-3-63-15,3 1-25 16,2-1-24-16,7-6-184 0,4-7-72 31,1 5-24-31,3-5-64 0,0 0 8 16,0-2-8-16,7 2 48 15,1-6-48-15,7 1-104 16,6-4-56-16,-2 0-96 0,2 0-264 16,-1 0-353-16,12-4-439 31,-9-8-1400-31,2-1-3194 0</inkml:trace>
  <inkml:trace contextRef="#ctx0" brushRef="#br0" timeOffset="30220.92">10249 12798 10298 0,'0'0'2752'0,"0"0"-927"16,0 0-337-16,0 0-840 15,8 16-24-15,4 3-120 0,8 7-120 16,-4-5-31-16,4 4-113 0,-4-2-80 16,4 3-112-16,-1-4-32 15,-2 0 72 1,-6-6-80-16,2-1-8 16,-1-1 0-16,-9-8 0 31,1 0 0-31,-4-6 0 0,0 3-48 15,0-3 48-15,0 0 8 16,-15 0 56-16,-9 0 96 0,0 0 8 16,-8 0-96-16,0 0 96 15,4 0-88 1,3-6-80-16,10 0 0 16,4 3-48-16,6-4-256 0,5 4-312 15,0-9-937-15,9-1-959 16,2 0-3546-16</inkml:trace>
  <inkml:trace contextRef="#ctx0" brushRef="#br0" timeOffset="30483.35">10249 12798 8145 0,'0'0'5345'0,"0"0"-3592"0,0 0 327 16,0 0-688-16,0 0-703 16,0 0-377-16,0 0-168 0,0 0 40 15,0 0-120-15,116-67-64 32,-101 65-8-32,6 2-272 15,-10 0-400-15,6 0-785 0,-10 0-2704 16,2 0-4232-16</inkml:trace>
  <inkml:trace contextRef="#ctx0" brushRef="#br0" timeOffset="30903.33">10688 12637 8329 0,'0'0'6074'16,"0"0"-5026"-16,0 0 48 31,0 0 144-31,0 0-352 0,0 0-311 16,4 138-41-16,-4-95-216 15,0-2-152-15,0 0-72 16,0-7 8-16,0 1-56 0,4-6 0 15,0-1-32-15,4-5-16 16,-1-7 8-16,2-4-8 0,3-2 8 16,0-4-8-16,2-2 96 31,12-4-80-31,2 0-16 16,-1 0 0-16,5 0 40 0,4-4 24 0,-4-2-64 0,4 0 8 15,-8 0 48-15,-4 3-48 0,-9-1 0 16,-2 1 0-16,-9 3-16 31,-4 0-160-31,0 0-440 16,0 0-857-16,0 3-2519 0,0 4-9147 15</inkml:trace>
  <inkml:trace contextRef="#ctx0" brushRef="#br0" timeOffset="32696.76">2078 14277 2896 0,'0'0'4841'0,"0"0"-3176"15,0 0 655-15,0 0-504 0,0 0-703 16,0 0-457-16,0-24-56 16,3 11 80-16,4-3-56 15,7 0-152-15,-7-4-88 16,9 2-112-1,-7-1-32-15,2 0-15 16,-3 6-121-16,1-1 40 0,-2 2-72 16,1 3-24-16,0-4 56 15,0 6-56 1,-4 2-40 0,0 1-8-16,0 4 0 0,0 0-80 15,5 7-24-15,-2 15 104 16,5 16 88-16,4 6 72 0,0 11-32 15,-5-6-24-15,6-1-16 16,-10-7-32-16,6-9-40 0,-5-9 56 16,-5-7-64-1,1-4 8 1,0-12 40-16,-4 0-40 0,4 0 136 16,-4 0-24-16,0-15-112 0,0-7-8 15,0-7 64-15,5-2-72 16,-1-1 0-16,0-4-112 0,-1 5 16 31,5-3 40-31,1-2-40 16,6 1 0-16,-3 3 0 0,0 7 96 15,0 5-112-15,1 6 56 16,-6 14 0-16,1 0-16 16,-1 5 24-16,2 24 48 0,7 9 80 15,0 6 48 1,0 2-48-1,0-5 56-15,-1-4-16 0,-2-9-8 16,2-4-16-16,-6-9-80 0,-2-2-8 16,2-4 0-16,-6-2-8 15,4-4-8-15,3 3-184 16,-2-3-104 0,-1 0-248-16,6 1-649 15,-2-4-1127-15,0 0-4106 0</inkml:trace>
  <inkml:trace contextRef="#ctx0" brushRef="#br0" timeOffset="33071.74">2847 14322 11442 0,'0'0'2865'0,"0"0"-1497"0,0 0-488 15,0 0-352-15,0 0-40 16,0 0-88-16,15 133-8 0,-6-91-216 15,-5-4 17-15,2-3-97 0,4-6-88 16,-6-4-8 0,0-6 0-1,0-7-337-15,3-2-311 0,-3-10-560 16,1 0-976-16,3-6-2177 16,-4-10-784-16</inkml:trace>
  <inkml:trace contextRef="#ctx0" brushRef="#br0" timeOffset="33290.48">2839 14449 5249 0,'0'0'4080'0,"0"0"-1719"15,0 0-113-15,0 0-895 16,0 0-721-16,0 0 184 0,0 0-120 16,80 0-224-16,-44 0-104 15,3 0-192 1,1 0-48-16,-4-3-64 15,0-6-56-15,-9 2-8 16,-3 2-208-16,-8 0-208 0,1-1-280 16,-9 3-552-16,-4-3-592 15,-4-1-2009-15,0-2 560 0</inkml:trace>
  <inkml:trace contextRef="#ctx0" brushRef="#br0" timeOffset="33540.47">3102 14268 2832 0,'0'0'1824'0,"0"0"105"0,0 0 655 16,0 0 9-16,0 0-753 16,0 0-839-1,0 0-417 1,0 0 112 0,-24 50-8-16,24-9-96 15,8 1-184-15,0-4-72 0,4-2-112 0,-4-4-120 16,0-4-32-16,3-2-64 15,-2-11-8-15,-1-2-360 0,-1-1-664 16,2-9-1144-16,-2 1-3290 31,-2-4-3846-31</inkml:trace>
  <inkml:trace contextRef="#ctx0" brushRef="#br0" timeOffset="33954.99">3277 14452 9874 0,'0'0'4032'0,"0"0"-3223"0,0 0-297 16,0 0-144-16,0 0-40 15,0 0-128-15,0 0-56 0,92 10-32 16,-76-4-40 0,-4 1-64-16,-5 1 0 15,-2 9 96-15,-5-1 216 16,0 3 80-16,0 0 24 0,-5 3 48 16,-6 1-32-16,3-4-47 15,-4-1-89-15,12-2-96 0,-4 0-80 16,4-2-72-1,0-3-40-15,4-4 40 16,8 2-48-16,3-5 8 16,2-4-16-16,-6 0-80 0,10 0-248 15,-6 0-328-15,5 0-433 16,0-13-967 0,-8 0-3385-1,1-2-4097-15</inkml:trace>
  <inkml:trace contextRef="#ctx0" brushRef="#br0" timeOffset="34752.78">3564 14270 912 0,'0'0'10730'0,"0"0"-7865"15,0 0-353-15,0 0-976 0,0 0-847 16,-3-8-425-16,-1 16 8 31,-1 12 0-31,1 3-96 16,-4 2-8-16,8-4 8 0,0 6-40 16,0-8-128-16,0 1 56 15,8-3-56-15,8-4 8 0,12 3 32 16,-3 0-48-16,3 0 0 15,-1 0 8-15,-3-3 8 16,0-1-8-16,-10 2 40 0,0-5-48 16,-10 0 0-16,-4 1-96 0,0-1 80 15,0 0-32-15,-21 1 48 16,5 0 56 0,-7-1-48-16,-1-6 40 15,4 1-8-15,0-4-40 16,4 0-96-16,8 0-88 0,4 0-8 15,4 0-128-15,0-4-328 0,0-5-225 32,4-4-151-32,9 0-480 15,6-5-593-15,5-4-607 0,-9 2-217 16,6-2 585-16,-5 0 687 16,-4 5 1569-16,-2 3 80 0,0 0 1409 15,-10 8 983-15,4 2 529 31,-4 4-609-31,0 0-943 0,0 20-385 16,4 1-152-16,3 3-352 16,2 1-128-16,3-6-112 0,4-7-56 15,3-3-16-15,1-5 48 16,5-4-16-16,3 0-80 31,-1-6-64-31,6-13 16 0,-10 0-64 16,-3-6-8-16,-5 1 16 15,-2 0-8-15,-9-5 89 0,-4 0-9 16,0 1 0-16,0-3 80 16,-20 2 56-16,-4 0-32 15,-4 3 96 1,-3 8 40-16,-1 7 40 0,-5 11-368 16,5 0 64-16,0 24-152 15,8 7 56-15,5 10-112 0,6 4-280 16,13 12-472-16,0-13-945 15,13-8-4344-15</inkml:trace>
  <inkml:trace contextRef="#ctx0" brushRef="#br0" timeOffset="35240.98">4178 14389 10594 0,'0'0'3136'0,"0"0"-1591"16,0 0-305-16,0 0-168 15,0 0-392-15,4 82-232 0,5-50 17 16,-3-6-113-1,11-4 32-15,-5-1-256 16,8-4-48-16,0-7-16 0,4-5 40 16,4-5-56-16,0 0-48 15,0 0-200-15,-9-3-136 0,5-15-232 16,-3-4 31-16,-11-1 57 0,-1 1 240 16,-9-4 136-16,0 2 104 15,0 0 48-15,-4 2-40 0,-7 7 144 16,3 8 168-16,-5 4 121 15,6 3-217-15,-1 6-24 16,3 23 16-16,1 7 128 0,4 7-48 16,0 9-24-16,0-5-8 0,4 0-160 15,9-2-32-15,-2-4-72 16,2-9 0-16,-6-4-8 31,5-3-168-31,-8-5-232 0,1-8-448 16,-1-2-457-16,-4-10-1671 15,0 0-5106-15</inkml:trace>
  <inkml:trace contextRef="#ctx0" brushRef="#br0" timeOffset="35522.21">4908 14425 8993 0,'0'0'6250'0,"0"0"-4786"0,0 0 136 16,0 0-543-16,0 0-481 31,0 0-304-31,127-42-152 15,-103 38-64-15,-4 1-56 0,-4 0-80 16,-4 3-184-16,-4 0-320 0,0 0-545 16,-4 0-807-16,-4 0-3713 0</inkml:trace>
  <inkml:trace contextRef="#ctx0" brushRef="#br0" timeOffset="35787.83">4900 14544 11866 0,'0'0'2104'0,"0"0"489"0,0 0-849 0,0 0-831 15,0 0-369-15,127 4-224 16,-91-4-104-1,-4-4-144 1,-4-2-72-16,-4 3-120 0,-13 3-432 16,6 0-705-1,-13 0-1663-15,0 0-4842 16</inkml:trace>
  <inkml:trace contextRef="#ctx0" brushRef="#br0" timeOffset="41205.82">5968 14103 200 0,'0'0'584'16,"0"0"5857"-16,0-10-3952 0,0 8-857 15,0-1-144-15,0-1-223 16,0 1-433-16,0-1-168 0,0-2 16 15,0 6 0-15,0-3 64 16,0 3-24-16,0 0-151 0,0 0-129 16,-8 0-168-16,1 16-176 0,-3 5-80 15,-5 15 112 1,-1 8-32-16,1 4-16 0,6 6 56 16,1-3-32-16,0 2 0 31,8-5-16-31,0-7-88 0,0-2 8 0,16-7-8 15,-1-11-72 1,10 2 8-16,0-14-24 0,2-2-16 16,1-7-64-16,3 0 88 0,1-7 24 0,-4-8 48 31,0-7 8-31,-8 3-40 16,-8-7 40-16,-3 1 0 15,-9 3 56-15,0-4-40 0,0 4 32 31,-17 3 32-31,-3 2 16 0,-3 9-16 16,-5 1 168-16,0 7-64 16,-4 0-64-16,0 22-112 15,8 10 8-15,3 0-16 0,10 3-8 16,7-3-240-16,4 0-280 16,25-4-528-16,2-6-1049 0,1-6-4672 0</inkml:trace>
  <inkml:trace contextRef="#ctx0" brushRef="#br0" timeOffset="41502">6446 14376 680 0,'0'0'11706'0,"0"0"-9113"16,0 0-1025-1,0 0-344-15,0 0-656 16,0 0-208 0,-48 114-79-16,48-85-97 15,0-7-128-15,0 0-56 16,0-2-120-1,0-2-529-15,7 5-983 0,-1-7-2329 0,2-4-2736 0</inkml:trace>
  <inkml:trace contextRef="#ctx0" brushRef="#br0" timeOffset="41973.73">6510 14084 10930 0,'0'0'4265'16,"0"0"-2929"-1,0 0-216-15,0 0-712 0,0 0-296 31,0 0 136-31,56-9 32 0,-28 9-135 16,0 0-49-16,-5 0-88 16,-2 0 40-16,-1 16-48 0,-10 2-80 15,-1 7 80-15,-5 5 8 0,-4-2 128 0,0 4 16 16,-15-3 40 0,-3-5 8-1,4 6 0 1,2-5-40-16,-4-3-48 0,8-3-48 0,8-3-64 15,0-4 0 1,0-2-64-16,4-3 8 0,16-5-72 0,3-2 128 16,5 0 0-1,4 0 0-15,0-6 0 0,-4-3-56 0,0-1-112 16,-8 4-88-16,-4 0-328 31,-4 6-849-31,-4 0-3400 16,-8 0-6673-16</inkml:trace>
  <inkml:trace contextRef="#ctx0" brushRef="#br0" timeOffset="42377.36">6976 14109 4640 0,'0'0'2513'0,"0"0"5689"16,0 0-5890 0,0 0-855-16,0 0-817 15,0 0-432-15,0 0-80 0,0 0 64 16,0 0-32-16,-7 112-24 16,23-84-40-16,3 0-48 0,2 2-48 15,-1-5 0 1,3-3-8-1,-7-3 8-15,0-1-96 16,0-4-24-16,-4-5-72 0,-3 2 96 16,-6-6-8-16,-3-1 8 0,0-1 88 15,0-3 8-15,-8 2 40 0,-16-2 40 32,0 0 56-32,-4 0-16 15,-3 0 16-15,6-9-48 16,5-1-8-16,5 4-80 0,7 0-168 15,4-1-256-15,4 7-480 0,0 0-1129 16,-6 0-4128-16</inkml:trace>
  <inkml:trace contextRef="#ctx0" brushRef="#br0" timeOffset="42627.35">6944 14122 160 0,'0'0'6017'0,"0"0"2105"16,0 0-6058 0,0 0-288-16,120-72-623 0,-88 52-497 15,0 8-376-15,-8-2-192 16,-4 5-88-16,-4 9-24 15,-8 0-392-15,-5 0-480 0,-3 6-1089 16,0 11-2104-16,0-5-2752 16</inkml:trace>
  <inkml:trace contextRef="#ctx0" brushRef="#br0" timeOffset="42908.58">7443 14249 13066 0,'0'0'3881'0,"0"0"-2040"15,0 0-9-15,0 0-272 31,0 0-344-31,0 0-479 16,0 0-513-16,0 0-224 0,0 0-72 16,0 0-600-16,0 0-537 0,0 0-351 15,0 0-344-15,-4 0-5106 0</inkml:trace>
  <inkml:trace contextRef="#ctx0" brushRef="#br0" timeOffset="43299.18">7818 14246 7041 0,'0'0'9010'16,"0"0"-7178"-16,0 0-631 15,0-109-465-15,0 75-384 16,0-5-168-16,3 5-72 0,1 3-16 16,-4 4-80-16,0 9 64 0,0 2 8 15,0 7 32-15,0 6-112 16,0 3-8-16,0 0 0 16,0 0-8-16,0 15-56 0,0 16 64 31,0 15 112-31,0 7-8 15,4 5 64-15,5-2-24 0,-1 2-88 16,3-7 0-16,-2-7-56 16,-1-6-208-16,3-6-240 15,2-3-360-15,-2-11-489 0,-3-2-2511 16,-4-12-3954 0</inkml:trace>
  <inkml:trace contextRef="#ctx0" brushRef="#br0" timeOffset="43689.78">8081 14132 1040 0,'0'0'11306'0,"0"0"-8449"0,0 0-1481 16,0 0 24-16,0 0-607 31,0 0-273-31,8 114-112 0,3-85-192 15,-2-4-56-15,7-3-96 16,4-6-64-16,-5-4 0 0,5-5 0 16,5-5-48-16,-6-2-24 15,5 0 64-15,0-5-8 16,0-11-56-16,-4 0 64 0,0-6-8 47,-9-1 8-47,-2 1 8 15,-9 0 0-15,0 1 48 0,0-6 96 16,-12 6-48-16,-9-6 184 16,-6 6 72-16,-1 5 40 15,-7 7 8-15,-2 6 56 0,1 3-392 16,4 12-64-16,1 13-192 0,5 10-384 16,12 17-352-16,9-9-472 0,5-8-4042 15</inkml:trace>
  <inkml:trace contextRef="#ctx0" brushRef="#br0" timeOffset="44002.28">8344 13880 4152 0,'0'0'7570'15,"0"0"-2393"-15,0 0-4017 0,0 0-95 32,0 0-409-32,0 0-240 15,0 0-72-15,63-2-176 0,-39 2-160 16,0-7-8-16,-7 7-240 15,2 0-360-15,1 0-969 16,-8 0-3232-16,-8-3-7033 0</inkml:trace>
  <inkml:trace contextRef="#ctx0" brushRef="#br0" timeOffset="44628.25">8647 13713 12194 0,'0'0'2497'16,"0"0"-1497"-16,0 0-120 16,0 0-24-16,0 0-144 0,0 0-256 31,0 0-39-31,115 34-129 16,-94-24-184-16,-2-1-8 0,-7 4-24 15,-4-3-72-15,-8 2 0 16,0 1 120-16,0 7 0 15,-20-8-24-15,-7 0-8 0,3 1 24 16,3-6-96 0,6-5 56-16,6 1 0 15,5-3-72-15,4 0 0 0,0 0-72 16,0 0-24-16,8 0-8 16,9 0 96-16,3 0 0 15,3 0-80-15,5 0 32 16,-4 11-32-16,-1 7 80 15,2 1-104-15,-10 8 72 16,2 1 40-16,-14-3 64 16,-3 0-8-16,0 1 88 0,-15-4 24 15,-13-1 96-15,-4-4 40 16,0-5-24 0,0-2 0-16,8-7-112 31,9-3-120-31,3 0-48 15,7 0-368-15,5 0-504 0,5 0-1425 16,7-6-8913-16</inkml:trace>
  <inkml:trace contextRef="#ctx0" brushRef="#br0" timeOffset="46395.34">8830 14483 24 0,'0'0'16'15,"0"0"40"-15,0 0-8 31,0 0-48-31,0 0 0 0,0 0-128 16,24-3 113-16,-28 13 15 16</inkml:trace>
  <inkml:trace contextRef="#ctx0" brushRef="#br0" timeOffset="47527.5">8830 14483 6049 0,'104'-94'2096'0,"-100"84"-607"16,0-3 31-16,4 4-424 31,0-1-424-31,4 1-64 16,-8 0 65-16,3 2-49 0,-3 3-24 16,1 4-160-16,-5-2-40 15,0 2-144-15,0 0-136 0,0 0-48 16,0 0 136-16,0 0 32 15,0 0 160-15,0 0 72 16,0 0 40 0,0 0-63-16,0 0-25 15,0 0-56-15,0 0-80 0,0 2-72 16,0 9 8-16,0-2 16 16,0 7-32-16,4-4 8 31,4 5-8-31,-1 1-88 0,-3-1-32 15,1 2-40-15,3-4-32 32,-4-1 64-32,-4-2-80 0,3-7 0 15,-3 2 8-15,4 0-8 16,-4-7-16-16,0 0-64 0,4 0 16 16,-4 0 8-16,0 0 48 0,0 0-112 15,0-7 120-15,0-8 0 16,0-8-40-16,0-2 32 0,0-4 8 15,9-3-16-15,2 1-80 16,1 3 48-16,8 2 0 16,-3 7 0-16,-2 3 40 15,2 10-104-15,-10 6 104 32,5 0-88-32,0 9 48 15,0 17 48-15,-1 6 8 0,-2-1 40 16,2 4-40-16,-3-7-8 15,-4-4 0-15,1-7 8 16,-1-7 40-16,-4-3 32 0,0-4-80 16,0-3 8-16,4 0 8 0,0 0 128 15,-4-13-144-15,7-6-72 16,-3-6-16-16,5-7 16 31,-1 1-64-31,3 2 0 0,2 6 8 16,-5 8 112-16,-1 5-40 15,-3 10-24-15,1 0-80 0,3 3 56 16,-4 19 104-16,3 1 0 31,-3 6 120-31,0-5-112 16,5-1 56-16,-5-7-56 0,2-1 8 16,-1-8-16-16,-1 0 8 0,5-4-16 15,-2-3-56-15,1 0-40 0,-1 0 16 16,6-7 16-16,-1-5 8 15,1-1-56 1,-2-3-48-16,-7 3 40 16,3 3-40-16,-3 8 120 15,-4 2 48-15,5 0-64 0,-5 0-72 16,8 12 136-16,0 1 0 0,4-4 48 16,4 1-48-16,0-4 8 31,0-6 144-31,4 0-80 15,-5 0 16-15,6-3-80 0,-6-10 112 16,-2-2-112-16,-2-4-8 16,-7 0 0-16,1-8 72 0,-5 6-56 15,0-6-16-15,-9 3 72 16,-10 2 24-16,-1 3-16 0,-1 6 160 31,-2 6-72-31,-1 7-168 31,4 0 0-31,-4 20-72 16,4 11 24-16,0 10-232 0,4 4-296 16,3-1-529-16,10 4-1071 15,3-10-2385-15,0-15-3193 0</inkml:trace>
  <inkml:trace contextRef="#ctx0" brushRef="#br0" timeOffset="47824.36">9791 13852 14091 0,'0'0'1736'0,"0"0"-352"15,0 0 193-15,16 147-593 32,-4-96-352-32,-1-1-288 0,6 1-112 15,-6-4-232-15,6-2-8 16,-9-1-448-16,-8 11-352 0,0-14-1121 16,-4-6-5072-16</inkml:trace>
  <inkml:trace contextRef="#ctx0" brushRef="#br0" timeOffset="51092.36">1444 13766 24 0,'0'0'104'0,"0"0"-88"0,0 0 5689 15,0 0-4377-15,0 0-160 32,0 0 585-32,0 0-329 15,24-16-624-15,-24 16-200 16,4 7 0-16,-1 9 481 0,5 12-41 16,1 5-160-16,-1 11-176 15,-5 4-40-15,0 5-256 0,2 4-64 16,4 0-31-16,-5 4-65 31,3 2 24-31,1-3-120 0,-4 1-80 16,9-1 24-16,-10-3-80 15,4 0 40-15,2-6-48 16,0 0 40-16,-6 0-40 0,5-7 0 16,0-2 0-16,1-4 0 15,-2-3 0-15,1-1 0 16,0-2 0-16,-4-6-8 0,0 3 8 15,0-8 0-15,-4-1-8 16,4-4 0-16,0 2 0 0,0-8-8 16,0 6-64-16,-1-7 64 15,-3 5 0-15,4-5-64 16,1-3 64-16,-5 7-88 0,4-10 48 16,0 4 0-16,0-2-8 15,0 2 8-15,0-4-88 0,-1-3 40 31,6 7 40-31,-1-7 32 16,7 3 16-16,2-3 8 16,3 3 0-16,3 0 0 0,10-3 0 15,6 0 8-15,1 0 0 16,4 0 8-16,4 0-8 0,0 0 8 31,-2 0-8-31,3 0 0 16,-1-3 32-16,0 0-40 15,-1 3 0-15,5-3 0 0,0-4 0 16,4 4 0-16,0-4 0 16,4 2 8-1,-6-2-8-15,6 1 8 16,6-1-8-16,-3 0 0 16,-3 2 8-16,0-1-8 15,0-1 0-15,0 0 0 0,-5 4 0 16,1 0 0-16,-4 0 8 15,4 0-8-15,-5 0 0 0,1 0-8 16,4-4 16-16,-4 7-8 16,-1-5 8-16,5 0-8 15,-4 3-8-15,4-2 0 0,0-2 8 16,4 0 40-16,-5 2-40 16,1 4 0-16,-1-7 0 0,2 7 0 31,-1-3-8-31,-4 3 0 15,-1-2 8-15,4-5 0 16,2 4 0-16,3-3 0 0,3 2 0 16,-3-1-8-16,4-2 8 15,0 7 0-15,-5-7 0 0,5 7 0 32,-4-2 0-32,0-5 8 31,0 7-8-31,-1-6 0 0,4 3 8 15,2-1-8-15,3-2 0 16,0 3 0-16,2-4 0 16,-1 5 0-16,-1 2 0 0,0-3 0 15,-2 3 0-15,3-4 0 16,-5 4 0-16,-1 0 48 16,-3 0-48-16,5 0 0 0,-5 0-8 15,3 0-40-15,-3 0 48 16,-5 0 0-16,5 0 0 0,0 0 0 31,0 0 0-31,-1 0-8 0,1 0 8 0,0 0-16 16,0 0 8-16,-4 0-8 0,-4 0 8 15,4 0 0-15,-5 0 0 16,5 0 0 0,-4 0 8-16,8 0-8 15,0 0 8-15,3 0-8 16,5 0 8-16,-4 0 0 15,3-3 0-15,2 0-8 0,-2-1 8 32,-3 4-8-32,3-6 8 0,-3 6-8 15,0-3 8-15,-4 0-8 16,4 0 8-16,0 0-16 31,-4 3 16-15,3-4 0-16,-3 4 16 0,4 0-16 15,-4 0-16-15,3-3 16 16,1 0 0-16,-4 3 16 0,0-4-32 16,3 1 16-16,-4 3 0 15,1-2-8-15,0-2 8 16,0 4 8-16,4 0 8 0,0 0-16 16,-1 0 0-16,-3 0 0 15,4 0 0-15,0 0 0 16,0 0 8-16,0-3 0 0,0 3-8 15,0-6 8-15,-4 6-8 16,-1-7 0-16,-3 4 0 0,-1-1 0 16,1 2 16-16,0 2 40 15,0 0-48-15,-4 0-8 16,-1 0 0-16,-2 0-32 16,-2 0 32-1,1 0 16-15,-3 0-8 16,-6 0 0-16,-3 0-8 0,3-3 0 15,-7 3 8-15,0-4-8 16,0 4 0-16,-8 0 0 16,0-2 8-16,0 2-8 15,-8 0 0 1,0-3 8-16,0 3-8 16,-4 0 0-16,-4 0 0 0,0-4 0 15,-5 4 0-15,2 0 8 16,-1-3 0-16,0 3-8 15,-4 0 8-15,0-4 8 0,4 4 56 16,-4-3 0 0,0 0 16-1,4 0-40-15,-4-6 0 0,0-1 0 16,0-6 88-16,0 0-56 16,0-3 24-16,-8-7-16 15,0 2-32-15,3-8-56 0,-6-4 0 16,3 2-8-16,0-4-48 15,0-4 8-15,-4-2 0 16,-1-4-24 0,-2 0 56-16,-1-5-32 15,0 2 32-15,0-3-32 16,1-4 40-16,-7 1 8 0,8 1 0 16,-3-2 0-16,6 1 0 15,-7 3-8-15,8 3 0 0,2 4 8 16,-1 6 8-1,2 3 0 1,-1-1 0-16,4 11 40 16,0 3-40-16,-1 2 40 0,5 7-40 15,0 1 8-15,0 2-8 16,0 0-8-16,0 3 8 0,0 1-8 16,0 2 0-16,0 1 0 15,0 3 0-15,0-3 0 16,0 3 0-16,0-4 0 15,0 2 0-15,0-2 0 0,0 0 0 16,0-3 8-16,0 1-8 0,9-4 0 16,-9 4-8-1,4-1 8-15,0 0 0 16,-4 1 8 0,4 0-8-16,-4 2 0 15,0 1 0-15,4-1 0 16,-4 2 0-16,0 2 0 15,0-4 0-15,0 7-8 0,0 0-64 16,0 0 24-16,0 0-8 0,0 0-40 0,0 0 48 16,0 0 0-1,0 3 48-15,0 6-56 16,0-2-160-16,0 2-208 16,0 2-241-16,0 1-943 0,0 0-2649 15,0-8-3649-15</inkml:trace>
  <inkml:trace contextRef="#ctx0" brushRef="#br0" timeOffset="54815.39">1451 13805 80 0,'0'0'96'0,"17"6"-96"16,-10-3 8-16,4-3 4160 15,-5 0-3607-15,2 0 631 16,-5 0-248-16,0 0-200 0,2 0 448 15,-5 0-151 1,4 0-89 0,1 0 32-16,-5 0 8 0,4 0-224 0,0 0-239 15,-1 0 183-15,5 0-136 16,-1 0-128-16,3 0-112 16,-3 0 0-16,1 0 0 0,1 0-24 15,2 0-96-15,1 0-48 16,0 0-56-1,4 0 0-15,0-3-104 16,0 3 8-16,0 0-8 16,-4 0 0-16,4 0 8 0,-1 0-8 15,2 0 0-15,-2 0 8 16,6 0-8-16,-1 0 0 0,-1 0-8 31,5 0 8-31,0 0 8 16,1 3-16-16,3 0 8 15,-5 3 0-15,1-2-8 16,0 3 0-16,0-4 16 0,-1 2-8 16,5 2 0-16,-1-4 0 0,6 0-8 15,4-3 8-15,-2 0-8 16,5 3 8 0,-1-3 0-16,2 0 0 15,2 0 0-15,-3 0-8 0,-3 0 8 16,2 0 0-16,-3 0-8 15,0 0 0-15,-5 0 8 0,-3 0-8 16,4 0 0 0,-4 0-8-16,0 4 8 15,0-4 8-15,4 0-8 16,0 0 8-16,0 0 0 0,0 0-8 16,2 0 8-16,7 0 0 15,-1 0-8 1,0 0 0-16,0 0 0 15,0 0-8-15,0 0 8 32,0 0 0-32,-4-4 0 0,3 4 0 15,1-3 8-15,0 0-8 16,4 0 0-16,-5 3 8 0,2-3 0 16,-1 3-8-16,-1 0 0 15,2 0 0-15,2-4 0 16,-2 4 0-16,-6 0 0 0,9-5 0 15,-5 5 0 1,-2-3 0 0,2-4 8-16,-3 7 8 0,0-4-16 15,1 2 8-15,-2-2 0 0,1 1-8 16,3 0 0-16,-3 0 0 16,5 0 8-16,-6-1-8 0,5 1 0 15,-4 1 0 1,0-5 8-1,0 7-8-15,0-7 0 16,-1 7 8-16,-3-3-8 0,0 0 0 0,0 0 0 16,0 3 16-16,-1-3-16 15,5-1-16-15,1 4 16 0,-1 0 0 16,-1-2 0-16,5-3 16 31,-3 5-16-31,2-2 0 0,1-1 0 16,-5-1 8-16,2 1-8 15,-5 3 0-15,4-2 0 0,-1-2 8 16,1 4-8-16,4 0 8 16,-4-3 0-16,4 0-8 31,-1 0 8-31,2 0-8 0,-1 3 0 16,-1 0 0-16,2 0 8 15,-2-4 0-15,1 4-8 0,-1 0 0 16,2-3 0-16,-5-1 0 15,3 4 0-15,-3-2 8 16,4-1-8 0,-4-1 8-16,0 1-8 15,-4 3 8-15,2-2 32 0,-1 2-40 16,-1-7 0-16,4 7 0 0,-4-7 0 16,4 4 0-16,-4 0 0 15,0 0 0 1,-4 3 8-16,4 0-8 15,-1 0 0 1,-3 0 0-16,0 0 0 16,4-4 0-16,-4 4 0 15,4 0 0-15,-4-2 8 0,4 2-16 16,-4 0 0-16,4 0 8 16,-4 0 8-16,4-3-8 15,-1-1-32-15,1 4 32 0,0-3 8 16,4 0 0-16,-1-1 0 15,0-1-8-15,-2 5 8 0,0-4 0 16,-6-2-8-16,6 6 0 31,-1-7 0-31,-4 7 8 0,3-3-8 16,-4-1 0-16,6 4 0 16,-6-3-8-16,5 1 8 0,-4-1 0 31,4-1 0-31,-4 1 0 15,0 3 0-15,0-2 8 16,0 2-8-16,-4-4-8 0,0 4 8 16,3 0 0-16,-3 0 0 15,4-3 0-15,-4 3 0 0,4 0 8 16,-4-4-8-16,4 1 8 0,-4 3-8 16,0-6 0-16,4 6 0 15,-4-4 0-15,0 4 0 16,4-5 0-16,4 5 8 15,-4-7-8 1,3 4 0-16,5 1 0 0,-4-3 0 16,0-1 0-16,0 3 0 0,-1 0 0 31,1 0 0-31,0-1 0 16,0 1-8-16,0-4 8 0,0 4 0 15,0 1-8-15,4-1 8 16,-4-4 8-16,-4 1-8 0,4 2 0 15,-4 4 0-15,-1-7 0 32,-3 7 0-32,4-2 8 0,0-1-8 15,-4 3 0-15,8-4 0 16,-4 1 0-16,0 1 8 0,0 2-8 16,0-7 0-16,-5 7 0 15,5-3 0-15,-4 3 0 47,0 0 0-47,4 0 0 0,-5 0 0 16,2 0 0-16,-1 0 0 0,0-4 0 15,3 4 0-15,-2 0 8 0,7 0-8 16,0 0 0-16,-4 0 0 16,3 0-8-16,1 0 8 15,-4 0 0-15,4 0 0 16,4 0 0-16,-8 0 0 15,7-2 0 1,-3 2 0-16,4-4 0 0,-4 4 8 16,5 0-8-16,-6 0 0 0,1 0 8 15,0 0-8-15,-4 0 0 16,4 0 0-16,0 0 0 0,0 0 0 31,-1 0 0-31,-3 0 8 0,4 0-8 16,0 0 0-16,0 0 0 15,0 0-8-15,0 0-32 16,-4 0 40-16,7 0 16 0,-3 0-8 16,-4 0-8-16,4 0 8 15,-4-3 0-15,0 3-8 0,0 0 0 32,0 0 0-32,-4-4 8 15,-1 4 48-15,1-2 8 16,-3 2-16-16,-2-3-48 0,-7 3 73 15,-4-4-65-15,0 4 40 16,-3 0-32-16,-5 0 64 16,3 0 40-16,-3 0-64 0,0 0-40 15,0 0 104-15,0 0-40 16,0 0-72 0,0 0 88-16,0 0-48 0,0 0-48 15,0 0 8-15,0 0 32 16,0 0-32-16,0-3 32 15,4 3-40-15,4-2 0 16,0-1 0-16,0 3 8 16,4-7-8-16,0 7 0 15,-4-4 8-15,-4 1 0 0,4 0-8 16,0 3 0-16,-5 0-8 16,6 0 8-16,-5-3 8 15,-4 3-8-15,4-4 8 0,0 4 0 31,0 0 8-31,-4 0 40 0,0 0-48 16,0 0 64-16,0 0 24 16,0 0-32-16,0 0-64 15,0 0 56-15,0 0-56 0,0 0-160 16,-25 0-600-16,2 0-1345 31,-5 0-6849-31</inkml:trace>
  <inkml:trace contextRef="#ctx0" brushRef="#br0" timeOffset="57204.13">14148 12493 40 0,'0'0'7985'0,"0"0"-3688"0,0 0-2424 16,0 0-241-16,0 0-448 15,0-16-472-15,0 4-184 16,0 2-128 0,0-2-15-16,0-5-41 15,0 8-120-15,4-7 48 16,-4 0-72-16,4-6-32 0,0 0-24 16,0-7-40-16,0 4-40 15,-4 0-64-15,3-1 48 0,6 8-48 31,-9-2 0-31,4 11 0 16,-4 2 0-16,0 4 0 0,0 3-80 16,0 0-64-16,0 10 40 15,0 12 96-15,0 10 8 0,0 5 96 16,0 8 8-16,4-4-40 31,4-3-56-15,-5-3-8-1,1-6 8-15,1-4 64 0,3-5-72 0,-4-5-8 16,2-2-232 0,-1 0-272-16,4-3-176 0,-1-5-401 15,-1 2-807-15,-3-1-1009 0,0-2-2064 16,5-4-1832-16</inkml:trace>
  <inkml:trace contextRef="#ctx0" brushRef="#br0" timeOffset="58323.75">14471 12252 4304 0,'0'0'2025'0,"0"0"5184"15,0 0-5384-15,0 0-593 0,0 0-288 16,0 0-568-16,0 0-184 16,44-9 8-16,-25 9 40 15,2 0-160-15,-1 9-32 0,-1 10-48 16,-2 3 145-16,-11 10 55 31,7-1 32-31,-8 5-40 0,-2-2 0 0,5-5-24 16,-4-4-160-1,0-5 40-15,-1-4 24 16,-3-11-64-16,5-1-8 0,-1-4 0 0,-4 0 0 16,4 0-8-1,0-7 8-15,4-7 56 16,0-6-56-16,0-9-72 16,-4 0-8-16,8-2-16 0,-5-1 0 15,2 1-56 1,3 4-56-16,-8 2 56 15,3 12 104-15,-7 5 48 16,0 8-16-16,0 0-128 16,0 14 144-16,0 16 0 0,0 2 120 15,0-1-72-15,0-2 40 16,0-7 16-16,0-3-32 0,0-9-64 31,9-1 40-31,-5-9-40 16,4 0 40-16,-1 0 16 15,2 0 96-15,3-12-144 0,-1-5 56 16,2-1-72-16,-2-2-96 16,6 1 40-16,-10 1-88 0,0 2-72 15,-2 3-8-15,0 3 24 32,-5 10 120-32,0 0-41 0,0 0-167 0,0 10 160 15,0 9 128 1,4 0 8-16,3 1 72 0,5-5 48 15,0-6-64-15,3-2 64 16,-2-4-120-16,7-3 161 16,-4 0-17-16,3 0-64 15,2-10-80-15,-5-2-8 16,0-4 0-16,-9 0 0 0,6-3-8 16,-9 3-72-1,-4 1 64-15,0 2 8 16,0 7 8-16,0 6-144 15,0 0 88-15,0 0-57 0,0 2 105 16,0 10-16 0,0 5 24-16,0-4 8 0,6-4 8 15,4 1-16-15,-2-4 48 0,3-3-40 32,1 0 65-32,1-3-25 15,2 3 0-15,1-3-48 0,-4 0-64 16,0 0 56-16,4 0-137 15,-4 0 49-15,4-3 48 16,-9-7 0-16,-2-5 48 0,-1-7-48 31,-4 0 48-31,0-4 8 0,0 1 0 16,-12 0 64-16,-4-1-24 16,0 3 48-16,-8 5-40 15,1 2-40-15,-1 0 41 16,-4 9 15-1,0 7-56-15,-4 0 88 0,0 4-96 0,4 18 0 32,0 4 72-32,9 11-72 0,6 2-8 0,9 5-64 0,4-3-176 31,0-3-409-31,7-3-719 16,18-6-1080-1,-1-10-2009-15,-5-6-1617 0</inkml:trace>
  <inkml:trace contextRef="#ctx0" brushRef="#br0" timeOffset="58732.78">15312 11868 208 0,'0'0'8649'15,"0"0"-4528"-15,0 0-3705 0,0 0 873 16,0 0 55-1,-8 101-352-15,8-60-120 0,0 4-23 0,4 0-217 16,4-2-144-16,3 3-112 16,2-2-160-16,-5-4-112 15,-1-1 16-15,2-4-104 0,-1-2-16 32,0-9 0-32,-1-2-240 15,2-5-256-15,-1-2-240 0,-4-5-465 16,-2-1-1271-16,-2-2-1969 15,0-7-1648-15</inkml:trace>
  <inkml:trace contextRef="#ctx0" brushRef="#br0" timeOffset="59092.14">15647 12023 360 0,'0'0'12410'15,"0"0"-10881"-15,0 0-713 0,0 0 792 16,0 0-360-16,0 0-512 15,43 144-167-15,-34-97-145 0,-1 1-232 16,-1-5-120-16,6-1-56 31,-9-4-8-31,7-6-8 0,-3-10-192 16,1-6-184-16,-2-6-329 16,1-10-535-16,0 0-864 15,-3-7-2001-15,-5-8-4881 0</inkml:trace>
  <inkml:trace contextRef="#ctx0" brushRef="#br0" timeOffset="59357.75">15601 12185 10570 0,'0'0'2336'0,"0"0"-807"15,0 0 151-15,0 0-512 16,0 0-280-16,0 0-392 15,0 0-31-15,0 0-129 16,141 33-152-16,-101-33-88 16,4-10-24-16,-8 6-64 0,0-2-8 15,-8 6 0-15,-8 0-160 16,-5 0-112 0,-3 0-152-16,0 0-321 15,-4 0-263-15,-4 0-376 16,1 0-873-16,-5 0-1591 0,0 0 887 15</inkml:trace>
  <inkml:trace contextRef="#ctx0" brushRef="#br0" timeOffset="59612.28">15950 12014 2136 0,'0'0'4929'0,"0"0"-2528"0,0 0 151 15,0 0-39-15,0 0-745 16,-18-60-648-16,18 60-632 0,-2 22-280 0,2 10 288 16,0 8-87-16,0 12-81 31,0-2-136-31,0-2 24 16,7 4-144-16,2-15 8 0,2 1-32 15,2-7-48-15,-5-2-208 0,-1-10-336 16,1 3-529-16,-4-9-1711 15,1-3-3914-15</inkml:trace>
  <inkml:trace contextRef="#ctx0" brushRef="#br0" timeOffset="60002.9">16117 12280 1032 0,'0'0'5617'0,"0"0"904"15,0 0-5336-15,0 0-561 0,0 0 136 16,0 0-232-16,0 0-248 16,123-25-8-16,-103 25-80 0,-3 0-32 15,-10 4 104-15,-3 8-8 16,-4 4-16-16,0 0 144 31,0 3 33-31,-15 3 47 16,-1 0-24-16,-5 0-168 15,9 1-56-15,1-4-16 16,1 0-56-16,10-6-104 0,0 2-40 16,0-5 0-16,0-4 0 15,18 5-48-15,1-9-104 0,1 1-136 31,4-3-48-31,-4 0-352 16,9 0-657-16,-6-9-2528 0,-7-7-5024 16</inkml:trace>
  <inkml:trace contextRef="#ctx0" brushRef="#br0" timeOffset="60801.44">16500 11982 12650 0,'0'0'2713'16,"0"0"-545"-16,0 0-863 16,0 0-521-16,0 0-488 0,-65-25-224 15,55 25-64-15,-3 9 8 0,1 7-16 16,0 0 8-16,4 3 0 15,4 1-8-15,4-6-48 0,0 6 48 16,8-1-48-16,12 0-80 16,4 3 128-16,3 1 8 0,1-1-8 15,3 6 8-15,-2-2 32 32,-9 3-32-32,5-8-8 0,-14 2 8 15,-7-1-8-15,-4-6 0 16,0-6 0-16,-19 2 88 0,-10-6-32 15,-2 1 0-15,-5-3-8 16,3-4-40-16,6 0 8 31,3 0-16-31,12 0 0 0,4-4-96 16,8 1-72-16,0-4-80 16,0-3-224-16,13 1 15 0,6-3 57 15,0 2-288-15,6-3 40 16,-2 1-8-16,1-1-56 15,1-1 144 1,-9 5 112-16,-1 0 192 0,-2 4 264 16,-5-2 0-16,-4 7 416 15,-4 0 216-15,3 9 144 0,1 12 24 16,4 6-280 0,1-2-72-16,6-3-64 15,5-3-216 1,-4-2-24-16,4-8-23 0,3-4-1 0,-4-5 88 15,7 0-72-15,2-2 40 16,-1-13-120-16,-2-5-40 0,-1-5 32 16,-5-5-48-16,-6-2 8 31,-9 2 40-31,-4-9 72 0,0-2 48 16,-13 0 152-16,-6 4 32 15,-9 0 48-15,0 8-32 0,-4 8-88 16,0 8-96-16,-1 13-184 15,2 0 0-15,3 20 0 32,8 14-64-32,5 5-304 0,6 5-120 15,9 1-344-15,0 11-521 16,12-8-2431-16,0-16-3578 0</inkml:trace>
  <inkml:trace contextRef="#ctx0" brushRef="#br0" timeOffset="61348.28">17066 12189 288 0,'0'0'12490'0,"0"0"-10577"16,0 0-617-16,0 0 360 0,0 0-567 16,0 0-401-16,0 0-240 15,16 121-40-15,-4-103-80 16,4 1-136-16,4-10-96 0,-5 1 8 16,2-7-40-16,7 1-56 0,-5-4-8 15,-2 0-168-15,-2 0-120 16,1-7-88-16,-4-3-104 31,-3-5 32-31,-6-1-120 0,1-6 55 16,-4-1 169-16,0 5 216 15,0-1 128-15,-4 2 176 0,-4 9 168 32,4-2 153-32,0 6-33 15,4 4-16-15,-4 0-184 16,0 4-136-16,4 18 152 0,-5 7 120 15,5 5-16-15,0 8 112 0,0 3-48 16,0-4-104-16,5-4-192 0,7-2-64 16,-3-3-32-1,2-7-40 1,-8-6-16-16,10-2 0 16,-9-7-128-16,-1-8-264 0,6 1-224 15,-5-3-224-15,-4 0-184 16,4 0-1145-16,-4 0-4072 0</inkml:trace>
  <inkml:trace contextRef="#ctx0" brushRef="#br0" timeOffset="62536.48">13634 12980 256 0,'0'0'56'0,"0"0"-40"0,0 0 4264 15,0 0-3551-15,0 0-129 0,0 0-96 0,0 0 32 16,135 8 8-16,-111-8-376 15,4 0 840 1,0 0-287-16,-5 0 287 16,10 0 56-16,-1 0 64 15,11 0-416-15,6 0-104 0,11-5-191 16,11-2-145-16,4-3-64 16,9 1-64-16,4 3-72 0,0-4 8 15,-4 3 120 1,-1 1 136-16,1 0-40 15,-4 3-80-15,-1-4-24 16,1 0-88-16,4 5 72 16,0-1-104-16,2-1 32 15,2-1 40-15,4-2-96 16,5 1 80-16,-2 3 40 0,4-8-24 31,5 2-8-31,0 0 32 0,-1-1-40 16,5-3-32-16,-5 4 8 15,2-1-88-15,2 4-8 16,-3-3 0-16,3-1 0 0,1 3-8 16,3 2 0-16,-3-2-8 31,-5-2 8-31,6 2 8 0,-6 4 0 16,1 0 0-16,-1-1-8 15,1 1 0-15,0 1-8 16,-6-1-64-16,-1-1 24 0,-10-3 40 15,-10 4 8-15,-14-3-8 16,-19 0 8 0,-12 3 0-16,-12-1 56 15,-12 4 16 1,-8 0 128-16,0 0-32 16,0 0-88-16,0 0 8 0,0 0-88 15,0 0 89-15,0 0-89 0,0 0 0 16,0 0-8-16,0 0-41 15,0 0 33-15,0 0-160 0,0 0-152 32,0 0-288-32,-4 0-672 15,-8 0-1281-15,-9 0-1944 16,1 0-2472-16</inkml:trace>
  <inkml:trace contextRef="#ctx0" brushRef="#br0" timeOffset="63567.68">14332 13246 616 0,'0'0'240'0,"0"0"7361"0,0 0-3368 16,0 0-2168-16,0 0-153 0,0 0-440 15,43-29-615-15,-32 20-345 16,6-1-136-16,3 1-104 0,0 2-32 15,0 1-112-15,4-1-64 16,-1 4-64-16,-3 3 48 0,1 0-48 31,-6 0 0-31,-2 0-88 16,-2 0 88-16,-4 13-88 0,-1-3 88 16,-6 2-80-16,0 4 32 15,0 4 48-15,-17-2 48 0,-3 5 96 16,-9-1-48-16,2-3-16 31,0 0 8-31,7-6-32 16,0-1-48-16,8-3 0 0,4 1 0 15,8-6-8-15,0-1-48 16,0-3-80-16,0 0 32 0,8 0 96 16,12 0 0-16,0 0 88 15,8 0-80-15,0 0 32 31,0 0-40-31,0-3 0 0,0 3 0 16,-4 0 0-16,-9 0 0 16,1 0-8-16,-4 0-336 0,-4 0-176 15,-4 0-304 1,0 6-865-16,-4 1-2112 16,0-2-3200-16</inkml:trace>
  <inkml:trace contextRef="#ctx0" brushRef="#br0" timeOffset="64502.95">14989 13182 4424 0,'0'0'5874'0,"0"0"703"0,0 0-5161 16,0 0-807-16,0 0-265 31,0 0 96-31,0 0-200 0,0 0-80 16,32 127 8-16,-29-98-80 15,2-7-32-15,-5-3-40 0,0-6 72 16,4-6-80-16,-4-5 56 31,0-2-56-31,0 0 40 16,0 0 8-16,0-2-56 0,0-11-8 15,4-10-40-15,0-6-8 0,4 1-32 16,-1-7 0-16,10 1 16 0,-1 5 8 16,0 0-16-1,-1 14-16-15,-2 5 24 16,-7 6 48 0,-1 4-72-16,4 7-24 0,-5 15 112 0,-1 7 8 15,1 2 0-15,0 1 0 16,-4-6 48-16,0-7-40 0,0-6 0 31,0-8 0-31,0-5 0 16,4 0 104-16,0 0-48 15,0 0 0-15,4-15-16 0,4-4-48 16,4-3 0-16,0-7 0 0,4 3-88 16,4 4-24-16,-4 3 40 31,-4 6 64-31,-1 8-8 15,-6 5-80-15,-5 0 96 0,4 15 24 16,-4 7 136-16,-1 11 0 31,6-2-64-31,-1-3 24 0,3-2-8 16,-7-7-48-16,9-3-64 16,-9-7 0-16,2-9-8 15,3 0 0-15,0 0-80 0,-2-3 80 16,5-10-80-16,1-8-32 15,-2 1 16-15,-3-3-24 0,1 2 80 16,-6 1 0 0,1 12 48-1,-4 1 0-15,4 7 0 0,-4 0 0 16,0 0 8-16,4 7 0 0,4 5 96 16,0 4 16-16,4-7-48 15,1 3 8-15,2-5-16 0,5-4-16 16,-4-3 0-1,4 0 32-15,0 0-72 16,0 0 40 0,-4-13-48-16,-1-2 0 0,-2-1 0 0,-10-3 8 15,-3-3-8-15,0-4 8 16,-3 1-8-16,-17 2 0 0,-4 7 0 16,-4 7-8-16,-4 9-32 31,4 0-24-31,0 19-96 0,8 10-168 15,4 24-424-15,12-8-1145 16,0-7-4248-16</inkml:trace>
  <inkml:trace contextRef="#ctx0" brushRef="#br0" timeOffset="64799.81">15985 13026 328 0,'0'0'14003'16,"0"0"-12003"-16,0 0-960 16,0 0 272-16,0 0-271 15,0 115-385-15,0-67-16 0,0 2-208 16,0-2-120-1,4-4-232-15,0-8 16 16,0-4-96 0,1-8-8-16,3-7-456 15,-5-2-384-15,1-2-504 16,-4-10-2889-16,0-3-8042 16</inkml:trace>
  <inkml:trace contextRef="#ctx0" brushRef="#br0" timeOffset="65409.15">16369 13169 232 0,'0'0'11138'0,"0"0"-8658"0,0 0-983 15,0 0-153-15,0 0-272 16,0 0-384 0,0 131-191-16,0-102-89 15,0-4-176-15,0-7-96 0,0-1-136 16,0-11 16-16,0 0 80 16,0-6-48-16,0 0 8 15,-4 0 40 1,4-19-96-16,-5-3-16 15,5-9-64-15,0-5 72 0,0 5 0 16,0-1-8-16,0 3-56 16,0 7 8-16,5 7 56 0,-1 8 0 15,-1 4 0 1,-3 3 0-16,8 0 8 16,-4 10 136-16,9 12-32 15,-2 0 48-15,1 4-48 0,3-2-96 16,5-4-8-16,-3-1 64 15,3-7-64-15,-5-5 0 16,6-4 56 0,-6-3-56-16,2 0 0 15,-1 0 0-15,3-10 80 0,-6-9-72 16,-2-3 0-16,-3-4 8 16,-8-2 32-16,0 0-40 15,0-4 48-15,0 0 56 0,-4 3 56 31,-4 8-8-31,5 4-96 16,-1 11-64 0,-1 3-120-16,5 3-456 15,-8 12-864-15,1 11-1465 0,-1 0-4865 16</inkml:trace>
  <inkml:trace contextRef="#ctx0" brushRef="#br0" timeOffset="66209.2">16859 13173 568 0,'0'0'128'0,"0"0"-120"16,0 0 8706-16,0 0-5506 16,0 0-591-16,4-16-569 0,-4 16-816 15,-8 0-567-15,-9 0-249 16,-2 0-128-16,-1 9 16 15,0 7-32 1,0 3-88-16,4 1-88 16,8 1-48-16,4-1-48 0,4-2-8 15,0 2 8-15,0-8-8 16,8-2-88-16,4-6-56 16,0-1-88-16,4-3 72 0,0 0 40 31,-5-7-16-31,2-9 88 15,-1-3-8-15,-5-3 56 0,1 3-120 16,-3 3 72-16,-5 0 56 16,0 7 0-16,0 5 0 15,0 4 16-15,0 0 88 0,0 7-104 16,0 12 112 0,4 5 40-16,4 5 24 15,-1-3-16-15,1-1-64 0,5-9-24 16,-2 0-56-16,2-9 0 15,2-7 64-15,-2 0-16 16,2 0-56-16,1-16 48 16,0-4-40-16,-4-5-16 15,3 3 0 1,-6 0-64-16,-6-1-8 0,5 11 24 16,-8 3 40-16,0 5 0 0,0 4-8 15,0 0 8-15,5 6-40 16,-1 10 48-1,4 0 80-15,4 4 8 16,-1-5-40-16,-3-2 8 16,9-7-48-16,-2 1 0 15,2-7 128-15,-2 0-80 0,2 0-8 16,3-13-40-16,-5-3 72 0,-2-6-64 16,-5-1-8-16,-2-2 8 31,-6-3-8-31,0-4-8 15,0 0 8-15,-10 0-8 0,-3 7 0 16,-6 3-8-16,-5 9-104 0,-4 6-16 16,-4 7 72-16,0 10 48 15,-1 19 0-15,2 10-40 16,7 2-136-16,13 3-280 16,2-3-328-16,9 0-681 15,4-6-1223-15,12-12-2913 0</inkml:trace>
  <inkml:trace contextRef="#ctx0" brushRef="#br0" timeOffset="66521.69">17360 13029 1280 0,'0'0'2088'0,"0"0"7746"16,0 0-7897-16,0 0 95 15,0 0-504-15,0 0-591 0,4 137-249 16,-4-102-112 0,9-2-112-16,-1-5-232 15,-4-3-96-15,8-3-88 16,-4-2-48-16,-5-8-128 0,5-2-312 15,0-3-248 1,-3-5-360 0,-5-2-833-16,0 0-751 0,0-2-3554 15</inkml:trace>
  <inkml:trace contextRef="#ctx0" brushRef="#br0" timeOffset="66927.92">17321 13196 200 0,'0'0'336'0,"0"0"10162"15,0 0-6425-15,0 0-2561 16,0 0-112-16,0 0-343 16,0 0-393-16,0 0-232 15,84 27-136-15,-52-27-56 0,-4 0-96 16,3 0-16-16,-6 0-128 0,3-13 0 31,-5 4-64-31,-7-3-120 16,0-1-56-16,-4-4-64 15,-4 3-32-15,-4-6 56 0,-4-1-48 16,0 1-104-16,0 1 183 16,0 3 177-16,-4 3 24 0,-1 3 48 31,-2 1 104-31,3 6 97 16,4 3 111-16,-4 0-32 15,-1 0-112-15,2 22-48 0,-1 7 224 16,0 10 112-16,0 4-80 0,-1 3 88 15,5 0-56-15,0-7-160 16,0-1-64 0,9-7-184-16,2-6 0 15,2-2-48-15,-6-4-288 16,2-10-464-16,-9-2-472 0,0-7-2617 16,0 0-9890-16</inkml:trace>
  <inkml:trace contextRef="#ctx0" brushRef="#br0" timeOffset="67474.75">18952 12472 9289 0,'0'0'6050'15,"0"0"-3946"-15,0 0-479 16,0 0-665-16,0 0-496 0,56 0 96 16,-29 0-96-16,5 0-216 31,-5 0-64-31,1 0-184 0,-5 0 48 16,-1 0-48-16,-7 0-408 15,-2 0-288-15,-9 0-168 0,-4 0-697 16,-14 0-2207-16,-4 3-4058 0</inkml:trace>
  <inkml:trace contextRef="#ctx0" brushRef="#br0" timeOffset="67693.5">18934 12596 568 0,'0'0'888'0,"0"0"8522"16,0 0-6770-16,0 0-63 15,0 0-713 1,0 0-671-16,141 5-601 16,-109-5-248-16,-4 0-248 0,0 0-96 15,-6 0-224-15,-5 0-640 16,-5 0-1233 0,-3 0-4264-16</inkml:trace>
  <inkml:trace contextRef="#ctx0" brushRef="#br0" timeOffset="68345.78">19979 12509 224 0,'0'0'6553'16,"0"0"-5265"-16,0 0 825 0,0 0-321 16,89 0-328-16,-50 0-351 15,9 0-401-15,12 0-328 16,31-9 488-16,41-1-392 0,44-3 296 16,23-2-144-1,16 2-127-15,4 3-217 16,-8 4-48-16,9-1-64 0,3 7-96 15,-4 0-80-15,0 0 0 16,-11 0 0-16,-12 0 8 16,-9 0 0-16,-28 7 64 15,-11 3-64-15,-36-4 64 16,-29-3-24-16,-28 0-40 16,-14-3-8-16,-6 3 0 0,-6 1 8 15,-10-4-8-15,-10 0 56 31,-9 0 96-31,0 0 128 0,0 0-72 32,0 0-96-32,0 0-48 15,0 0-56-15,0 0-16 0,0 0 8 16,0 0-48-16,0 0-56 16,0 0-112-16,0 0-80 15,0 0-240-15,0 0-737 0,-5 3-1679 31,-3-3-4698-31</inkml:trace>
  <inkml:trace contextRef="#ctx0" brushRef="#br0" timeOffset="69923.84">19904 11687 24 0,'0'0'200'0,"0"0"6009"16,0 0-4233-16,0 0-447 15,0 0 399 1,0 0 40-16,0 0-447 0,0 0-257 15,-84 121-312-15,65-86-144 16,2 6-319-16,6-3-81 16,3 0-192-16,3-2-72 0,5-9-64 0,0-2-8 15,0-5-56-15,0-3-16 16,5-5 0 0,3-3-72-16,3-6-64 15,2-3 8-15,2 0-8 16,1 0 136-16,0-3 0 15,-3-6 8-15,6-8 64 0,-3 2-16 32,-8-4-48-32,0-1-8 0,0-1 8 15,-8-2 96-15,0-2-56 16,0 0-40-16,-12-1 0 16,0 7 72-16,-8 4 32 0,5 11 40 15,2 4-32-15,-3 9-120 31,0 20 56-31,5 9-56 0,2 3 0 16,9-3-104-16,0-3-184 31,9-3-480-31,26-13-977 16,-7-6-2608-16,-4-9-2032 0</inkml:trace>
  <inkml:trace contextRef="#ctx0" brushRef="#br0" timeOffset="70270.45">20151 11982 8345 0,'0'0'5922'0,"0"0"-4570"16,0 0 208-16,0 0-368 16,0 0-519-1,-8 108-169-15,0-79-184 16,5-5-192-16,-1 3-48 0,4-6-80 15,0-4-160-15,0-2-160 16,0-5-288-16,0-4-329 0,0-6-839 16,0 0-1409-16,0 0-1992 15</inkml:trace>
  <inkml:trace contextRef="#ctx0" brushRef="#br0" timeOffset="70832.92">20250 11693 600 0,'0'0'856'0,"0"0"6601"47,0 0-4280-47,0 0-832 0,0 0-745 15,0 0-568-15,0 0-288 16,0 0-176-16,0 0-175 0,0 0-97 16,108-50-32-16,-87 43-112 15,-2 1-32-15,-3 2-48 16,5 1-72-1,-10 3 48-15,1 0-48 0,4 0 0 16,-8 0-120-16,0 13 120 16,-4 6-8-16,-4 6 8 0,0 7 80 15,0 3 32-15,-4 1 40 16,-12-2 96-16,0-2-16 16,0-1-24-16,5-5-88 15,2-4-24 1,5-3-24-16,4-9-72 0,0-1-40 15,0-6 40-15,13-3 96 0,2 0-96 16,9 0 0-16,0 0-8 31,2-3-64-31,0-9-104 0,-6 2-32 16,0-2-208-16,-1-2 0 31,-6 2-545-31,-10 6-1447 0,-3-4-5170 16</inkml:trace>
  <inkml:trace contextRef="#ctx0" brushRef="#br0" timeOffset="71239.16">20689 11595 616 0,'0'0'112'0,"0"0"8930"16,0 0-6042-16,17 28-1103 0,-10-8-289 16,5 5-584-16,1 7-400 15,2 0-184-15,1-4-168 16,0 4-167-16,0-4-89 0,-4-2 88 16,-1-4-24-16,2 0-80 15,-5-6 48-15,-2 0-48 0,0-6 16 16,-6-5-8-1,4 2 40-15,-4-7-48 16,0 0 96-16,0 0 176 16,-16 0-40-16,-5 0-96 0,2 0-8 15,-5-12 16-15,0 2-88 16,8 1 16-16,0 2-72 0,4-3-8 47,0 4-264-47,4 0-272 15,-7-1-913-15,2 5-1543 0,-2-5-4210 16</inkml:trace>
  <inkml:trace contextRef="#ctx0" brushRef="#br0" timeOffset="71504.77">20805 11529 184 0,'0'0'11834'0,"0"0"-8801"15,0 0-921 17,0 0-776-32,0 0-543 15,116-112-377-15,-97 102-248 16,-2 4-80-16,-6 3-88 0,-7 3-136 15,-4 0-480-15,0 0-593 0,0 7-151 16,-4 5-1577-16,-7-3-2688 16</inkml:trace>
  <inkml:trace contextRef="#ctx0" brushRef="#br0" timeOffset="71770.38">21172 11705 11082 0,'0'0'5793'16,"0"0"-4161"-16,0 0-327 15,0 0-185-15,0 0-536 16,0 0-336-16,0 0-176 0,0 0-72 15,0 0-352 1,0 0-440-16,7 0-344 16,-7 0-1057-16,0 0-3232 0</inkml:trace>
  <inkml:trace contextRef="#ctx0" brushRef="#br0" timeOffset="72146.67">21426 11756 11546 0,'0'0'2985'0,"0"0"-641"15,0 0-832-15,4-106-695 0,5 74-257 16,-1-7-240-16,-1 7-128 15,-3 0-136-15,5 2 16 16,-5 0-64-16,-1 5 0 0,2 5-8 16,-5 6 8-16,0 7 8 31,0 3-16-31,0 4-112 0,0 7-104 16,0 20 120-16,-5 15 96 15,-2 9 16-15,-2 6 64 16,-2 0-8-16,7-3 0 0,0-2-16 15,4-8-56-15,0-6 0 0,0-13-96 16,0-3-176-16,0-6-472 0,0-9-953 16,0-4-2720-16,0-3-2336 15</inkml:trace>
  <inkml:trace contextRef="#ctx0" brushRef="#br0" timeOffset="72240.4">21426 11756 392 0</inkml:trace>
  <inkml:trace contextRef="#ctx0" brushRef="#br0" timeOffset="72490.39">21426 11756 392 0,'156'-31'5417'0,"-156"48"520"0,0 4-3993 0,-8 8-223 15,4 2-593-15,-1 1-376 16,5-3-256-16,0-4-248 0,0-6-120 16,13-3-56-16,3-6-64 31,5-7-8-31,-6-3 128 15,5 0-72-15,0-13-56 0,0-9 0 16,-4-4 40-16,-8-2-40 16,3-7 72-16,-11-4-64 0,0 5 8 15,0-1 136-15,0 0 33 16,-7 4 151-16,-10 5 0 31,1 7 16-31,-4 13-104 0,-3 6-248 16,0 6 0-16,-5 23-72 0,2 12-480 15,-1 19-473-15,7-10-1167 0,5-8-5106 16</inkml:trace>
  <inkml:trace contextRef="#ctx0" brushRef="#br0" timeOffset="72849.75">21706 11236 10906 0,'0'0'3905'0,"0"0"-2561"0,0 0-88 16,0 0-432-16,0 0-352 15,124-32-87-15,-101 25-209 16,-3 4-128-16,-3 1-48 0,-6 2-104 16,-7 0-473-1,-4 0-871-15,0 9-1745 16,0 1-3928-16</inkml:trace>
  <inkml:trace contextRef="#ctx0" brushRef="#br0" timeOffset="73365.36">21893 11039 13562 0,'0'0'2001'15,"0"0"-1153"-15,0 0 136 0,0 0-312 32,0 0-400-32,0 0-152 15,0 0-40-15,100 7-24 0,-89 2-56 16,-7 0-48-16,-4 5 48 15,0 1 72-15,0 4-64 16,-12-3 97-16,-3 0 31 0,-5-7-24 16,4 1 0-16,4-4 8 31,4-3-120-31,8-3 0 0,0 0-8 16,0 0-296-16,11 0 119 15,14 0 65-15,-1 0-24 0,-1 0 96 16,-2-3-56-16,-1 3 40 0,-5 0 64 15,-6 0 0-15,-5 13 0 16,-4 6 72-16,0 0 72 16,0 4-40-1,-13-5 40-15,-6-2 105 16,-9 0-97-16,0-6 64 16,-5 0-48-16,6-5-16 0,7-1-88 0,4-1-56 15,13-3-16-15,3 0-232 16,0 0-697-1,0 0-1855-15,3-3-8379 16</inkml:trace>
  <inkml:trace contextRef="#ctx0" brushRef="#br0" timeOffset="74472.77">21876 11925 312 0,'0'0'13402'0,"0"0"-10665"0,0 0-1585 16,0 0-568-16,0 0 57 16,0 0-313-1,20 76-184-15,-15-51-24 16,-1 0-48-16,-4-5-16 0,4-6 0 16,-4-2-48-16,0-9 32 15,4-3-32-15,-4 0 32 16,4 0 8-16,4 0-48 0,0-20 0 15,4-2-8-15,4-6 0 16,-1-4-40-16,10-2-16 0,-9 2 56 31,-1 6 8-31,-2 10-8 16,-5 6 0-16,-5 10-96 16,-3 0-32-16,0 16 56 0,0 13 80 15,0 0 120-15,-7 2-16 0,3-8 40 16,0-1-96-16,4-9 24 15,-5-8-24 1,1-2-40-16,4-3 56 16,0 0-64-16,0 0 72 15,0 0 0-15,0-8-72 0,13-12-16 16,-2-2-96-16,1-3-8 16,5-4 56-16,-1 4-8 15,-1 6-88-15,-3 6 48 16,-7 7 64-1,-1 6-24-15,-4 3-40 0,0 19 112 16,0 6 176-16,0 1 0 0,-4-4-32 16,-1-2-16-16,5-7-56 15,0-7-56 1,0-5-8-16,0-4 64 16,5 0-64-16,3 0 40 15,7 0-48-15,1-13 0 0,-4 0-152 16,8-6-80-16,-8 3-48 15,4 0-80-15,-8-3 128 0,-1 9 39 32,-3 8 89-32,-4 2 16 31,0 0 16-31,5 0 72 16,-1 9 80-16,0 1-8 0,4-4-64 15,4 0 8-15,-4-3 56 16,4-3 8-16,0 0 145 0,0 0-49 15,-1-9-88-15,2-7-40 16,-2-3-40-16,-3 0 0 16,-3-7 0-1,3 1 32-15,-8 0-40 0,0-1 0 16,-4 1 0-16,-13 2 64 16,2 14 16-16,-9 4-80 0,4 5-8 15,-8 9-136-15,-1 19-320 16,9 7-449-16,-7 12-1039 15,11-2-2065-15,8-14-2896 0</inkml:trace>
  <inkml:trace contextRef="#ctx0" brushRef="#br0" timeOffset="74754">22582 11419 120 0,'0'0'14187'0,"0"0"-12467"16,0 0-216-16,-64 138-223 16,45-72-521-16,-2 7-320 31,11-2-240-31,0-5-136 0,10-9-64 15,0-6-176-15,0-13-232 16,0-12-432-16,10-12-1097 0,-3-10-2728 16,-4-4-5529-16</inkml:trace>
  <inkml:trace contextRef="#ctx0" brushRef="#br0" timeOffset="75079.06">22906 11465 6649 0,'0'0'8970'0,"0"0"-6762"15,0 0-1352 1,0 0-167-16,0 0-17 15,-16 153-232-15,11-84-112 0,5-2-224 16,0-1-24-16,0-6-64 16,0-8-16-16,0-15-104 0,0-8-208 15,5-8-112-15,-1-10-136 32,0-11-441-32,4 0-935 0,-4 0-2625 15</inkml:trace>
  <inkml:trace contextRef="#ctx0" brushRef="#br0" timeOffset="75329.05">23037 11531 3504 0,'0'0'5329'15,"0"0"-1152"-15,0 0-2600 0,0 0 151 16,-4 140-440-1,4-92-392 1,0 2-407-16,0-2-113 0,0 0-216 16,0-10 0-16,7-4-144 15,-1-7-8-15,1-9-8 0,-3-2-200 16,-4-9-536-16,0-2-1409 0,0-5-4840 16</inkml:trace>
  <inkml:trace contextRef="#ctx0" brushRef="#br0" timeOffset="75563.4">22849 11826 680 0,'0'0'5937'16,"0"0"1344"-16,0 0-5592 15,0 0-225-15,0 0-368 32,128-6-552-32,-80 0-295 0,-4 0-161 15,-4-1-88-15,-12 0-248 16,-5 5-929-16,-10-1-1759 0,-9-3-5994 0</inkml:trace>
  <inkml:trace contextRef="#ctx0" brushRef="#br0" timeOffset="75922.77">23276 11767 3648 0,'0'0'1921'0,"0"0"7593"15,0 0-7738-15,0 0-792 16,0 0 33-16,0 0-401 15,0 0-280-15,112 9-56 0,-100-6-120 16,-8 10-160-16,-4 3 8 31,0 6 96-31,-8 3 0 0,-11 7 16 16,-9-3-72-16,0 2 0 16,7-2-40-16,1-7 64 0,11-3-72 15,6-3 0-15,3-3-112 16,0-8-160-16,21 2 24 31,7-7-64-31,-5 0-80 0,21 0-393 16,-8-7-1279-16,-8-5-4985 0</inkml:trace>
  <inkml:trace contextRef="#ctx0" brushRef="#br0" timeOffset="76331.69">23706 11567 200 0,'0'0'12682'0,"0"0"-9777"16,0 0-1073-16,0 0-711 16,-64-7-561-16,57 29-256 0,7 4-16 0,0 5 8 31,0 8 96-31,0 2 24 15,7 0-32-15,10 7-88 0,-9-4-128 32,8 4-80-32,-8-4-80 15,0 1 64-15,-8-11-72 0,0-6 0 16,0-5-168-16,-8-7 160 16,-8-4 8-16,-12-5 0 15,4-7 0-15,-3 0-8 0,2 0-64 16,5-7 24-16,9-8-24 15,3-1-176-15,8-4-32 0,0 6-64 16,0-6-24 0,15 4 48-16,1 4 8 15,9-4-208-15,-2 3-289 16,5-3-239-16,0 4-600 0,11-4-889 16,-12 3-2088-1,-1 3-1856-15</inkml:trace>
  <inkml:trace contextRef="#ctx0" brushRef="#br0" timeOffset="76680.77">23863 11823 3200 0,'0'0'4209'0,"0"0"-1664"31,0 0-129-31,0 0-519 0,0 0-369 16,0 0-560-16,0 0-256 15,0 0-152-15,0 0-96 16,27 109-71-16,-11-104-1 15,5 2-104-15,-2-7-80 0,9 0-96 32,-4 0-32-32,8-3-24 0,-4-10-40 31,-4-2 40-31,-1-8 8 16,-4 1 8-16,-5-7 56 15,-7-2 208-15,-7-4 40 0,0-3-72 16,-7-1-152-16,-13 2-48 15,-8 4-56-15,-4 8 72 0,-4 13-96 16,-5 12-24-16,2 0 0 16,3 29-48-1,4 12-224-15,4 10-184 0,4 2-216 16,17 17-328-16,-1-10-905 0,8-16-3856 16</inkml:trace>
  <inkml:trace contextRef="#ctx0" brushRef="#br0" timeOffset="76962">24269 11801 568 0,'0'0'13242'16,"0"0"-11049"-16,0 0-881 15,0 0-72 1,0 0-447-16,0 0-281 16,-8 92-144-16,8-69-120 0,16-4-80 15,-4-7-96-15,4 1-72 16,4-7-96-16,-1-6-176 0,9 0-440 16,-7 0-1313-1,-5-2-3856-15</inkml:trace>
  <inkml:trace contextRef="#ctx0" brushRef="#br0" timeOffset="77180.75">24456 11751 784 0,'0'0'8'31,"0"0"4697"-31,0 0 2832 0,0 0-5552 16,0 0 255-16,0 0-679 15,-24 104-553-15,16-59-152 16,0-1-272-16,5-6-192 0,3-1-224 15,0-1-72-15,0-6-96 47,0-3-208-47,0-1-288 0,0-7-280 16,0 3-448-16,-4-6-2625 16,-9-3-5849-16</inkml:trace>
  <inkml:trace contextRef="#ctx0" brushRef="#br0" timeOffset="77957.95">20880 12808 136 0,'0'0'0'0,"0"0"0"0,0 0 4448 16,0 0-2863-16,0 0-185 16,0 0 32-1,0 0 201-15,-91-77 79 16,87 72-144-16,4 5 73 0,0-4-105 16,0 4-408-16,0 0-455 15,0 0-249-15,16 16 304 0,4 6-64 16,10 7-80-16,3-4-168 0,12 7 32 31,-2-3-128-31,5-4-176 16,1-3-96-16,-6 0-48 0,-4-3-8 15,-7-2-480-15,-8-9-312 16,-7 2-440-16,-17-4-849 0,0-6-3104 31,0 0-3209-31</inkml:trace>
  <inkml:trace contextRef="#ctx0" brushRef="#br0" timeOffset="78161.06">21207 12731 568 0,'0'0'10690'0,"0"0"-5521"0,0 0-3569 15,0 0-375-15,0 0-217 16,0 0-280-16,-95 133-216 0,63-85-128 15,-5 0-216-15,7 0-144 16,5-7-24 0,1-3-328-16,4-7-432 15,1 1-288-15,2-6-1177 0,6-13-5576 16</inkml:trace>
  <inkml:trace contextRef="#ctx0" brushRef="#br0" timeOffset="78832.9">21778 12887 10322 0,'0'0'5681'32,"0"0"-4217"-32,0 0-424 15,0 0-63-15,0 0-337 16,0 0-144-16,-17 111-128 0,10-83-112 16,3-5-16-16,-1 0-192 15,2-14-32-15,3-3-8 0,0-3-8 16,0-3 0-16,0 0-184 15,0-3 88 1,3-19-40-16,9-3-88 16,5-11 72-16,2 5-80 0,1-8-40 15,1 10 0-15,-2 2 80 16,1 13 96-16,-8 2 16 0,-4 12 24 16,-5 0 32-1,2 7 24-15,-5 12 136 16,4 8 24-16,-4 2-32 15,0-3-24-15,0-3-96 0,0-8 40 16,0-5 16-16,0-4-64 16,0-6 72-16,0 0 40 0,0 0-32 15,4 0-32-15,8-16-48 32,3-9-152-32,5-1 136 0,9-2-160 15,-1 0-72-15,0 5 80 16,-5 10 24-16,-6 10 72 0,-6 3 72 15,-7 3 16-15,1 20 120 32,-5 4 8-32,0 9 16 15,0-8-48-15,4-2-104 0,-4-4-8 16,8-6-48-16,-1-6-224 16,1-4-464-16,11-6-825 15,1 0-783-15,-3-9-3682 0</inkml:trace>
  <inkml:trace contextRef="#ctx0" brushRef="#br0" timeOffset="79137.48">22311 12900 432 0,'0'0'9250'16,"0"0"-4954"-16,0 0-2399 0,0 0-441 0,-4 85-616 15,4-66-416-15,0-2-191 16,9-12 87-16,3 2-16 0,4-7-32 15,0 0-136 1,4 0-16 0,-1-19-64-16,0 3-56 15,-1-9 0-15,-7 3 0 0,0-7-8 16,-6-2 0-16,-5 4 0 0,0-1-64 0,0 3 72 0,-5 9 72 16,-13 10 104-16,-7 6-80 15,-2 3-96 1,-5 26 0-1,-4 9-72-15,12 6-280 0,4 10-672 16,11-13-3289-16,9-15-8002 16</inkml:trace>
  <inkml:trace contextRef="#ctx0" brushRef="#br0" timeOffset="79403.11">22734 12719 12882 0,'0'0'2865'16,"0"0"-977"-16,0 0-463 0,-28 111-585 15,20-73-312-15,-1-1-248 16,3-1-184-16,2-4-32 15,-1-1-64-15,5-9-392 0,-8 7-408 32,1-7-961-32,-1-12-5184 0</inkml:trace>
  <inkml:trace contextRef="#ctx0" brushRef="#br0" timeOffset="80028.08">23117 12836 7161 0,'0'0'5161'0,"0"0"-3248"16,0 0-177-16,-4 118-480 16,-4-77-512-16,-4 0-344 0,4-5-224 15,0-11-56-15,5-4-63 16,-2-7-9-16,1-12-48 0,4-2-121 16,0 0-79-16,0-9 0 31,0-12-152-31,0-11 184 15,0-7 88-15,0 1 80 0,0-6 0 16,0-2 0-16,0 9 0 16,0 2 0-16,4 13 72 0,1 9 208 15,-5 13 128-15,3 0-224 16,1 16 33-16,0 16 223 16,8 2-96-1,4 8-56-15,0-7-40 0,4 0-80 16,0-6-160-16,3-7 40 15,1-7-40-15,8-5-8 0,-4-6-8 16,4-4-64-16,-4 0 24 16,0-17-48-16,-4-9 48 15,0-2 40-15,-8-4 0 16,-4-3 16-16,-8 1 32 16,-4 2 32-16,0 0 80 15,0 10 120-15,0 3 40 0,-4 6-48 16,-1 6-264-16,2 7-104 15,-1 0-456-15,-4 17-440 16,0 2-801 0,0 0-4616-16</inkml:trace>
  <inkml:trace contextRef="#ctx0" brushRef="#br0" timeOffset="80863.11">23687 12884 3832 0,'0'0'2505'0,"0"0"6017"16,0 0-6626-16,0 0-648 15,0 0-616-15,0 0-287 0,0 0-193 31,-112-25 64-31,88 44 88 0,1 8-64 16,7 2-64-16,12 0-112 16,4-4-64-16,0-2 0 15,0-5-40-15,20-4 32 0,-1-8 8 16,9-6-48-16,0 0-8 16,0 0-48-16,0-16-40 15,-7-6 96-15,-6-1 40 0,-4 1 8 16,2-3 8-16,-9 3 0 15,0-1-8-15,-4 11 8 0,0 3 40 16,0 2 16 0,0 7-56-16,0 0-8 15,0 7-16-15,0 14 16 16,-4 8 168-16,4 3 56 0,0-6-104 16,0 2-48-16,4-10 0 15,7-4-72-15,6-5 56 0,-1-6 16 16,3-3-24-1,6 0 16-15,-6-6-64 16,5-10 8-16,-8-6-8 16,0-1 8-16,0-2-8 0,-4 3-16 15,-3 0-80-15,-2 3 40 16,-7 10-8 0,4 2-24-16,-4 3 24 15,0 4-32-15,0 0 16 16,0 4 32-16,0 8 48 0,0 4 8 15,0 0 40-15,0-3-40 32,0-3 8-32,4-4 32 0,4 3-40 15,4-2 0-15,0-4-8 16,0 1 0-16,4-1-32 16,4-3-104-16,-1 0-24 0,2 0 0 15,-5-3 40-15,3-11-16 16,-6 2 136-16,-5-8-8 0,-5-2 8 15,-3-3 0 1,0 0 96 0,-3-1-40-16,-14-2 8 15,-2 2-16-15,-1 7-40 0,-5 10-8 0,-3 6-8 16,0 3-56-16,5 16-8 16,-1 12 64-16,13 7-184 31,-2 15-408-31,5-8-1001 15,8-7-3936 1</inkml:trace>
  <inkml:trace contextRef="#ctx0" brushRef="#br0" timeOffset="81144.35">24315 12684 9722 0,'0'0'3216'0,"0"0"-511"0,0 0-425 16,-6 117-919-16,2-72-577 15,0 0-200-15,4-4-224 0,0 0-280 16,0-6-64-1,0-7-16 1,0 1-552-16,8-13-208 0,-2-7-921 16,0-2-3104-16,-6-7-5537 0</inkml:trace>
  <inkml:trace contextRef="#ctx0" brushRef="#br0" timeOffset="81378.7">24233 12884 672 0,'0'0'56'16,"0"0"11450"-16,0 0-8569 16,0 0-985-16,0 0-464 15,0 0-655-15,76 38-433 0,-48-26-160 16,3-5-136-16,1-4-40 16,3-3-64-16,-1 0-160 15,-2 0-144-15,-1 0-248 0,-3-5-297 31,-8-9-663-31,-4-6-1008 0,0-1-2441 16,-9 5-2129-16</inkml:trace>
  <inkml:trace contextRef="#ctx0" brushRef="#br0" timeOffset="81566.2">24584 12684 5193 0,'0'0'7289'0,"0"0"-4520"31,0 0-161-31,0 0-855 15,0 0-561-15,-40 139-296 16,40-94-168-16,0-4-296 0,0 1-264 16,0-10-160-16,0-1-8 0,4-5-304 15,0-8-480-15,-4 8-400 16,0-6-408 0,0-11-5058-16</inkml:trace>
  <inkml:trace contextRef="#ctx0" brushRef="#br0" timeOffset="81925.56">19223 13963 176 0,'0'0'0'16</inkml:trace>
  <inkml:trace contextRef="#ctx0" brushRef="#br0" timeOffset="82050.55">19223 13963 312 0,'-56'-37'56'16,"52"30"-56"-16,4 4-184 0</inkml:trace>
  <inkml:trace contextRef="#ctx0" brushRef="#br0" timeOffset="82474.07">18226 14084 5105 0,'0'0'3896'0,"0"0"-1655"16,0 0 367-16,0 0-287 0,0 0-585 15,0 0-463-15,0 0-305 0,0 0-176 31,8-20-232-31,-12 40-312 16,-4 5 112-16,-4 13-64 0,-8 3-120 16,-8 7-80-16,-4-3-96 15,-3-1-40-15,-2-3-224 0,9-2-152 16,1-7-216-16,7-7-96 31,12-9-136-31,8-11-513 0,0-5-991 16,4-3-2825-16,8-11 624 0</inkml:trace>
  <inkml:trace contextRef="#ctx0" brushRef="#br0" timeOffset="82755.3">18011 14077 16 0,'0'0'10122'0,"0"0"-7554"16,0 0-295-16,0 0-265 16,0 0-648-16,0 0-303 0,15 83-249 15,2-60-24-15,2 2-328 16,0-4-176-16,10 3-112 0,-5-2-152 16,4 0 32-16,0-1-48 15,0-1-240 1,-5-4-240-16,1 3-184 15,1-3-112-15,-10 0-553 0,1-3-911 16,-4-4-2817-16,-3-2-1681 16</inkml:trace>
  <inkml:trace contextRef="#ctx0" brushRef="#br0" timeOffset="83083.4">18843 14151 13914 0,'0'0'4025'16,"0"0"-2776"-16,0 0-193 15,0 0-104 1,148-22-336-16,-100 18-304 0,-4 4-216 16,0 0-40-16,-8 0-56 15,-8 0-296-15,-5 0-168 0,-7 0-224 16,-8 0-192-16,-8 0-409 16,0 7-1679-1,0-7-4218-15</inkml:trace>
  <inkml:trace contextRef="#ctx0" brushRef="#br0" timeOffset="83270.89">19031 14240 72 0,'0'0'14171'0,"0"0"-11499"16,0 0-639-16,0 0-649 15,119 6-552-15,-78-6-416 0,2 0-264 16,-12 0-152-16,-2 0-384 16,-13 0-400-16,-12 0-368 0,-4 0-1745 15,0 0-6409-15</inkml:trace>
  <inkml:trace contextRef="#ctx0" brushRef="#br0" timeOffset="87802.78">19693 14008 440 0,'0'0'2040'0,"0"0"-400"15,0 0 5146-15,0 0-5554 16,0 0-416 0,0 0 200-16,0 0-55 15,-4 83-297-15,11-65 88 0,2 2-168 16,3-5-256-16,-2 1-8 16,4-6-72-1,1 3-160-15,6-11-88 16,-1 1-120-16,-1-3 120 0,5 0 32 15,0-8 64-15,0-12-96 16,0-3 0-16,0-5 0 0,-4 0 32 16,-5-3-24-16,-7-1 48 31,-3 0 16-31,-5 0-64 16,0 0 56-1,0 4 96-15,-20 2 56 16,-4 7-72-16,-8 7 137 15,0 12-9-15,-4 0-200 0,-3 5 48 16,6 24-72-16,-2 0-48 16,10 6-136-16,6 0-264 0,15 6-593 15,4-12-1375-15,0-7-3978 0</inkml:trace>
  <inkml:trace contextRef="#ctx0" brushRef="#br0" timeOffset="88140.52">20470 14043 12658 0,'0'0'1809'0,"0"0"-905"0,0 0 144 0,0 0-112 16,0 0-512-16,-44 104-192 15,32-78-96-15,1-1-32 16,-2-2-56-16,-2 2-48 0,2-6-512 31,5 0-880-31,-3-3-2881 0,11-7-4377 16</inkml:trace>
  <inkml:trace contextRef="#ctx0" brushRef="#br0" timeOffset="88564.24">20637 13903 4841 0,'0'0'6705'0,"0"0"-5681"16,0 0 376-16,0 0-111 15,0 0-513 1,-16 115-216-16,24-100 8 0,4-2-168 15,4-4-176-15,1-2-176 16,2-7 160 0,1 0 0-16,0 0-104 15,0-3-8 1,-1-10-24-16,6-3-16 16,-13-3-8-16,0 3 0 15,-4-7 33-15,-8 5 111 16,0-5 104-16,0 1-24 0,-8 0-32 15,-16 6 16-15,-4 3 48 16,0 10-72-16,-7 3-144 0,3 0-32 31,-5 20-112-31,14 8 32 16,3 10-464-16,6-3-640 0,14 7-953 16,0-10-3608-16,10-11-4881 0</inkml:trace>
  <inkml:trace contextRef="#ctx0" brushRef="#br0" timeOffset="88900.87">21103 13958 9025 0,'0'0'5001'15,"0"0"-3488"-15,0 0-321 16,0 0-328-16,13-121-496 16,-2 98-192-16,-6 5 24 15,3 1 48 1,-8 11-95-16,0 3-17 0,0 3-136 16,0 6-24-16,0 19 24 0,-13 16 256 15,2 4-32-15,3 9-16 16,3-3-72-1,2-3-64-15,-1-4-64 0,4-6-8 16,0-6-304-16,4-13-801 16,8-7-1847-16,3-12-6290 0</inkml:trace>
  <inkml:trace contextRef="#ctx0" brushRef="#br0" timeOffset="89275.84">21344 13823 10098 0,'0'0'5209'0,"0"0"-4001"16,7 0-312-16,1 0-104 15,7 0 9-15,5 0-369 0,0 0-64 16,9 4-96-16,-10-1-80 0,1 1-96 0,-3 1-96 0,-6 8-8 16,-11 3-64-16,0 6 72 15,-3 10 72-15,-18 0 24 16,-7 3-48-16,0-6 24 0,9-4-64 16,2-6 72-16,10-4-72 15,7-4-8-15,0-6-8 0,0-5 0 16,20 0 8-16,3 0 96 15,5 0-16-15,4 0-80 16,-4-9-224-16,0 0-312 0,4-7-632 16,-8 3-2009-16,-4 0-5985 15</inkml:trace>
  <inkml:trace contextRef="#ctx0" brushRef="#br0" timeOffset="89650.82">21745 13855 10970 0,'0'0'2968'16,"0"0"-1359"-16,0 0 7 16,0 0-384-16,0 0-495 0,0 0-113 15,65 117-184 1,-37-94-80-1,-4 0-120-15,-1-8-160 16,1 7-72-16,-4-6-8 0,-8 1 0 0,0 0-104 0,-9-6 8 16,2-2 0-16,-5-2-48 15,0-5 56 1,0 1 88-16,-16 1 72 16,-12-4 24-16,-4 0-16 15,0 0 16-15,-4 0-24 0,4 0 24 16,8 0 0-16,5 0-88 15,6 0-8-15,2-4-304 0,11-1-424 16,-4-2-1169 0,4-2-4192-1</inkml:trace>
  <inkml:trace contextRef="#ctx0" brushRef="#br0" timeOffset="89890.8">21757 13852 9914 0,'0'0'6577'0,"0"0"-4961"0,0 0-455 16,0 0-161-16,0 0-344 15,116-35-312 1,-76 29-152-1,0 0-192-15,-8-3-128 0,-4 4-400 16,-9 3-160-16,-2-1-761 0,-10-1-2775 0,-7 4-3906 0</inkml:trace>
  <inkml:trace contextRef="#ctx0" brushRef="#br0" timeOffset="90592.77">22380 13858 13082 0,'0'0'2473'16,"0"0"-193"-1,0 0-799 1,0 0-713-16,0 114-288 0,0-78-264 16,-4-11-72-16,4 4-56 15,-5-14-72 1,5 1 32-16,0-9-48 0,0-2 0 16,0-5 0-1,0 0-128-15,0 0-80 16,0-5 16-16,0-11 96 0,0-9 88 15,0-4-64-15,0-6 72 32,0-2 0-32,0-2 8 0,5 0-8 15,7 5 8 1,-5 2-8 0,1 9 8-16,1 11 104 15,-6 6 96-15,-3 6-104 0,0 0-104 16,0 13-32-16,0 12 32 15,0 1 120-15,0-1-32 0,0 0-40 16,0-9-32-16,0-7-8 16,3-2-8-16,6-4-64 15,-5-3 0-15,12 0 64 0,0-6 152 16,-1-7-152-16,10-7 0 16,-1-1-48-16,0-4-24 0,3 2 0 15,-2 5 16-15,-1 1 8 16,-4 8 48-16,-1 5-16 15,-6 4-32-15,-3 13 48 0,3 19 152 16,-4 9 328-16,-2 7 128 16,-3-1-64-16,0-5-72 0,-4-4-104 15,3-10-223-15,-3-2-105 16,0-7-40-16,0-3-281 16,0-7-639-16,0 3-504 0,0-2-328 15,0-3-2777-15,0-1-7730 0</inkml:trace>
  <inkml:trace contextRef="#ctx0" brushRef="#br0" timeOffset="93988.39">22898 13890 1512 0,'0'0'1688'15,"0"0"-432"-15,0 0 1 16,0 0-225-16,0 0-256 15,0 0 160-15,0 0 177 32,0 0 63-32,0 0-160 15,-4-3-32-15,0 3-192 16,-1 0-103-16,-2-4 63 0,3 1-104 16,0 3-144-16,-4 0-96 15,0 0-24-15,0 0-112 0,-4 0 0 16,0 10-8-16,0 6 48 31,1 7-40-31,1 2-56 16,7 0 25-16,3-3-105 0,0-2 8 15,3-8-48-15,18-2 152 16,3-3-128-16,4-7 8 0,8 0-80 16,0 0-48-16,-1-17 0 15,1-5 0-15,-12 0 0 0,0 0 0 31,-12-4 8-31,-3-3 8 16,-9 4 80-16,0-4-40 16,-17 8 160-16,-11 1 32 0,-1 8 24 15,2 5-104-15,-6 7-96 16,6 0-56-16,-1 10-8 0,9 9-8 0,2 6-112 16,10 1-232-16,7-1-192 15,0-2-408-15,12-2-1425 16,12-5-2480-16,-4-9-5337 0</inkml:trace>
  <inkml:trace contextRef="#ctx0" brushRef="#br0" timeOffset="94302.08">23328 13629 11466 0,'0'0'2392'16,"0"0"-823"-16,0 0 375 16,0 0-367-16,0 0-617 0,-11 125-232 15,11-90-40-15,0-1-152 16,0-2-152-16,0-4-184 0,0 1-112 15,0 0-80-15,0-3-8 16,0 2-248 0,0-5-320-16,0-1-136 15,0 0-96-15,-6-7-176 0,6-1-793 16,0-5-2424-16,0-6-2848 16</inkml:trace>
  <inkml:trace contextRef="#ctx0" brushRef="#br0" timeOffset="95270.78">23822 13791 6305 0,'0'0'2728'0,"0"0"-247"0,0 0 280 16,0 0-673-16,0 0-792 0,0 0-528 15,0 0-520-15,12 36 249 16,-12 2-153-16,0 3-80 31,0 0-96-31,-8-9 8 0,0 0-104 16,5-10-16-16,-1-5-8 15,0-8-48-15,4-6 8 0,0-3-8 16,0 0 0-16,0-7-96 16,0-15-96-16,0-3 16 15,0-11 88-15,0 5 16 0,0-4 0 16,0 4-16-1,0-2 40-15,0 5 40 16,8 10 8-16,-5 1 0 0,-3 11 40 16,4 3 8-16,-4 3-48 15,0 0-48 1,0 12 48 0,4 11 144-16,1 6 0 15,-2-5 0-15,6 5 16 16,-2-4-72-16,1-2-32 15,5-11-8-15,-2 1-48 0,6-6 48 16,-6-7 16-16,9 0 64 16,-4 0 48-16,4-4-80 15,-5-8-80-15,2-8 64 0,-1-5 16 16,-8-3-96-16,0-1 56 16,-4-6 16-16,-4 7-8 0,0-1 40 15,0 7 8-15,0 5-104 31,0 5-8-31,0 10-48 0,-4 2-288 16,4 0-376-16,0 0-424 16,0 18-705-16,0 1-2344 15,4-3-1776-15</inkml:trace>
  <inkml:trace contextRef="#ctx0" brushRef="#br0" timeOffset="96052">24233 13846 9033 0,'0'0'3281'0,"0"0"-632"15,0 0-937-15,0 0-496 16,0 0-608-16,0 0-207 0,0 0-25 0,-104 66-208 15,96-47-72-15,8 4-96 16,0-10 0 0,0 2-56-16,0-8 56 15,8-1 64-15,5-6-48 16,-2 0-16-16,10 0 24 16,-6 0-24-16,1-13-80 0,0-2-40 31,-4 2 24-31,0-3 24 0,-8 4 32 15,0 5 40-15,-4 0 8 16,0 4 0-16,0 3 64 16,0 0-64-16,0 0-8 0,0 7 112 15,0 3 32-15,8 2-16 16,-4-3-80-16,0 2 8 0,4-6 32 16,-4-1-88-1,-1-4 16 1,2 0-8-16,-1 0 112 0,0 0-64 15,0 0 8-15,4 0-56 0,-2 0-8 16,4 0-8-16,2 0-72 16,-5 0-24-16,10 0 16 15,-3 0-8 1,4 0 0-16,-2-4-56 16,3-1-40-16,5 1 64 15,-3-9 32-15,-2 3-24 0,-3-2 64 16,-8 2 56-1,4-2 0-15,-8 2 8 16,0 1 0-16,4-4 8 0,-8 0-16 16,0-2 48-16,0 1-48 15,0-4-40-15,0 2 32 16,-4 0 8-16,-8 0 0 0,-4 4 120 31,5 2 0-31,-2 4-48 0,1 2-72 16,5 4 0-16,-6 0 0 31,6 0 0-31,3 0 8 16,-9 4 0-16,5 5-8 0,5 0 0 15,-2 3-176-15,2 2-609 16,3 9-1047-16,0-8-2817 0,0 1-2384 0</inkml:trace>
  <inkml:trace contextRef="#ctx0" brushRef="#br0" timeOffset="96520.53">24679 13690 10490 0,'0'0'2872'31,"0"0"-879"-31,0 0-649 0,0 0-696 16,0 0 24-16,0 0-184 16,0 0-143-16,-15 124-57 15,15-89-104-15,0-4-88 0,0-2-96 16,0-7 0-16,0-6-8 15,0 0-272 1,3-9-545-16,9-5-439 0,5-2-880 16,-6 0-1049-16,6-5-4953 15</inkml:trace>
  <inkml:trace contextRef="#ctx0" brushRef="#br0" timeOffset="96817.39">24696 13814 9818 0,'0'0'2776'16,"0"0"-783"-16,0 0-585 16,0 0-600-16,0 0-144 15,24 23-208 1,-9-21 112-16,9-2-143 15,0 0-209-15,4 0-112 0,-4 0-104 16,0 0-64-16,0 0-104 16,-4 0-177-16,-6-2-79 15,4 2-216-15,-10 0-704 0,4-3-1001 16,-4-4-2151-16,0 3-1602 0</inkml:trace>
  <inkml:trace contextRef="#ctx0" brushRef="#br0" timeOffset="97067.38">24927 13658 4456 0,'0'0'6050'16,"0"0"-3738"-16,0 0-343 15,0 0-345-15,0 0-408 16,0 0-240-16,-29 108-367 0,26-73-161 15,3-2-120-15,0-2-152 16,0-2-120-16,0-4-40 0,0-3-16 31,0 0-72-31,0-6-336 16,0-3-352-16,0 3-897 16,0-6-2376-16,0-5-2688 0</inkml:trace>
  <inkml:trace contextRef="#ctx0" brushRef="#br0" timeOffset="97989.22">24476 13713 1536 0,'0'0'3281'0,"0"0"-1481"0,0 0 0 16,0 0 89-16,0 0-345 16,0 5-344-16,0-5-55 0,0 7-209 31,0-3-112-31,0 2-152 15,0 6-80-15,0-2 48 0,0 9-48 16,0 1-167-16,-3-2-113 16,-1 5-136-16,-5-2-48 0,9 1-56 15,-4-2-64-15,4-1-8 32,0-3 0-32,0 3 0 15,0-10-136-15,0 0-400 0,13 5-505 16,-2-11-527-16,1 3-2665 15,-3 0-3385-15</inkml:trace>
  <inkml:trace contextRef="#ctx0" brushRef="#br0" timeOffset="101350.9">17405 13958 7617 0,'0'0'1712'0,"0"0"1"0,0 0-17 31,0 0-215-31,0 0-569 16,0 0-272-16,0 0-32 0,0-4-200 31,0 4-112-31,0 0-40 16,0 0-64-16,0 0-40 0,0 0 24 15,0 0-8-15,0-3-72 16,0-1-56-16,0 1-40 15,0-3-56-15,0 3 56 0,0-1 8 16,0-1 56-16,0 5-56 16,0-4 96-16,0 4-56 0,0 0-40 15,0 0-8 1,0 0-48-16,0 7 48 16,0 11 40-16,0 7 176 15,0 11 89-15,-4 2 15 0,4 4-48 16,-4 2-72-16,4 0-16 15,0-3-32-15,0 0-8 16,-5-2-88 0,5-1-40-16,0-3 32 15,0-4-40-15,0-2 64 0,0-4-24 16,0-2-40-16,0-4-8 0,0-4 0 16,0-2 0-16,0-3-8 15,0-1-40-15,0-5-24 0,9-1-8 31,-2 0-48-31,9 1 128 16,8-4 72-16,0 0 48 0,8 0-104 0,0 0 80 16,8 0-88-16,8 0 40 15,-5 0-40-15,9 0 16 32,-1 0 16-17,6 0-40-15,-5 0 0 16,4 0 8-16,0 0-8 15,-1 0 0-15,5 0 8 0,-4 0 0 16,8 0-8-16,0 0 0 16,3 0 8-16,1 0 0 0,4 0-8 15,-1 0 0-15,6 0 0 16,1 0 0-16,3 0 48 16,-6 0-40-16,5-7 0 0,4 4-8 15,0-1 8-15,3-2 8 16,-3 0-16-16,0 3 16 0,-10-4-8 15,7 4-8 1,-13-4 8-16,4 7 0 0,-4-5 0 16,-1 5 0-16,1-4 40 0,4 1-40 15,-4 0 0-15,-1 0 8 16,6-1 32-16,2 1-40 16,0-1 0-1,-3 4 40-15,0 0-40 16,4 0 0-16,-5 0 0 15,2 0-8-15,2-3 8 0,0 3-8 16,2 0 0-16,-2 0 8 16,5-2 40-16,4-1-48 15,0-1 16 1,4 4-16-16,-6-5 0 16,6 1 8-16,0 1 0 15,-4-4 0-15,4 4-8 0,0-4 16 16,-1 4-8-16,0 1 0 15,-3-5 0-15,0 7 0 0,-5-3-8 16,2 3 16 0,-1-2-16-1,-5-3 8-15,1 3-8 16,3-2 0-16,-3 4 8 0,-5 0-8 16,6 0 0-1,-3 0 8 1,-5 0 0-16,3 0-8 0,-8 0 0 15,2 0 0-15,-6 0 0 16,5 0 8-16,-5 0-8 0,0 0 0 0,-1 0-8 0,5 0 8 16,-1 0-8-16,6 0 8 15,-1 0 0-15,-1 0 0 16,-3-3 8 0,4 0-8-16,-1 3 0 15,2-3 8-15,-2 3-8 16,5-4 0-16,-4 4 0 0,-4 0 0 15,-4 0 0-15,-13 0 0 16,-7 0 8-16,-8 0-8 16,-4 0-8-1,-8 0 8-15,-8 0 0 16,0 0-8-16,-8 0 8 16,-4 0 0-16,3 0 8 0,-3 0-8 15,0 0 8-15,0 0 40 16,0 0 0-1,0 0-32 1,0 0-8-16,0 0 64 0,0 0-24 16,0 0-40-16,0 0-8 15,0 0 8-15,0 0 0 0,0 0 40 16,0 0 0-16,0 0-48 16,0 0-8-1,0 0-8 1,0 0 16-16,0 0 0 0,3 0-8 15,-3 0-32-15,6 0 40 16,6 0 8-16,-5-3-8 0,6 0 0 0,-1-1-8 0,4 2 0 16,7-4 0-16,-3 2-40 15,12 1 48-15,-4 0-8 16,8 3 8 0,0-3 0-16,-1-1 0 15,6 4 8-15,-6 0 0 0,-3 0 0 16,-8 0 56-16,-8 0-56 15,-7 0-8 1,-6 0 120 0,1 0 16-16,-4 0-24 0,0 0-56 15,0 0-56-15,0 0 0 16,0 0 0-16,0 0-144 16,0 0-120-1,0 0-200-15,-4 0-288 16,-4-2-696-16,-4-5-3538 15</inkml:trace>
  <inkml:trace contextRef="#ctx0" brushRef="#br0" timeOffset="104428.29">17369 13779 3104 0,'0'0'1480'0,"0"0"-223"0,0 0-201 0,0 0 48 16,0 0-352-16,-9 7-448 31,9-7-248-31,0 0 257 0,0 0 431 15,0 0 288-15,13 3-344 16,-5-3-136-16,-1 0-104 16,10 0-128-16,-2 0-120 0,9 0 8 15,4 0-56-15,8 0-56 32,5 0 81-32,2 0-81 0,0 0-8 15,10-7-40-15,-1 1 32 16,4 0 16-16,0 0 0 15,2-1 16-15,-2 0 32 0,0 4 16 16,0-3-48-16,-4 3-8 16,-1 0-24-16,2-3 16 0,-1 6-40 15,0-4 40 1,-5 4-24-16,5 0 16 16,0 0 8-16,3 0 48 15,1-3-48-15,0-1 56 0,0 2-8 16,4-1-72-1,0-4 24-15,0 5-88 16,0-5 8-16,-1 0 56 16,1 4 8-1,-4 0-32-15,-1 0-40 32,1-3 56-32,-4 6-56 15,-5-7 48-15,2 7-48 0,-1-3 48 16,-6 3-48-16,8-3-8 15,-7-1 16-15,5 1 32 0,0 1-48 16,0-2 0-16,4 4 8 31,-5-6-8-31,1 3 8 0,0-1-8 16,0-3 8-16,-8 4 8 16,3-2-16-16,1-2 8 0,-4 5 40 15,4-2-48-15,-4 1 0 16,8-4 8-16,-4 4 0 15,0 0-8-15,3-1 8 0,-2-1 0 16,-2 2 0-16,-7-1 80 16,4 4-8-16,-4-3-8 0,-5 1-24 15,2 2-40-15,2 0 48 0,-3 0 24 16,0 0-64-16,12-5 64 16,-4 5 8-16,3 0-88 0,6-2 8 15,-2-2 88 1,5 4-88-1,0-3 48-15,0 3-48 0,3-3 64 16,-3 3-56-16,4-3-8 16,0 3 16-16,-4-4-16 0,3 1 40 15,1 3-48-15,-5-7 8 0,3 7-8 32,-3-5 0-32,1 5 8 0,0-3 8 15,-1-1-8-15,-3 1 0 16,4 0-8-16,-4 0 0 15,4-1 8-15,-4 4-8 0,3-7 8 16,-3 5-8-16,0-1 0 47,4-4 0-47,-8 5 0 0,0-5 0 16,-1 4 0-16,1-1 0 15,-4-2 0-15,0 3 0 16,0-1 8-16,3-1 0 0,-2-2 0 15,6 5-8-15,-2-5 8 16,-2 4-8-16,1-4 8 0,-4 4-8 31,0-4 8-31,-5 5-8 0,2-1 8 16,-5-1-8-16,0 1 8 16,-4 0 0-16,-5-1-8 0,5 1 0 15,-8 3 0-15,4 0 0 16,-1-2 8-16,-4 2-8 0,7-4 0 15,2 4 8-15,0 0 0 16,3 0-8-16,1 0 8 16,4 0 48-16,4-3-48 0,0 3 0 0,3 0 0 31,5-3 0-31,0 0 0 16,0 3-8-16,-1-4 8 0,2 4 0 15,-1-7-8-15,-1 4 0 16,-3 1 8-16,8 2 40 15,-8 0-40-15,7-3 0 0,-2 3 0 16,-6-4-8-16,1 4 0 0,0 0 8 31,-4 0-16-31,-8-3 16 16,0 3-8-16,-13-2 0 16,2-2 0-16,-5 4 8 0,-4 0-8 15,-1 0 0-15,1-3 0 31,0 3 8-31,5-4-8 0,-6 4 0 16,6-3 8-16,-2 0-8 16,1 3 0-16,-4-3 0 0,4 3 8 15,4-7-8-15,-4 7 0 16,2-2 8 0,4 2-8-16,2-3 8 15,4 3-8-15,4-4 8 0,-4 1 0 16,3 3 40-16,-6 0 48 15,3 0-15-15,-5 0 31 16,-3 0 48-16,0 0-48 0,0 0 24 16,-4 0 0 15,-2 0-64-31,4 0 8 16,-10 0 24-16,-1 0-16 15,1 0-8-15,-3 0-64 0,-1 0-8 16,3 0 64-16,-7 0-64 15,4 0 0-15,0 0-8 0,-4 0 8 16,5 0-8-16,-1 0 0 16,-4 0-8-16,4 0 0 0,-4 0 0 15,3 10-112-15,1-1 48 16,0 7 0-16,0-3 72 0,4 2 16 16,-3-2 40-16,-2 0-48 31,5 2-8-31,-4-5 48 15,5 4-48-15,-5-6 0 0,3 5 0 16,-3-4 0-16,0 5 0 16,-4-2-88-16,0 4-64 0,0 2 88 15,0 5 64-15,0 0 48 16,-4-1-32 0,0 2-8-1,0 0 48-15,1 0-40 0,-6 3 88 0,5-2-32 0,0 0 16 16,-4 3 8-16,8-2 80 0,-3 3-120 15,3-1 8-15,0 1 88 32,0-1-72-32,0 4-64 15,0-7 136-15,0 4-80 0,-5-1 16 16,5-2-8-16,0 3 40 16,-3-4-16-16,-2-4-40 0,1 2 40 15,4 0-40-15,0-8-56 31,0 1 144-31,0-4-72 16,0-2-72-16,0 0 40 0,0-3-48 16,0-5 16-16,0 5-16 31,0-4 8-31,0 2-8 0,0 2 0 16,0 0 0-16,0 3 0 15,0-4 0-15,0 3 0 16,0-2 8-16,0-1 0 0,0 1 0 0,0-7-8 15,0 3 0-15,0-3 8 16,0 0-8-16,0 0 0 16,0 0-160-1,4 0-280-15,1 0-296 16,3-7-344-16,3-5-1721 16,-3-7-12250-16</inkml:trace>
  <inkml:trace contextRef="#ctx0" brushRef="#br0" timeOffset="107337.54">11884 15513 888 0,'0'0'9290'0,"0"0"-6578"0,0 0-727 16,0 0-241 0,0 9-648-16,7-9-456 15,1-6-167 1,5-10-9-16,2-6-144 0,5-1-152 0,0-2-16 15,9-3-72-15,-10 2-8 16,5 1-64-16,-5 8 0 0,-2 3 8 31,-1 10-16-31,-8 4-64 16,0 4-120-16,0 17 144 16,0 17 40-16,0 3 160 0,-2 1-80 15,4 0-80-15,-6-8 64 16,0-11-16-1,-1-5-48-15,2-9 8 16,-5-6 0-16,3-3-8 16,1 0-8-16,1 0 8 0,7-14 0 15,-1-9 64-15,9-9-64 16,-3-3-72-16,2-3-72 0,5 4 0 16,-3 5 64-16,-10 6 32 31,1 14 40-31,-5 9-48 15,-2 0-136-15,-1 25 192 0,-4 13 168 32,4 3-16-32,0 1-32 15,0-1-16-15,0-8 8 0,0-5-64 0,4-10-48 16,-5-1 0 0,10-11-72-16,-6 1-152 0,2-7-376 15,11 0-785-15,-4 0-1503 0,-1 0-4154 16</inkml:trace>
  <inkml:trace contextRef="#ctx0" brushRef="#br0" timeOffset="108009.37">12688 15481 8105 0,'0'0'3241'0,"0"0"-1225"0,0 0 321 16,0 0-761-16,12 121-832 15,-7-90-208-15,-1 2-303 0,0-5-33 16,-1-3-112-16,-3-6-80 31,0-3 0-31,5-7-8 16,-5-5-56-16,0-4-72 0,0 0-16 15,0 0-65-15,0-6-79 16,0-17 64-16,0 1 104 0,-8-7 16 16,0-2 0-1,0 2 56-15,-4-3 0 16,7 7 48-16,2 3 8 16,3 7 8-16,0 1 120 0,0 11 56 15,0 3 32-15,0 0-96 16,0 0-112-16,0 0 32 0,8 10 24 15,7 5 24 1,1 5-32-16,5-4-48 16,2 2 32-16,-3-2-40 15,4-2 0-15,0-2 41 0,-3-3-49 16,-6 1 0-16,1-7-8 16,-4 0 16-16,1 4-8 0,-10-7 0 31,5 0 0-31,-4 0 0 31,0 0-65-31,0 0 65 0,-4-10 49 16,8-9-41-16,-8-3 40 15,0-5 24-15,0-1 0 0,0 1 32 16,0-5 16-16,0 6 32 16,0 3 80-16,0 8 16 15,0 1-96-15,0 5-72 0,0 9-80 16,0 0-64-1,0 0-384 1,8 0-785-16,8 3-1127 0,0 10-5530 0</inkml:trace>
  <inkml:trace contextRef="#ctx0" brushRef="#br0" timeOffset="108832.75">13247 15507 10234 0,'0'0'2376'16,"0"0"-295"-16,0 0-377 16,0 0-672-16,0 0-512 15,0 0-136-15,-123 9-40 16,98 8-103-1,1-2-137-15,9 7-88 0,-1-1-8 0,12 6-8 16,4-8 0-16,0 0-48 31,0-6-80-31,16-4-16 16,-1-3 23-16,6-6-31 0,3 0-72 16,-5 0-24-16,5-6 0 15,-1-6-72-15,-2-8-168 0,-9 1 8 16,4 0 120-16,-5-6 80 31,-6 3 88-31,-5-1 136 0,0 7 56 16,0 3 8-16,0 8 8 15,0 5 192-15,0 0 168 0,0 5-144 16,0 15 48-16,0 5 56 16,8 0-80-16,-1 1-32 15,6-6-8-15,-1-5-32 0,4-5 8 31,0-4-40-31,0-6 24 16,-1 0-64-16,2 0-8 0,-2-6-96 16,-2-7-8-1,-2 1-72-15,-3-5 0 16,1 0 24-16,-2 5-24 16,-7 7 64-16,0 5 0 0,3 0-56 15,-3 0 8 1,5 0 48-16,3 0-8 15,4 9 8-15,3-1 0 0,2-4 8 16,4 3 8-16,1-7 0 16,3 0 0-16,-5 0 72 15,-1 0-80-15,-2-11 8 0,-6-1 0 16,-2 3 0-16,-5-4 8 16,-4-3 40-1,0-3-48-15,0 1 40 16,-9-5 8-16,-6-3-48 15,-6 4 0-15,-6 1 48 0,3 1-48 16,-4 11 80-16,0 5 113 16,-3 4-57-16,6 10-136 0,5 13-8 15,9 9 0-15,7-1-48 16,4 1-329-16,7 2-567 31,18-5-1008-31,-1-11-3305 0</inkml:trace>
  <inkml:trace contextRef="#ctx0" brushRef="#br0" timeOffset="109113.97">13786 15373 9754 0,'0'0'2968'0,"0"0"-1423"16,0 0 343-16,0 0-424 16,23 114-728-16,-11-85-247 15,4 3 7-15,0-6-304 16,-5 2-128-16,6-5-56 0,-5-5-8 16,-5-2-72-16,-2-4-248 31,3-3-377-31,0 2-703 0,-1-11-792 15,2 0-2561-15,-5 0 72 0</inkml:trace>
  <inkml:trace contextRef="#ctx0" brushRef="#br0" timeOffset="109363.97">13797 15516 6025 0,'0'0'4673'0,"0"0"-2265"16,0 0-55-16,0 0-841 0,0 0-344 16,24 17-479-16,0-12-185 15,-1 2-208-15,9-4-88 0,-4-3-88 16,-1 0-56-16,2 0-64 16,-5 0 0-16,-8-3-424 0,0-1-416 15,-4-1-425-15,8-5-1191 16,-8 3-2129-1,0-3-1048-15</inkml:trace>
  <inkml:trace contextRef="#ctx0" brushRef="#br0" timeOffset="109582.7">14035 15325 5473 0,'0'0'2872'0,"0"0"1225"0,0 0-1488 15,0 0-921-15,0 0-856 16,0 0 0-16,0 0-111 16,-11 119-185-16,16-76-264 0,6 3 0 15,1-5-128-15,0-4-144 16,4-5 0-16,-4-6 0 0,0-4-232 16,-4-6-280-16,8-4-849 15,-1-5-2439-15,-6-4-4642 0</inkml:trace>
  <inkml:trace contextRef="#ctx0" brushRef="#br0" timeOffset="109863.93">14570 15491 8529 0,'0'0'6306'0,"0"0"-5522"15,0 0 144-15,0 0 48 0,0 0-448 16,0 0-336-16,124 3-120 16,-100-3-72-1,-4 0-200-15,-9 0-512 16,2 3-792-16,-9-3-2617 15,0 0-3929-15</inkml:trace>
  <inkml:trace contextRef="#ctx0" brushRef="#br0" timeOffset="110085.86">14537 15570 1688 0,'0'0'9282'16,"0"0"-7002"-16,0 0-567 0,0 0-401 0,0 0-624 16,80 7-416-16,-51-7-136 15,-1 0-64 1,-4 0-72 0,-4 0-552-16,4 2-1184 0,-13 5-2497 15,2-2-3561-15</inkml:trace>
  <inkml:trace contextRef="#ctx0" brushRef="#br0" timeOffset="110802.74">15312 15405 12562 0,'0'0'3201'0,"0"0"-2217"15,0 0 224-15,0 0-191 0,-16 102-425 16,16-71-272-16,0-2-56 16,0-5-72-16,0-4-88 15,0-4-96-15,0-3 40 0,0-7-48 16,0-2-96 0,0-4-56-16,0 0 8 15,0 0 16-15,0-13-56 0,-4-6-120 16,0-8 144-16,-4-3 80 15,4-2 8-15,0-3 24 16,0 3 48-16,4 3 0 0,0 1 8 31,0 12 0-31,0 6 0 0,0 10 112 16,0 0-112-16,0 7 56 16,8 15 80-16,4 3-8 15,-1 0-64-15,2-2-24 0,-5-7-32 16,2-4 40-16,0-8-48 15,-2-4-8-15,3 0 72 0,2-9 24 32,2-11-80-32,2-2-16 15,-2-7-72-15,-3 1 0 16,7 2 16-16,-2 4 48 0,-5 6-8 16,0 9 8-16,-4 7-40 15,4 3 48 1,-4 26 312-16,0 10 104 15,4 5-24 1,-4 1 0-16,4-1-72 16,-4-12-152-16,0 0-104 15,4-9-64-15,-8-11 0 0,0-3-384 16,2-3-600-16,8-2-849 16,-10-4-4472-16</inkml:trace>
  <inkml:trace contextRef="#ctx0" brushRef="#br0" timeOffset="111460.08">15791 15615 7801 0,'0'0'6169'15,"0"0"-4648"-15,0 0 279 16,0 0-319-16,-4 111-721 16,4-86-344-16,0 0-96 0,0-2-176 15,0-7-80-15,0 0-48 16,0-7-16-16,0-6 0 0,0-3-128 16,0 0 0-16,0 0-40 31,0-6-56-31,0-16-64 0,0-3 160 15,0-4-16-15,0-6 136 16,0 0 0-16,0 0 8 0,0 4 0 16,0 1 8-16,0 9 112 15,0 4 152-15,0 8 0 16,0 9 48 0,0 0-104-16,0 0-88 15,0 15 32-15,4 8 168 0,7 6-120 16,1 2-64-16,0-6-88 0,4 4-48 15,4-7 0 1,-4-3 0 0,4-2 0-16,-5-8-8 15,4-6-88-15,2-3-40 0,4 0-56 16,-6 0-16-16,1 0 24 0,1-12 56 0,-6-2 32 16,-2-4 88-16,-2 1 0 15,-3-5 0-15,-8-3 8 31,0 3 56-31,0-3 64 0,0-4 88 16,-12 4 32-16,5 2-80 16,-2 7-80-16,1 3-88 0,4 8-64 15,0 5-144-15,1 0-456 16,3 12-464 0,0 10-969-1,0-3-5024 1</inkml:trace>
  <inkml:trace contextRef="#ctx0" brushRef="#br0" timeOffset="112288.11">16356 15637 1688 0,'0'0'11954'16,"0"0"-9193"-16,0 0-705 0,0 0-751 15,0 0-497-15,0 0-448 16,0 0-144-16,-116 6-24 16,93 7-48-16,-1 5-80 0,8 2-56 15,0 2 0-15,8 0-8 0,4-6 0 16,4 0 0-16,0 0-72 16,0-7-56-16,4-2-40 31,8-5 0-31,0-2-8 0,4 0 56 15,4 0-72-15,-4-2-144 16,-1-10 88-16,-2-8 24 0,3 4 24 16,-8-6 104-16,-1 6 8 15,1-2 80-15,-4 4 8 16,0 1 16 0,1 11-16-16,-5-1 64 15,4 3-56-15,-4 0 64 0,3 12 152 16,5 10 96-16,1 4-64 0,-1 2 24 15,7-6-88 1,-6 1-56-16,6-7-56 31,-3-11-8-31,4 2-64 0,-4-7 104 16,3 0-16-16,-2 0-40 16,-1-7 0-16,4-11-56 0,-4-1-72 15,0-1 0-15,-5 1-32 16,6-3-56-16,-5 7 32 15,-4 6 120-15,-4 5-56 16,3 4 56-16,-3 0-40 0,8 0 0 16,-3 13 48-16,2 2 96 0,1 1-48 15,5-3 8-15,-1-1-40 47,3-5 40-47,-3-1 0 16,4-6-8-16,0 0 0 0,5 0-32 31,2-13 40-31,1-6-48 16,-8 1 0-16,4-5-8 0,-8-2 8 15,0-3 0-15,-12 3 0 16,0-5 0 0,0 2 0-1,-16 2 40-15,-12 4 112 0,-3 12 144 0,-6 10-144 16,-7 0-160-16,13 29 0 15,-5 7-88-15,16 8 40 0,2 0-200 16,11 1-464-16,7-1-496 16,21-9-1449-1,3-17-4512-15</inkml:trace>
  <inkml:trace contextRef="#ctx0" brushRef="#br0" timeOffset="112538.1">16902 15420 3672 0,'0'0'9826'0,"0"0"-7473"0,0 0-553 16,0 0-519-16,0 0-377 0,0 0-144 15,0 137-176-15,0-92-112 16,0-1-304-16,4 1-96 15,5-7-72-15,-5-6-160 0,-1-3-264 16,5-8-392-16,5-1-288 31,-6-8-1145-31,5-5-4592 0</inkml:trace>
  <inkml:trace contextRef="#ctx0" brushRef="#br0" timeOffset="112834.97">16930 15554 8449 0,'0'0'4393'15,"0"0"-2232"-15,0 0-25 16,0 0-776-16,0 0-599 0,0 0-169 15,0 0-16-15,0 0-152 16,56 64-88-16,-20-57-136 16,4 1-80-16,4-4-64 0,8-1 32 31,-5 0-88-31,-4-3-256 0,-6 0-352 16,-9 0-248-16,-16 0-1057 15,-5 0-2464-15,-7 0-4777 0</inkml:trace>
  <inkml:trace contextRef="#ctx0" brushRef="#br0" timeOffset="113100.57">17209 15383 2664 0,'0'0'8338'15,"0"0"-6202"-15,0 0-167 16,0 0 231-16,0 0-743 0,-4 114-473 16,4-70-152-16,4 1-56 15,5-1-200-15,1-5-288 16,-1-8-232-16,-5 1-56 0,1-6-96 16,-5-5-432-16,0-1-416 0,0-4-376 15,0-7-1609 1,0 4-5289-16</inkml:trace>
  <inkml:trace contextRef="#ctx0" brushRef="#br0" timeOffset="113366.19">17987 15637 16451 0,'0'0'2993'0,"0"0"-1289"32,0 0-480-17,0 0-632-15,0 0-512 0,0 0-80 16,0 0-576-16,0 0-544 15,0 0-512-15,0 0-1465 0,-21 6-6873 16</inkml:trace>
  <inkml:trace contextRef="#ctx0" brushRef="#br0" timeOffset="113862.19">18381 15402 14403 0,'0'0'2648'0,"0"0"-1016"0,0 0-399 15,0 0-473-15,0 0-544 31,0 0-40-31,0 0 208 0,0 0 80 16,31 120-200-16,-18-81 0 16,7-2-64-16,0 2-40 15,4-7-80-15,-4-3-64 0,0-8-8 16,-5-5 40 0,2-7-48-1,-6-2-72 1,-2-4-48-16,-1-3 8 0,3 0 104 15,-3-13 0-15,-3-6 8 16,3-9 0-16,-1-7 48 16,1-4-32-16,-3-4 64 0,-1-8 32 15,7 3 32-15,-4-4-16 16,3 5-128 0,-3 5 0-16,1 12-56 15,0 10-128-15,-8 12-256 0,5 4-456 16,-2 4-392-16,5 9-2497 15,-4 7-3641-15</inkml:trace>
  <inkml:trace contextRef="#ctx0" brushRef="#br0" timeOffset="114504.45">19094 15563 3368 0,'0'0'7226'32,"0"0"-4554"-32,0 0-431 15,0 0-321-15,0 0-832 0,0 115-191 16,0-77-361-16,-4-6 0 15,-3-1-192-15,3-2-152 0,0-6-112 16,0-9-64-16,4-3-16 16,0-5 0-1,-4-6-224-15,4 0-64 16,0 0 16-16,-5-3 80 0,2-13-104 16,3-7 160-16,-4-2-48 15,4-3 48-15,0-1 64 16,0-2-40-16,0 2 48 15,4 7 64 1,4 3-8-16,0 7 8 0,-4 5 48 16,0 7 80-16,3 0 56 0,-3 0 0 15,9 19 128-15,-5 3-96 16,4-1-24 15,0 6-56-31,3-8-48 16,2-1-80-16,3-4 0 15,-1-5 8-15,5-9 64 0,0 0-80 16,1 0-32-16,-6-4 24 16,5-11 8-16,0-4 0 0,0-3 8 15,-8-7 0-15,0 1 8 32,-8-4-8-32,-8 0 40 15,0 0-40-15,0 7 112 0,0 5 96 16,0 5-88-16,0 5-40 15,-4 7-88-15,0 3-144 0,4 0-464 16,-10 16-520-16,10 3-1569 16,0 3-6009-16</inkml:trace>
  <inkml:trace contextRef="#ctx0" brushRef="#br0" timeOffset="115317.16">19625 15598 12106 0,'0'0'3865'0,"0"0"-2777"0,0 0-128 32,0 0-296-32,0 0-295 15,0 0-225-15,-120-19 128 16,96 28 96-16,-4 11 0 0,9 2-48 15,-1 4-24-15,8-2-56 0,3 3-168 32,9-8-64-32,0-1-8 15,0-4-8-15,13-5-144 16,-1-9-96-16,8 0 56 0,-2 0-200 16,7 0-64-16,-9-13-112 15,9-3 103-15,-6 0 161 0,1-3 64 16,-5 0-40-1,-6 4-8 1,3 2 152-16,-4 3 72 16,-4 4 56-16,-4 6 8 0,0 0 136 15,0 6 168-15,0 14 240 16,0 1-79-16,8 4-49 0,-4-5-96 16,8 2-88-1,4-6-40-15,-4-7-72 16,0-2-16-16,4-3-40 15,-5-4-8-15,6 0-8 0,-1-7-40 0,0-6-8 16,-5-3 0-16,2 0-112 16,-2-3-112-1,2 3 24-15,-9 4 8 16,3 1 48-16,-3 5 40 16,0 3 56-16,0 3 32 15,-4 0 16-15,5 7 104 0,-2 9 96 16,5 2-48-16,4-1-40 0,0-2-32 31,4-5-8-31,4-3-64 31,4-5 0-31,-4-2 64 16,4 0-64-16,-4-5 0 0,4-9 8 16,-5-4-16-16,-7-1 8 15,4-4 56-15,-8-2-64 16,-3-1 48-16,-5 1-48 0,0-4 0 15,-10 4 8-15,-9 4 48 16,-8 4 112-16,-6 10-160 0,-6 7-8 16,-1 0-8-16,-3 24-72 0,6 6 72 15,9 9-56 1,4-1-184 0,12 0-584-16,12 3-593 0,0-12-2824 15,17-7-7249-15</inkml:trace>
  <inkml:trace contextRef="#ctx0" brushRef="#br0" timeOffset="115614.02">20271 15392 11746 0,'0'0'4561'0,"0"0"-3513"16,0 0-136-16,0 0-111 0,0 0-73 15,0 0-136-15,3 137-112 16,1-89-88-16,1 0-248 31,7-4-136-31,-1-1-8 0,2-11-152 16,-2-3-280-16,2-7-320 15,-2-9-400-15,4-3-729 0,-2-8-2216 16,-1-2-3952-16</inkml:trace>
  <inkml:trace contextRef="#ctx0" brushRef="#br0" timeOffset="115879.64">20274 15611 7633 0,'0'0'6554'0,"0"0"-4762"16,0 0-216 0,0 0-512-16,0 0-303 15,0 0-409-15,0 0-112 16,116 14-88-16,-80-14-104 0,4 0-40 16,0 0-8-16,-4 0-72 31,-1-10-160-31,2 0-112 0,-14 0-320 15,-3 1-289-15,-3-3-311 16,-2 1-616-16,-3 5-2089 0,-3-3-320 16</inkml:trace>
  <inkml:trace contextRef="#ctx0" brushRef="#br0" timeOffset="116147.96">20681 15370 5065 0,'0'0'4953'0,"0"0"-2465"0,0 0 137 15,0 0-369-15,-27 63-799 0,14-21-401 16,9 5-200 0,-4 5-40-1,8-6-248-15,0 0-96 0,0-5-232 16,0-7-120-16,0-5-104 0,4-7-16 15,4-6-216 1,1-4-288-16,-2-1-440 0,5-2-136 0,-7-4-801 16,2 2-4344-16</inkml:trace>
  <inkml:trace contextRef="#ctx0" brushRef="#br0" timeOffset="118144.52">9990 16621 200 0,'0'0'472'0,"0"0"5209"0,0 0-2953 16,0 0-431-16,0 0-401 16,0 0-407-1,0 0-545-15,0 0-296 0,-4 6-224 16,4 4 88-16,4 6 56 15,8 0-160-15,5 0-80 16,2-2-87-16,1 0-81 0,4-5-24 16,-1-2-88-1,5-7-40 1,-3 0 96-16,3-3 40 0,0-17 8 0,0-5-40 16,-4-3-56-16,-10-8-8 15,-5 2-32-15,-4-4-16 16,-5 6 48-16,-5 0-40 0,-15 3 0 15,-7 10 0-15,-5 4 56 16,-4 5-8 0,-5 10 72-16,2 0-8 15,3 23 0-15,4 5-120 16,0 7 0-16,16 6 0 0,7 0-72 16,9-2-344-16,5-8-400 31,43 4-817-31,-4-12-1359 31,-5-8-4066-31</inkml:trace>
  <inkml:trace contextRef="#ctx0" brushRef="#br0" timeOffset="118347.62">10453 16627 11482 0,'0'0'2761'0,"0"0"-1097"16,0 0 272-16,0 0-727 15,0 0-665 1,24 109-240-16,-20-84-120 0,-4 3-72 16,0-2-112-16,0 2-120 15,-4-2-496-15,4-4-705 0,0-3-1407 16,0-6-5058-16</inkml:trace>
  <inkml:trace contextRef="#ctx0" brushRef="#br0" timeOffset="118753.86">10732 16513 8513 0,'0'0'5353'0,"0"0"-4232"16,0 0 215-16,-17 124-224 16,17-86-584-16,9-9-136 0,6-7-120 15,6-10-127-15,2-5-17 16,1-7-128-16,4 0-8 0,-1-7 8 15,6-18-72-15,-5-3-73 16,-8-4 65 0,-5 0 64-16,-10-6 16 15,-5 3 16-15,-5 0 64 0,-18 1 145 16,-5 4 15-16,-7 5 8 16,-6 9 168-16,1 10-48 0,5 6-128 15,-1 0-136-15,8 26-104 16,4 5-56-1,8 10-328-15,16 20-448 16,0-14-977-16,0-2-3880 16</inkml:trace>
  <inkml:trace contextRef="#ctx0" brushRef="#br0" timeOffset="119113.21">11317 16484 9826 0,'0'0'4281'0,"0"0"-2657"15,0 0 24-15,0 0-576 0,0-108-511 16,0 80-209-16,-4 2-64 15,1 4-88 1,-1 6-184 0,0 3 32-16,4 8-40 0,-4 5-8 15,4 0 0 1,0 21 0-16,0 18 8 16,0 8 56-16,0 11 24 0,0-2-40 15,8-2-32-15,3-6-16 16,2-13 0-16,1-6-168 15,15-13-360-15,-5-4-953 0,-3-12-3416 16</inkml:trace>
  <inkml:trace contextRef="#ctx0" brushRef="#br0" timeOffset="119488.2">11533 16329 6809 0,'0'0'8322'16,"0"0"-6490"-16,0 0-704 15,0 0-391-15,0 0-265 0,43-7-112 16,-14 1-72-16,-5 2-136 16,-1 2-104-16,-3-1-48 0,-8 3-40 15,0 0 32-15,-8 12 8 16,-4 14 64-16,0 5 16 15,-7 8 64 1,-14 5 0-16,1-3-16 16,1 0 152-16,2-6-56 0,10-6-24 15,3-10-40-15,4-6-80 0,0-4-80 16,8-2-96 0,12-7 48-1,2 0-120-15,7 0-184 16,-1-7-280-16,13-9-592 0,-10 7-1417 15,-3-4-3264-15</inkml:trace>
  <inkml:trace contextRef="#ctx0" brushRef="#br0" timeOffset="119881.37">12015 16335 4032 0,'0'0'10395'0,"0"0"-8203"0,0 0-584 32,0 0-367-32,0 0-481 0,28 117-344 15,-8-82-160-15,8-2-56 16,-9 1-80-16,6-2-40 16,-5-3-80-16,-5 0 48 0,2-8-40 31,-6-1 0-31,-2-8-8 15,-5-3-8-15,-4-2-160 0,0-4 48 32,0-3-8-32,-9 0 56 15,-15 0 72-15,-12 0 16 0,-7 0 120 16,-5-10 56-16,0 3 112 0,9-2-80 16,7 4-80-16,12 1-144 15,12-2-40-15,3 3-328 0,5 0-488 16,17-8-832-1,7 6-1281 1,3-4-5033-16</inkml:trace>
  <inkml:trace contextRef="#ctx0" brushRef="#br0" timeOffset="120097.37">12058 16363 8705 0,'0'0'8018'16,"0"0"-6114"-16,0 0-303 0,0 0-385 0,0 0-656 16,0 0-272-16,112-44-88 15,-71 32-120-15,-2 3-80 16,-3-2-176-16,-4 8-456 0,-8 3-456 47,-8 0-3113-47,-12 0-6225 0</inkml:trace>
  <inkml:trace contextRef="#ctx0" brushRef="#br0" timeOffset="121012.53">12640 16452 1776 0,'0'0'12042'0,"0"0"-9881"0,0 0 47 16,0 0-519-16,0 102-809 15,5-73-416-15,-1 0-200 16,0-4-64-16,0-9-96 0,-1-4-56 31,-3-5-40-31,5-4 8 0,-5-3 32 16,4 0-48-16,0-6 0 15,3-17-64-15,-2-6 56 16,7-5-136-16,4-11-16 0,-4 4-48 16,3 3 32-16,2 7-48 15,-5 5 32-15,-5 16 96 0,6 8-40 31,-5 2 136-31,-1 14 8 16,2 15 72-16,-1 7 40 16,-4-1-56-16,-1-4 32 0,-3-2-96 15,4-10 8-15,-4-9 0 16,0-8 0-16,0-2 40 0,4 0 32 0,5-2-32 16,-3-18-48-16,7-5-56 15,3 0-64-15,-4-7 64 16,7 0-152-16,-2 4-136 0,-5 8 48 15,-1 11 120 1,-2 6 8-16,-1 3 168 16,-5 12 176-16,2 10 48 0,-1 4 32 15,0-1-48-15,3 2-96 16,-2-10-56-16,-1 0-40 16,4-8-8-1,-5-2 0-15,5-4-16 16,-4-3-136-16,9 0-56 15,-5 0-112-15,4-12 48 0,0-5 88 16,-1-2-136-16,-2 3 56 16,-1 0 160-16,-5 6 80 0,5 8 16 31,-8 2 40-31,4 0 232 16,1 12-8-16,6 4-48 0,1 7 32 15,4-8-48-15,0 1-64 16,4-9 72-16,0-7-72 15,4 0 56-15,-4 0-8 0,-4-9-88 32,0-8-80-32,-4-2 48 15,0-3-56-15,-12 0 0 0,0-5 48 16,0 0-8-16,-12 1 24 16,-8-3 16-16,-8 5 40 0,-1 1 16 15,6 10 32-15,-5 8-56 16,5 5-120-16,-1 12-112 15,3 19-128-15,6 8-176 16,6 5-232-16,9 11-704 0,0-9-1265 16,17-10-6121-16</inkml:trace>
  <inkml:trace contextRef="#ctx0" brushRef="#br0" timeOffset="121307.84">13442 16068 14147 0,'0'0'3168'16,"0"0"-1407"-16,0 0-497 0,0 0-568 15,0 0-384-15,0 0 192 0,20 140 32 16,-9-79-80-1,-1 2-160-15,-3 0-96 16,1-6-127-16,0-5-57 16,-3-11-16-16,2-10-65 15,-3-5-439-15,0-7-584 0,3-10-496 16,-2 5-2361-16,-1-12-7241 0</inkml:trace>
  <inkml:trace contextRef="#ctx0" brushRef="#br0" timeOffset="121725.72">14308 16380 11930 0,'0'0'5337'16,"0"0"-3840"-16,0 0-345 16,0 0-336-16,0 0-288 0,99-29-128 0,-60 23-136 15,-11 2-120-15,0 2-144 0,-7-2 0 16,-7 1-264 0,-8 3-352-16,-6 0-304 15,0 0-849-15,-6 7-3136 16,-4 2-7217-16</inkml:trace>
  <inkml:trace contextRef="#ctx0" brushRef="#br0" timeOffset="121928.84">14332 16528 6633 0,'0'0'7353'16,"0"0"-4944"-16,0 0-433 0,0 0-695 31,127 10-401-31,-87-10-544 16,-5 0-136-16,-3-6-200 15,-12 2-88-15,-3-1-504 0,-6 2-400 16,-11 3-697-16,3 3-2648 16,-3 6-2304-16</inkml:trace>
  <inkml:trace contextRef="#ctx0" brushRef="#br0" timeOffset="125675.92">15675 16262 832 0,'0'0'4033'0,"0"0"-1225"15,0 0-911-15,0 0 183 31,0 0-536-31,0 0-431 16,0 0-193-16,0 0-16 0,0 0-56 16,0 0-16-16,0 0-144 15,0 4-175-15,0 14-113 0,0 14-16 0,0 10 56 16,0 11-96-16,7 5-152 16,-3 1-96-1,4-7-48 1,0-8-40-16,-3-10 0 15,-2-11 80-15,1-14-88 0,0-5-40 16,-1-4-112-16,-3-9 0 0,0-18 104 16,0-7-136-16,0-7-24 15,0-4 40-15,0-2-8 0,0 1 88 16,0 5 32 0,-7 4 56-16,3 5 0 15,1 0 0-15,3 13-8 16,0 1-56-16,0 8 64 15,0 6 48-15,0 4-40 0,0 0 0 16,0 0 64-16,0 10-24 0,3 2 0 16,1 5 72-16,9-5-120 31,-5 1 8-31,3-3 64 16,-3-4-64-16,4-6 0 0,0 0-8 15,1 0 0-15,2 0 0 16,1-6 0-16,0-4-64 0,0-3 64 15,-8 8-104-15,0 1 104 16,0 4 0 0,-8 0-88-16,8 0 88 15,-4 16 88-15,0 6-32 0,4 0 88 16,0 4-40-16,0-2 16 16,0-4 48-16,-4-4-160 0,-2-4 72 15,-2-2-40-15,0 0-32 16,5-3 32-1,-5 1-40-15,0-1-64 16,0 5 0-16,0 2 8 16,0-6 40-16,0 2-88 0,0-3-40 15,5-4 72-15,-5 1-72 0,0-4-104 32,0 0-144-32,0 0-256 31,0 0-169-31,0 0-63 15,0 2 32-15,0 10 360 0,0-2 360 16,0 3 120-16,0 3 8 0,0-6-8 16,0 2 0-16,0-5-56 15,0 3-24-15,0-8-560 16,0 5-2081-16,0-2-3696 0</inkml:trace>
  <inkml:trace contextRef="#ctx0" brushRef="#br0" timeOffset="126536.28">16201 16554 13122 0,'0'0'2433'15,"0"0"-1705"-15,0 0 176 0,0 0-136 16,0 115-392-16,2-78-208 15,3 5 48-15,0-8-39 0,-1-8-97 32,0-4-64-32,-1-9 88 15,2-7-104-15,-5-6 0 0,0 0 56 16,0 0 0-16,0-19-56 16,0-6-72-16,-12-6 72 0,-4-5-48 15,4 2 48-15,0-5 8 31,0 4 32-31,4 7-32 0,0 2 32 16,4 11-32-16,4-1-8 0,0 9 8 16,0 1 16-16,0 6-8 15,0 0-16-15,0 0 0 0,4 0 8 16,8 0 48-16,0 9 8 16,-5 4 8-1,10 3 0-15,-1 3-64 16,0-3 48-16,4 6-40 15,-1-3-16-15,1-3 80 0,-4 3-80 16,4-6 0-16,-7-3 8 0,-2-4-8 31,1 0 0-31,0-3 16 32,-4-3-16-32,0 0 0 15,1 3 8-15,-2-3 88 0,-3 0-96 16,4 0 0-16,1 0 0 0,-6 0 40 15,4 0-40-15,2 0 8 16,-2-6 8-16,2 3-8 16,-5-4 8-16,0 0 56 0,0-2-64 15,-4 0 72-15,0-3 40 16,0-4 24-16,0-10 8 0,-4-3 40 16,-9-3 40-16,-2-2-104 15,0-4 0-15,-2 3-40 16,9 4-40-1,-4 5-48-15,8 7-64 16,4 9-112-16,0 10-288 16,0 26-592-1,0 11-705-15,0 1-3824 0</inkml:trace>
  <inkml:trace contextRef="#ctx0" brushRef="#br0" timeOffset="127348.74">16782 16602 3448 0,'0'0'7938'0,"0"0"-5722"31,0 0-487-31,0 0-137 0,0 0-576 15,0 0-480-15,0 0-255 16,-103-48-129-16,79 70 88 0,0 7 72 16,1 3 32-16,6 0-64 15,14-2-136-15,3-3-72 16,0-5-24-16,3-3-40 0,18-9-8 31,-2-5-72-31,5-5-32 16,-4 0-96-16,5-3 88 0,-6-9-16 15,-3-7-16-15,-4-3 24 0,0 0-24 16,-8-7 144-16,-1 0-8 16,2 4 8-16,-5-1 8 0,0 7 0 15,0 7 0 1,0 5 8 0,0 7 64-16,0 0 8 0,0 9-80 15,0 14 48-15,8 3 24 16,-5-1-16-16,10 0 16 0,-2-5-64 15,2-1 104 1,3-10-64-16,0-3-8 16,-4-6-48-16,3 0 48 15,5 0-40-15,-3-13-8 0,-2-3 0 16,2 1-80-16,-6 2-40 16,-3 0 24-16,0 10 48 15,-8 3 40 1,0 0 0-16,3 3 0 15,2 17 8-15,-1-4 56 0,4 3-8 16,0-7 0-16,4-2 0 16,0-3-48-16,4-4 48 15,-1-3-48-15,5 0 16 0,-3-3 24 16,2-11-40-16,-2-1-8 31,-2-4-96-31,-6-4 96 0,-1 5 8 16,-8-5 0-16,0-5-8 15,0 1 8-15,-13-1 72 16,-6 3-56-16,-9 6 104 0,0 6 0 16,-4 13-56-1,4 0-56-15,-4 19 0 16,8 13-8-16,9 9 0 0,6 1-184 16,9-1-416-1,0 2-1217-15,9-9-3208 16,6-13-5745-1</inkml:trace>
  <inkml:trace contextRef="#ctx0" brushRef="#br0" timeOffset="127583.1">17364 16494 13170 0,'0'0'3121'0,"0"0"-1817"16,0 0 25-16,0 0-633 16,13 111-432-16,-2-72-176 0,2-2-8 31,2-5-80-31,-7-7-40 16,1 0-232-16,-1-6-168 0,-1-6-497 15,-3 0-855-15,5-6-2273 16,-9-2-1696-16</inkml:trace>
  <inkml:trace contextRef="#ctx0" brushRef="#br0" timeOffset="127848.71">17265 16694 6689 0,'0'0'7498'0,"0"0"-5978"16,0 0-48-16,0 0-472 0,140 0-600 15,-88-9-255-15,3-4-73 16,1-1-24 0,0 2-48-16,-8 6-169 15,-4 3-495-15,-9 3-712 16,-11 0-2577-16,-12 0-4233 0</inkml:trace>
  <inkml:trace contextRef="#ctx0" brushRef="#br0" timeOffset="128114.5">17659 16354 3288 0,'0'0'9882'16,"0"0"-7969"-16,0 0 167 0,0 118-463 0,4-62-665 15,13-1-368 1,-2-1-192 0,-2-10-200-16,2-9-80 15,-2-6-112-15,-5-7-88 0,-1-3-336 16,-3-3-320-16,-4-7-609 15,0 0-1695-15,0 1-5442 0</inkml:trace>
  <inkml:trace contextRef="#ctx0" brushRef="#br0" timeOffset="128620.14">18269 16513 3328 0,'0'0'13139'0,"0"0"-10466"15,0 0-489-15,0 0-240 0,0 0-967 32,0 0-577-32,0 0-240 15,0 0-160-15,21-85-152 16,-21 81-528-16,2 4-441 0,-2 0-383 15,0 0-48-15,0 16-673 0,0 0-4464 0</inkml:trace>
  <inkml:trace contextRef="#ctx0" brushRef="#br0" timeOffset="129230.65">18980 16415 880 0,'0'0'11178'0,"0"0"-8033"0,0 0-937 15,0 0-719-15,0 0-833 16,0 0-240-1,0 0 0-15,-5 89-64 0,10-61-160 16,9 1-48 0,3-10-96-16,3-4 0 0,4-5-40 0,-4-10-8 15,8 0-64-15,-4 0-64 16,-1-16-16-16,-2-9 16 31,-7-1 32-15,-4-6 88-1,-6-2 8-15,-4 2 48 16,0 0 16-16,0-3 16 0,-14 10 64 0,-4-1 48 16,-4 7 24-16,-1 10 32 0,-5 9-80 15,1 0-160 1,-1 16-8-16,4 15-8 16,3 8-152-1,7 5-312-15,9 1-224 0,5-3-288 16,0-1-1145-16,8-10-3064 15,8-9-3761-15</inkml:trace>
  <inkml:trace contextRef="#ctx0" brushRef="#br0" timeOffset="129470.64">19425 16595 14187 0,'0'0'3864'0,"0"0"-2647"16,0 0-121-16,0 0-344 0,-15 102-392 15,15-83-208-15,0-2-152 16,0-5-152 0,4-6-456-1,3 1-336-15,6-4-809 0,-1-1-2039 16,-5-2-3034-16</inkml:trace>
  <inkml:trace contextRef="#ctx0" brushRef="#br0" timeOffset="129828.32">19601 16452 1376 0,'0'0'9682'15,"0"0"-6529"1,0 0-1161-16,0 0-232 0,0 0-575 15,0 0-545 1,-4 109-288-16,4-84-120 16,0-6-72-16,12-3-48 0,0-7-40 15,4-2-64-15,4-7 64 32,0 0-56-32,-1-7-16 15,6-8 0-15,-9-7 0 0,3-5-48 16,-7-1 32-16,-3 3-40 15,-6-9-32-15,-3 0 88 0,0 7 8 16,0-1 8-16,-15 1-8 16,-13 12 40-16,-4 8 8 31,-6 7-40-31,4 7-16 0,-2 21 0 16,4 11-104-16,8 2-376 15,13 19-208-15,7-6-1361 0,4-9-4128 0</inkml:trace>
  <inkml:trace contextRef="#ctx0" brushRef="#br0" timeOffset="130248.32">20058 16361 15067 0,'0'0'2360'0,"0"0"-1536"0,0 0-127 16,0 0-33-1,0 0-200-15,0 0-248 0,70 108 48 16,-47-83 0 0,5 6-80-16,-4-2 8 15,0-7-136-15,-1 0-56 16,-10-8-88-16,-2-5-64 0,-7-3-72 15,1-3 16-15,-5-3 80 16,0 0 32-16,-9 0 56 16,-10 0 40-16,-9 0 16 0,-4-9 96 31,0-4 24-31,4 0-32 16,0 1 8-16,12-1-104 0,1 4-8 0,11 2-72 15,0-2-328 1,4 2-720-16,0 1-1945 31,0 2-5713-31</inkml:trace>
  <inkml:trace contextRef="#ctx0" brushRef="#br0" timeOffset="130437">20087 16351 7113 0,'0'0'8802'0,"0"0"-6762"16,0 0-631-16,0 0-617 16,116-29-304-1,-76 19-352-15,0-2-136 16,0 3-160-16,-1 5-600 0,-11 1-1145 16,-8 3-4360-16</inkml:trace>
  <inkml:trace contextRef="#ctx0" brushRef="#br0" timeOffset="130905.72">20641 16233 11346 0,'0'0'5857'16,"0"0"-4248"-16,0 0-553 0,0 0-160 16,0 0-40-16,0 0-48 15,0 86-88-15,9-57-255 32,-2 3-153-32,1 6-72 0,-4-4-80 15,-4 1-48-15,0-6-16 16,0 0-96-16,5-10 0 0,-5-3 0 15,4-3-8-15,3-8-56 0,1 2 16 16,0-4-40 0,8-3-24-1,0 4 40-15,4-4-8 0,8 0 16 16,0 0-88-16,4 0 16 16,-1-7-8-16,1-3 88 0,0 4 48 15,-8 0-40-15,-3 3 48 16,-6-1-169-16,-11 4-87 0,0 0-440 15,-4 0-344 1,0 10-576-16,-12 2-4650 16</inkml:trace>
  <inkml:trace contextRef="#ctx0" brushRef="#br0" timeOffset="133287.73">13071 17345 280 0,'0'0'11858'16,"0"0"-9441"-16,0 0-985 0,0 0 8 15,0 0-448-15,0 0-519 32,0 32-233-32,0 2 296 15,0 14-160-15,0 3-48 0,0 6-104 16,0-3-8-16,0-1-88 16,0-7-32-16,0-9-40 0,0-5-48 15,0-9 40-15,0-8-48 16,0-8-56-16,0-4-96 31,0-3-64-31,0 0 0 0,0-19-56 16,0-13 112-16,0-2 48 0,0-7 24 15,0-5 8-15,0 2 16 16,0 3 16-16,0 0 40 16,0 5 0-16,0 4 8 15,0 8 0 1,4 4-16-16,0 8 16 0,-4 8 0 15,4 4 48-15,-4 4 56 0,5 15-16 16,-1 6 72-16,0 7 32 0,-1-4-80 31,5 1 24-31,-4-7-48 16,1-9-16-16,3-1-64 0,-1-12 48 16,5 0-40-16,0 0-16 15,4-15 16-15,4-7-16 0,4 0-8 16,-4-7-72-16,0 3-8 15,-4 1 32-15,0 6 48 32,-9 5 0-32,2 9 8 0,-1 5 8 15,-4 2 128-15,0 21 40 16,-1 9 88-16,-3 5 0 0,4 9 40 16,5-9-64-16,-5 1-96 15,-1-6-96-15,2-6-40 16,-2-4-8-1,1-3-304-15,1-3-304 0,-1-3-208 16,4 6-472 0,-5-4-2825-1,-3-2-4817-15</inkml:trace>
  <inkml:trace contextRef="#ctx0" brushRef="#br0" timeOffset="134037.69">13674 17656 432 0,'0'0'6585'0,"0"0"-832"16,0 0-3776-16,0 0-321 15,-8 124-192 1,8-64-527-16,-4-6-369 0,4 0-160 15,0-10-80-15,-5-6-88 16,5-12-96-16,0-7-72 0,0-10-16 16,0-2-48-16,0-7-8 15,0 0-16 1,0-7-104-16,-4-8-56 16,4-14 8-16,-4-3 48 0,4-6-56 15,0 4 56-15,0-5-8 16,0 4-184-16,0 3 112 0,0 7 72 31,0 6 120-31,0 3 8 16,4 10 0-16,0 6 96 15,-4 0 88-15,9 9 32 0,-1 20 80 16,-1 3-80-16,6 6-64 16,2-6-8-16,2 2-56 0,1-7-32 31,2-6-40-31,2-5 112 15,1-3 0-15,-3-10-128 0,4-3 64 32,-5 0 8-32,5-3-72 15,-3-10 0-15,-6-3-8 16,2-3 8-16,-6 0 0 0,-2-6 64 16,-1 3-64-16,-8-7 0 15,0 3 80-15,0-2 64 0,0-4 0 0,-4 3 0 16,-5 4-24-1,0 4 8 1,6 1-48-16,-4 10 24 16,7 3-104-16,-4 5-48 0,4-1-168 15,0 3-312-15,0 3-384 16,0 13-1321-16,0 0-4624 0</inkml:trace>
  <inkml:trace contextRef="#ctx0" brushRef="#br0" timeOffset="134895.96">14244 17793 5841 0,'0'0'8858'31,"0"0"-6674"-31,0 0-504 0,0 0-487 15,0 0-345-15,0 0-448 16,-28-16-112-16,15 16-152 16,-6 0-88-16,3 16-40 0,-4 9 80 31,4 3 0-31,4 4-80 16,4 0 8-16,8-4-16 0,0-1 8 15,0-9 0-15,3-2-8 16,10-7-96-16,2-6-112 15,2-3-104-15,3 0-96 0,-4 0 56 16,4-12-8 0,-10-4 64-16,4 0 24 15,1-6 24-15,-7 0 40 0,1-7 72 16,-1 4 47-16,-5-4 89 16,0 7 9-16,2 6 63 15,-1 3 136-15,1 4 80 0,-5 9 136 16,0 0-104-1,0 15-136-15,0 11 96 16,0 9 32-16,8-1 0 0,-1 2-112 16,4-8 24-16,-1-5-88 15,5-11-56-15,-2-2-64 16,2-10-8-16,1 0-8 0,4-7-144 31,0-8-128-31,0-8 32 0,-4-2 24 31,-4 0 0-31,0-1 88 16,-5 4 40-16,-3 6 80 16,0 3 0-16,-4 7-8 0,5 6 16 15,-5 0 16-15,4 3-16 16,0 19 96-16,3 1 24 0,0-2-56 16,7 2-8-16,-3-5 16 15,2-1-56-15,-2-7-8 16,6-3 56-16,-3-7-64 0,7 0-120 15,-2 0-24 1,-2-11-8-16,3-12 24 16,-8 2 40-16,-4-4-8 0,-1-4 24 15,-7-3 16-15,0-3 56 16,0 3 48-16,-11 0 24 16,-9 4 48-16,0 5 56 15,-4 5 16-15,0 11 80 16,-1 7-56-1,-2 0-88-15,4 28-128 0,3 6 0 0,3 3-72 16,6 4-392-16,7 14-536 16,4-14-2865-16,0-10-8090 15</inkml:trace>
  <inkml:trace contextRef="#ctx0" brushRef="#br0" timeOffset="135739.67">14893 17577 12330 0,'0'0'5017'15,"0"0"-3833"1,0 0-167-16,0 0-57 0,-4 120-328 16,4-69-296 15,0 3 8-15,0-7-136-16,0 5-152 15,8-15 8-15,0-1-64 16,0-11 0-16,-4-9-152 15,-4-7-200-15,4-9-168 16,-4 0-64 0,4 0-120-16,-1-6-360 0,-3-10-537 0,0-3-607 15,0 1-161-15,0-2 281 16,-7 1 960-16,-1 3 1015 0,-4 3 113 16,8 3 953-16,-4 8 399 15,8 2 304-15,0 0-175 0,0 0-169 16,0 2 40-16,0 12-40 15,8-2-463-15,8 1-305 0,-1-1-224 16,2-5-104-16,7-4-112 16,0-3-56-16,0 0-48 15,0 0-64-15,4-3-216 0,0-11-128 16,-5-1 184-16,1 3-1033 16,-8-5-303-16,0 5-16 0,-7-1-505 15,-6-3-615-15,-3 4 423 16,0-1 113-1,0 0-137 1,0 0-359-16,0-2 1800 0,-3-4 672 0,-2-1 184 16,-7-5 1272-16,8 6 536 15,0-1 225-15,1 3-225 16,-1 6 593 0,-1 5 95-16,5 6-399 15,-4 0-433-15,4 0-264 16,-5 0-248-16,5 17-223 0,-3 11-265 0,3 9-48 31,0 8-64-31,0 0-112 16,0 5 24-16,0-5-96 0,3-1-160 15,6-3-88-15,0-6-24 16,-6-3-48-16,5-10-48 16,-4 1-104-16,0-11-304 0,-4 1-200 15,0-4-272-15,0 4-168 0,0 6-1161 31,0 0-3160-31,0-3-4225 0</inkml:trace>
  <inkml:trace contextRef="#ctx0" brushRef="#br0" timeOffset="144518.81">15738 17595 160 0,'0'0'10186'0,"0"0"-7482"31,0 0-1007-31,0 0-313 0,0 0-352 16,0 0-376-16,0-9-200 15,8 9 121-15,5 0-17 0,-2 0-192 16,13 0-64-16,1 0-136 16,-2 0-56-16,9 0-32 15,-4 0-72-15,-4 0-8 0,0 0 0 31,-9 0-208-31,-2 0-160 16,-2 0-232-16,-3 4-385 16,-3 8-1015-16,-5 1-3833 0</inkml:trace>
  <inkml:trace contextRef="#ctx0" brushRef="#br0" timeOffset="144784.43">15826 17793 5305 0,'0'0'8153'0,"0"0"-6424"0,0 0-817 16,0 0-208-16,0 0 112 15,52 0-296-15,-28-4-120 0,6-2-159 31,-5 3-161-31,3-4-80 0,-7 4-56 16,-2-1-377-16,1 2-383 16,-3 2-328-16,-2 0-960 15,-3 0-1937-15,0 0-1857 0</inkml:trace>
  <inkml:trace contextRef="#ctx0" brushRef="#br0" timeOffset="145350.77">16514 17615 312 0,'0'0'512'0,"0"0"7729"0,0 0-4264 15,0 0-2752-15,0 0 31 16,0 0-200-16,-7 34-200 16,4-9-280-16,3-2-64 0,0 3-47 15,0-4-217-15,10-3-32 16,4-6-96-1,6-4-104-15,-5-6-8 16,6-3 0-16,3 0 64 47,-1-3-56-47,5-17 32 16,0-8-40-16,-4-4 48 0,-4-5-48 15,0-1-8-15,-8-3 8 16,-4-1 0-16,-8 1 0 0,0 5 40 31,0 2-32-31,-12 5 96 16,-8 7 80-16,0 10-96 15,-8 5 96-15,5 7-24 0,-10 0-16 16,6 25-144-16,-5 10-8 16,-1 9-144-16,10 4-264 0,3 23-544 15,12-12-1281-15,4-14-4616 16</inkml:trace>
  <inkml:trace contextRef="#ctx0" brushRef="#br0" timeOffset="145620.75">17042 17636 4304 0,'0'0'1769'16,"0"0"7185"-16,0 0-7370 0,0 0-512 15,0 0-31-15,0 0-377 16,0 130-272-16,-5-98-176 0,5 0 0 16,-3 0-120-16,-2-4-40 15,2-2-56-15,3-4 0 16,-4-6-240-16,4 0-352 0,-5 3-569 15,5-6-1591-15,0-4-4530 16</inkml:trace>
  <inkml:trace contextRef="#ctx0" brushRef="#br0" timeOffset="146099.07">17218 17430 10218 0,'0'0'5097'0,"0"0"-3689"0,0 0-296 0,0 0-368 16,0 0-399-16,0 0 7 15,0 0-16-15,0 0-160 16,123-7-64-16,-91 7-16 0,-8 0-80 16,-5 0-8-16,-2 4-8 15,-9 12 0-15,-8 7-8 0,0 9-64 16,0 6 72-16,-17-1 152 16,-6 5-24-16,3-8 8 15,-1-2-48-15,6-2 32 0,2-9-8 16,9-1-80-16,4-8-32 31,0-6 0-31,17 1 0 16,11-4 0-16,0-3 8 0,8 0 8 15,-1 0-8-15,1-3-8 16,5-4-80-16,-11 1-192 0,3-1-184 31,-10 7-264-15,-6 0-1025-16,-6 0-4848 15</inkml:trace>
  <inkml:trace contextRef="#ctx0" brushRef="#br0" timeOffset="146504.04">17751 17430 3728 0,'0'0'2345'0,"0"0"7065"47,0 0-7490-47,0 0-784 15,0 0-151-15,0 0-289 16,0 0-264-16,4 111-240 16,16-82-64-16,-3-4-56 0,1 1-72 15,2-4 16-15,2-3-16 0,-7 0 8 16,-3-3 0-16,4 0-8 31,-8-6-144-31,-4-1 48 16,-1-5 16-16,-3 1-32 0,0 2 8 15,-3-1 104-15,-14-3 72 16,-6 4-16-16,-5-1 32 0,-1-3 40 16,-2-3 0-1,3 0-56-15,4 0 16 0,5 0-80 16,11 0-8-16,-1 0-120 15,6 0-224-15,3 7-376 16,-4-1-1217-16,4-3-4648 0</inkml:trace>
  <inkml:trace contextRef="#ctx0" brushRef="#br0" timeOffset="146774.03">17676 17488 2496 0,'0'0'1256'0,"0"0"9579"0,0 0-8491 0,0 0-1208 16,0 0-351-16,0 0-265 31,143-77-248-31,-99 61-168 15,0-2-40-15,0 6-64 16,-8 1-256-16,-5 8-304 16,-6 3-825-16,-14 0-1759 0,-11 3-4418 15</inkml:trace>
  <inkml:trace contextRef="#ctx0" brushRef="#br0" timeOffset="147581.74">18282 17484 9185 0,'0'0'4273'0,"0"0"-2520"15,0 0-17-15,4 124-336 0,0-89-567 16,-2-1-321-16,7 0-160 16,-5-9-112-16,1-4 0 46,-5-1-144-46,4-8-24 0,-4 1-24 16,0-7-40-16,0-2 0 16,0-4-8-16,0 0-56 0,0 0-24 15,4 0-56-15,-4 0-24 16,0-10 24-16,0-6-8 0,0-9 16 16,0-7 8-16,0-6 72 0,0-6 0 15,0-4 48-15,0 0 0 16,0 0-8-16,3 4 16 0,5 8-8 15,-4 8 96 1,1 10-48-16,-1 8 48 16,0 10-16-16,-1 0-72 15,0 15 88 1,2 14 32-16,-1 3 32 16,0 0-80-16,5-7-8 15,-6-2-16-15,1-10-16 0,0-5-40 16,3-8 0-16,-1 0 0 15,5 0 0-15,-3-5 80 16,8-11-80-16,-4-7-48 0,4-2-8 16,-4-3-40-16,4-1 24 15,4 0-8-15,-4 5 8 0,3-3 8 32,-2 12 56-32,3 5-64 15,-8 7 64-15,3 3 8 0,0 13 72 16,7 15 120-16,-7 7 160 15,-2 9 80-15,-3 1-184 16,-1 3-8-16,-5-7-96 0,-4-3-96 16,0-4-40-1,0-1-8 1,0-5-8-16,0-2-232 0,0-1-272 16,0 0-104-16,0 0-288 0,0 4-393 15,-4-7-3352-15,-5-9-5921 16</inkml:trace>
  <inkml:trace contextRef="#ctx0" brushRef="#br0" timeOffset="151506.47">12533 17262 16 0,'0'0'80'32,"0"0"-72"-32,0 0 5449 0,0 0-3449 15,0 0-616-15,0 0 529 16,0 0 23-16,28-60-495 15,-28 53-289-15,4 5-192 0,-4-2-144 32,0 4-232-32,0 0-320 15,5 9-224-15,-5 20 152 0,7 13 289 16,-3 5-41-16,4 14-120 16,0-1-112-16,0 1-16 15,0-1-64-15,4-3-16 0,-4 2-48 16,-1-1 8-1,6-1 24 1,-6 0-40 0,-2-2-56-16,7-8 0 0,-9 4 0 15,10-3 0-15,-6-4 0 16,2-3 40-16,-2 0-40 16,2-6 0-16,-5 0 0 0,0-1-8 15,0-1 0-15,-1-5 8 16,5-2-8-16,-8 0 0 0,5-4-8 15,-1 0 8-15,-1-3-40 0,2 1 32 16,-1 1-24-16,-1-5 24 16,-3 0 8-1,4 0 0-15,0-3-8 16,5-1-72-16,-5-2 8 16,0-1 16-16,3-3 0 0,-3 4 8 15,5-4 0-15,-1 1 40 16,3-4-40-16,2 3 48 0,6 1 0 15,1-1 8-15,3-3 32 32,6 4-32-32,2-7-8 15,9 0 0-15,0 0 0 0,5 0 64 16,7 0-64-16,-1 0 0 31,5-7 0-31,4-2 8 0,-4 2 0 16,3-2 8-16,1 0 32 15,-4 0 0-15,0 2-48 16,-1-3-16-16,-3 3 8 0,0 1 8 0,1-1 8 16,-3 2 48-16,-1 1-48 15,2 1-8-15,0-3 16 16,6 2-8 0,-1-3 40-16,4 2-40 15,4-2 40-15,-1 2-40 0,5 1 0 16,0-2 8-16,4-1-8 0,2 4 40 15,-1-1-48-15,3 1 0 16,0-2-40 0,-5 5 32-16,1-4 8 15,0 2 32-15,-1-1-32 16,-3 3 0-16,0 0 0 16,0 0 8-16,-4-4-8 0,3 1 0 15,1-4 8-15,0 4-8 0,4 0 64 16,-2-1-64-16,7-1 8 31,-5 5 0-31,8-4 40 16,0-2-40-16,3-1-8 0,1 1 8 15,7 0-8-15,-3-1 0 16,0 1-48-16,0 2 40 0,-5-1 0 31,1 2 8-31,0-4-8 31,0 1-32-31,0-1 32 0,-5 1 0 16,5-1 8-16,-4 4 0 0,-1-3 8 16,1 3-8-16,-1-4 0 15,1 1 0-15,-4 3 8 0,0-3-8 16,0 2 16-16,-6-2-8 16,3-1 0-16,-1 5-8 15,-8-5 8-15,3 4-8 0,-3 0 0 16,0-4 0-16,-6 7 0 0,-1-3 0 15,-1 3-16-15,-3 0 8 0,-2 0 0 32,1 0 0-32,-5 0 8 15,1 0-8-15,-3 0 8 16,-2 0-8 0,-4-4-8-16,2 1 16 15,-9 3-48-15,0-2 0 0,-9-1 32 16,0 3 16-16,-2 0 0 15,-1-4-48-15,-4 1 48 16,4 3 8-16,-8-2-8 0,0-2-8 16,4 1 8-16,-8-1 0 15,0 2 8-15,-4-5 0 0,-4 3 0 32,4-1 0-32,-4-2 0 15,4 2 0-15,-4-6 0 16,4 2-8-16,-4-5-72 0,7 2 56 15,-7-3-40-15,4-4 48 16,-4 3 0 0,5-4-80-16,-5 1 88 0,0-3 0 15,4 3-48-15,-4-4 48 16,0 2 8-16,4-4 0 16,-4-1-8-16,0-3 0 0,0-3 0 15,0 1 0-15,0-4 0 0,-8-3 80 16,-1-4-72-1,-2 5 72-15,-1-7-16 16,0 3 8-16,0 2 8 16,-4-5-16-16,8 3 32 15,-3-5-96-15,-3 5-8 0,3 0 8 16,3 3 0-16,0 3 0 16,0-1 48-16,1 5-32 0,-1 2 48 31,-2 0 0-31,0 1-56 15,6 7 0-15,-5-2 0 0,1 0 8 16,1 5-8-16,3 2 0 16,0-3 8-16,0 6-16 0,-1 0 0 15,0 5-8-15,-1 1 8 32,6 3-16-32,-4 1-32 15,0 3-32-15,0 0 8 0,4 0-8 16,0 0 64-16,-5 0-64 15,5 0 8-15,-8 0 64 0,1 0 0 16,-1 0 8 0,-8 0 0-16,0 0 0 15,-4 0 8-15,-4 0 0 16,-8 3 8-16,0-3-8 0,-4 0 0 16,-3 0 8-16,-6 4 32 0,6-4-40 15,-9 0 40 1,4 3 16-16,-4 1-64 15,5-1 16-15,-6-1 32 16,2 1-40-16,-2 1-8 16,3-1 56-16,-3 0-56 0,-3 0 0 15,1 0 0-15,-1 4 0 16,-4-4 0-16,4 7 0 0,1-8 8 31,-5 5 0-31,0-4-8 16,0 3 0-16,4 1 0 0,-3-1 8 31,3-3-8-31,0 1 0 16,3-1 0-16,2 4 0 15,-1-5 0-15,1 1 8 0,2 0-8 16,-2 1 0-16,2-1 0 16,-3 3-8-16,1-6 8 0,4 4 8 15,-6 3-8-15,2-7 0 16,-1 5 0-1,4-1 0-15,0-4 0 16,4 3 0-16,0-1 0 0,0-2 8 16,-3 3-8-16,2 1 0 15,2-4 0-15,-8 3 0 0,6 0-8 16,-2-3-40-16,2 0 48 16,-2 0 0-1,3 0-8-15,-4 0 0 16,4 0-16-16,-4 0 24 0,0 0-8 15,5 0 8-15,-6 0-16 16,2 0-32-16,-1 0 48 0,-4 0-48 16,4 0 32-16,0 0 8 31,0 0 0-31,1 3 0 0,3-3-8 16,0 4 8-16,0-1 0 15,-3-3 0-15,2 4 8 0,-2-2 0 16,-2 1-8-16,-2 1 8 15,-5-1-8-15,0 2 8 32,1-1 0-32,-1-1 8 0,-1-3-8 15,2 0 0-15,-1 0 0 16,0 0 8-16,4 0-8 0,-3 0 0 16,-1 0 0-16,0 0 0 15,0 0 0-15,0 0 8 16,-1 0-16-16,3 0 0 0,-2 0 8 15,0 0 0 1,5 0 0-16,-6 0 0 16,5 0 0-16,1 0-8 0,-1 0 8 15,-3 4-48-15,2-4 40 16,1 0 8 0,1 6 0-16,-2-6 0 15,10 0 8-15,-4 3-8 0,2-3-8 31,5 0 8-31,1 0-8 16,3 0 0-16,-4 0 8 0,4 0 0 16,-4 0-8-16,0 0 8 15,-1 0 0-15,2 0 0 16,0 0-8-16,-2-3 0 0,1 3 0 16,1-3 0-16,-1 3-8 0,-1-3-40 31,3 3 56-31,2 0 0 15,-5 0 0-15,1 0 0 16,1-4 0-16,-5 4-8 0,0-3 8 16,0-1 0-16,0 4 0 15,0 0 0-15,-3 0 0 0,7-3 0 16,0 1 8-16,4 2 0 31,8-3 0-31,0 3 56 16,8-4-16-16,-4 1-40 0,4 1 8 0,0-2 32 15,0 4-48-15,4 0 8 16,-4-3 0-16,1-1 8 0,2 4-8 16,5 0 0-16,1 0 0 15,3 0 0-15,4 0 40 16,0 0-48-16,0 0 0 16,0 0 0-16,0 0-16 15,0 0 16-15,0 0-8 16,0 0-8-16,0 0 16 0,0 0-8 15,0 0 0-15,0 0 0 32,0 0 8-32,0 0-8 0,0 0 0 15,0 0 8-15,0 0 0 16,0 0 0-16,0-3-8 0,0 3-88 31,0 0-88-31,0 0-72 16,0 0-344-16,11 0-937 31,-3 0-2287-31,5 0-4026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6-17T22:05:34.8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5622 5581 416 0,'0'0'7537'16,"0"0"-5936"-16,0 0-721 0,0 0 112 15,0 0-224-15,0 0-264 16,0 0-88-16,0 0 40 0,0 0 129 31,23-3 23-31,-18-1-32 16,-5 4-24-16,0 0-40 15,0-3-112 1,0 3-80-16,0 0-120 16,3 0 0-16,-3 0-104 15,0 0-24-15,0 0-8 0,0 0-48 16,0 0-16-16,0 0-8 0,8 17 8 15,-4 12 88-15,0 8 192 16,4 11-80-16,-4 3-40 0,0 3-48 16,0 0-96-16,0-3 40 15,-4-7-7-15,4-5-41 16,-4-5-8 0,4-9-8-16,-4-2-225 0,0-8-327 15,4-2-312-15,-4-2-440 16,0-9-601-16,4-2-1975 0,-4 0-1554 15</inkml:trace>
  <inkml:trace contextRef="#ctx0" brushRef="#br0" timeOffset="296.86">5612 5892 9129 0,'0'0'1145'0,"0"0"-209"0,0 0 240 15,0 0 16-15,0 0-263 16,137 0-257 0,-109 0-168-16,4 0-184 15,-8 0-104 1,-5 0-144-16,1 0-24 15,-4 0-40-15,-1 0-8 16,-2 0-96-16,-1 0-368 0,0 0-808 16,-4-9-1985-1,-3 0-3208-15</inkml:trace>
  <inkml:trace contextRef="#ctx0" brushRef="#br0" timeOffset="578.09">5936 5645 8993 0,'0'0'1649'0,"0"0"-393"0,0 0 392 15,0 0-415-15,0 118-345 16,0-81-384-16,4 8 24 0,-1-4 104 15,2 0-144-15,3-2-344 16,-4-8-40-16,4 1-96 0,0-4 32 16,-4-3-40-16,0-5-392 15,0-1-408-15,0-7-432 16,4-5-1073 0,-4-4-2920-16,0-3-2576 0</inkml:trace>
  <inkml:trace contextRef="#ctx0" brushRef="#br0" timeOffset="1158.98">6239 5727 7985 0,'0'0'1665'0,"0"0"271"16,0 0-304-16,0 0-87 0,0 0-401 47,0 0-288-47,-88 144-168 15,88-100-136-15,0 4-200 16,3-7-32-1,22-4-135-15,3-11-33 0,4-4-96 0,4-9-40 0,8-10 56 16,2-3-72-16,8-16-80 31,-2-9-240-15,-9-10 312-16,2-2-329 16,-10-2 65-16,-7-2 168 15,-5 0 48-15,-6-2 56 0,-6 2 8 16,-8 0-8-16,3-1 0 15,-6 1 0-15,0 10 56 16,0 2-48-16,-6 7 40 16,-4 12-40-16,2 10 136 15,-5 0-48-15,2 20-56 16,-1 15-32-16,-4 6 56 0,8 7-8 16,8 0 64-16,0-4-15 0,0-3-9 15,0-6 0-15,8-6-88 16,8-4 56-16,3-6-64 15,-2-7 8-15,7 1-8 0,3-2-56 16,0-8-393-16,14-1-415 16,-5-2-1496-16,-4 0-3521 0</inkml:trace>
  <inkml:trace contextRef="#ctx0" brushRef="#br0" timeOffset="1612.08">6937 5794 7193 0,'0'0'2185'15,"0"0"-433"-15,0 0-32 0,-9 114-359 16,9-78-585-16,9-2-288 0,7-3 8 15,3-7-328-15,6-7 24 16,-1-6-72-16,0-8-40 0,3-3-16 47,-3-7-64-47,4-14 16 0,-8-6 120 16,-4-7-32-16,-4-1-16 15,-8-2-32-15,-4-2-40 16,0-2 88-16,0 2-32 0,-13 1-64 15,-2-4 0-15,-5 5 0 47,0 2 0-47,0 6 112 0,0 14 128 16,-3 8 56-16,3 7-40 16,-8 7-192-16,0 22-72 15,-4 8 0-15,4 4-160 0,6 23-464 16,8-10-800-16,10-10-3473 0</inkml:trace>
  <inkml:trace contextRef="#ctx0" brushRef="#br0" timeOffset="1987.06">7455 5825 4384 0,'0'0'7922'15,"0"0"-6650"-15,0 0-159 0,0 0 31 16,-40 96-464-16,35-73-336 15,5-1-136-15,0-7-112 0,9 4-80 16,11-6 32-16,4-6-40 16,4-5 80-16,0-2-24 31,0 0 16-31,-5 0-72 0,2 0-8 16,-6-9-128-16,1 5-416 15,-8-1-744-15,0-7-1065 16,-4 5-1952-16,-8-3-1104 0</inkml:trace>
  <inkml:trace contextRef="#ctx0" brushRef="#br0" timeOffset="2237.05">7606 5797 8665 0,'0'0'2825'0,"0"0"-1081"0,0 0 185 47,0 0-601-47,0 0-544 15,-7 134-240-15,7-99-232 16,0 3-168-16,0-4-64 0,0 2-24 16,0-5-56-16,-4 1-104 0,4-3-432 15,-9 3-808-15,5-10-1825 16,0-3-4080-16</inkml:trace>
  <inkml:trace contextRef="#ctx0" brushRef="#br0" timeOffset="2658.91">8392 5645 11930 0,'0'0'1736'0,"0"0"-191"16,0 0-169-16,8 111-328 0,-5-73-424 16,1-4-336-16,1-1-111 15,-1 2-121-15,-4-7 8 0,4-3-64 16,-4 1-112-16,0-9-281 31,0-2-327-31,0-6-592 0,0-5-977 16,0-4-3184-16,0 0-2000 0</inkml:trace>
  <inkml:trace contextRef="#ctx0" brushRef="#br0" timeOffset="2858.7">8252 5861 10730 0,'0'0'1896'0,"0"0"345"0,0 0-753 16,0 0-264-16,116 0-584 16,-88 0-352-16,4-4-152 15,-8 1-136-15,-4 3 0 16,3 0-952-16,-7 0-1392 0,-8 0-5170 15</inkml:trace>
  <inkml:trace contextRef="#ctx0" brushRef="#br0" timeOffset="3655.53">8981 5649 7457 0,'0'0'4761'0,"0"0"-4273"0,0 0 768 16,0 0 89-16,0 133-569 0,0-87-272 15,0-3-200-15,4-6-136 16,1-5-64-16,-5-6-40 0,0-11-64 15,0-4 16 1,0-8-16 0,0-3-160-16,0 0-216 0,4-10-304 15,-4-16-912-15,0-2 15 16,0-7-351-16,0-4-705 0,0 2 545 16,0-1 391-16,0-1 369 0,0 7 1328 31,0 4 688-31,0 6 1049 15,0 10 495-15,4 5 513 16,-4 7-729-16,7 0-1032 0,-3 3-624 16,13 15 737-16,-6 11-265 0,6 0-256 15,7 3-192-15,-1-6-160 32,1-1 0-32,7-6-56 15,-2-3 8-15,2-7-56 0,2-6-48 16,2-3-64-16,-3 0 80 15,5 0-80-15,-1-12 56 0,-5-2-64 16,-6-1-8-16,-6-1 8 31,-7 1 0-31,-4-5 8 16,-8 2 112-16,0-8-72 0,0-3 0 16,-13 1 24-16,-2-4-16 0,-1 4 64 15,-4-1 40-15,4 3 57 0,1 8-97 16,2-2-112-1,9 14-8 1,-1 3-8-16,2 3-409 16,3 6-1047-16,0 10-2449 0,0 3-3256 15</inkml:trace>
  <inkml:trace contextRef="#ctx0" brushRef="#br0" timeOffset="4499.24">9735 5639 7041 0,'0'0'6753'0,"0"0"-5120"0,0 0 15 15,0 0-496-15,0 0-359 16,0 0-497-16,0 0-192 0,-79 22-96 31,59 3 8-31,3 4-16 16,9 2 8-16,5 2 0 15,3-5-8-15,0-3 8 0,7-3 0 16,10-9-8-16,2-4 0 16,1-5-104-16,1-4 32 0,6 0 24 15,-8-9-48 1,2-8-80-16,-1-2-72 15,-8-6 47-15,-5 2 41 16,-3-1 48-16,-4 2 96 0,0 5-32 16,0 2 48-16,0 1 8 15,0 9 40-15,0 5 80 0,0 0-128 16,0 0 8 0,0 14-8-16,0 9 96 31,0 0 0-31,0-1-40 15,9-3-8-15,-1-3 1 0,7-7-33 16,-2-5 56-16,2-4-24 16,2 0 16-16,3 0 16 0,-5-7-80 15,-3-9-8-15,-3 3-80 16,-2 4 8-16,-3 0 72 0,-4 6 8 16,0 3-48-16,3 0-41 15,-3 5-63-15,10 14 152 0,-2 4 8 16,3-1 72-16,5 0-72 31,4-5 89-31,4-5-81 31,4-6 88-31,0-6-88 0,8 0 40 16,-8 0-8-16,3-13-40 16,-6-2 64-16,-5-4-64 0,-5-3 0 15,-7-4 80-15,-5 4 0 16,-3-7 32-1,0 1 40 1,-11-1-8 0,-9-3-24-16,-9 0-8 0,3 8-48 15,-6 4-56-15,-5 11-16 16,-2 9-104-16,3 2 104 0,4 27-8 16,3 10-8-16,9 5-184 0,13-3-296 15,0 3-329-15,7-5-1223 16,11-7-2873-1,2-14-4537-15</inkml:trace>
  <inkml:trace contextRef="#ctx0" brushRef="#br0" timeOffset="4811.72">10471 5518 12274 0,'0'0'1849'16,"0"0"-409"-16,0 0-104 16,0 0-304-1,0 143-432-15,0-95-151 16,10-4-129-16,0 0-112 0,4-6-96 15,-3-2-112-15,1-8-32 16,-3-6-360-16,-2-3-377 16,-3-10-471-16,-4-5-464 15,0-4-913-15,0 0-343 16,0-9-913 0,-7-8-2159-16</inkml:trace>
  <inkml:trace contextRef="#ctx0" brushRef="#br0" timeOffset="5250.32">10417 5775 6305 0,'0'0'3057'0,"0"0"-529"0,0 0-656 16,0 0 9-16,0 0-761 16,88 7-392-16,-52-2-136 15,-1-1-224-15,1-4-144 0,4 0-95 16,-4 0-33-16,0 0 0 15,0 0-96-15,-8-7 0 0,-9 2-72 16,1-6-80-16,-12 2 23 16,0-4-15-16,-4 1 40 15,-4-4-72-15,0-3 40 0,-7-3 24 16,-6-1 24 0,-2-5 8-16,-2 5-16 15,2 1 88-15,2 10 8 16,6 0 0-1,-1 5 8-15,8 3 104 16,-4 4-48-16,4 0 0 0,0 20-56 16,0 14 232-16,0 11 160 0,8 9-23 15,3-3-81-15,5-4-56 16,0-5-72-16,1-5-88 0,-6-1-72 16,2-11-8-16,-2-3-232 15,-3-3-528-15,8-2-889 16,-4-5-3360-1,1-6-6385-15</inkml:trace>
  <inkml:trace contextRef="#ctx0" brushRef="#br0" timeOffset="5922.16">11576 5741 12842 0,'0'0'1881'16,"0"0"-801"-16,0 0 128 0,0 0-384 15,0 0-264-15,0 0 57 0,100 5-193 16,-48-5-208-16,12 0-72 0,4 0-72 16,4 0 8-16,-1-5-8 15,-3 2-32-15,-8-4-32 16,-13 0-16-1,-14 4 0-15,-9-3-104 16,-16 6 104-16,-4-6 8 0,-4-4 0 16,0 1 0-16,-4-7-96 15,-13-4-104-15,-2-5-16 16,-10-1-160-16,6 1 56 0,-1 6 7 16,0 3-79-16,8 3 192 31,0 8 16-31,4 5 64 0,7 0 64 15,5 0 40-15,0 0 16 16,0 5 112-16,9 8 112 16,15 1 72-16,3 0-72 0,10 0-88 15,-1-1-64-15,3-1-16 16,-2-2-32-16,2 2 24 0,1 1 0 16,-8 0-48-16,0 3 8 0,-16 2 105 15,-4-1-57-15,-12 1 64 16,0 1-40-16,-12 1 136 15,-8-2 72-15,-4 2-104 16,0-8-112 0,4 4-72-16,4-3-184 0,-3 3-528 0,6-6-1121 15,1-5-4112-15</inkml:trace>
  <inkml:trace contextRef="#ctx0" brushRef="#br0" timeOffset="6746.13">12888 5368 8105 0,'0'0'2769'15,"0"0"-1225"-15,0 0 265 0,0 137-625 16,0-83-552 0,0-6-272-16,0-4-208 15,-4-9 0-15,0-6-88 16,-3-13-64-16,2-4 0 15,1-5-112-15,-4-7 112 0,8 0-8 16,-5-9-248-16,3-14-560 0,2-9-232 31,0-5-665-31,0-9-63 16,0 5 304-16,0 4 967 16,0 1 505-16,0 11 128 0,0 6 769 15,0 10 839-15,0 9-56 16,0 0-679-16,0 2-305 0,2 17 288 31,11 8-80-31,3 0-208 16,4 8-208-16,0-7-80 15,0 1-119-15,4-3-89 0,8-4-48 16,-5-6-104-16,10-6 16 16,-1-1-56-16,-5-9 56 0,4 0-64 31,-6 0 0-31,-5 0-56 15,3-12 0-15,-10-8-16 32,-5 1 72-32,-4-6 0 0,-5-7 0 15,-3 0 0-15,0-9 8 16,-7 3 0-16,-9-3 40 0,-1 0 0 16,2 2-32-16,-1 8 56 15,8 5 56-15,0 11-56 0,4 8-72 16,4 7-56-16,0 12-528 15,0 14-977-15,17 3-2224 16</inkml:trace>
  <inkml:trace contextRef="#ctx0" brushRef="#br0" timeOffset="7202.25">13610 5511 13154 0,'0'0'2081'15,"0"0"-617"-15,0 0-640 16,0 0-176-16,0 0-384 0,-127 7-160 16,102 21 40-1,0 4 25-15,11 7-105 16,5-2-56-16,5-5 88 15,4-3 96-15,0-6-112 0,17-15-16 16,-7-1-56-16,15-7 56 16,0 0-56-16,-2-7 16 15,1-8-24-15,-4-12-80 16,-1 0-32-16,-2-1-40 16,-6-4-96-16,2 0-17 15,-5 6 65-15,-1 7 120 0,-3 7 64 16,1 9 8-16,-1 3 8 15,-4 5 0 1,4 22 80-16,3 7 160 16,6 1-87-16,-1 0-65 15,-1-4-32-15,6-8-56 0,2-7-217 16,14-6-943-16,-6-10-1024 16,1 0-5258-16</inkml:trace>
  <inkml:trace contextRef="#ctx0" brushRef="#br0" timeOffset="7733.46">14068 5366 3344 0,'0'0'8962'0,"0"0"-7290"0,0 0 177 0,0 0-465 16,-113 63-416-16,95-25-375 15,2 0-177-15,12 3-192 0,4-2-24 16,0-2-88-16,20-5-56 16,7-6-8 15,6-4-48-31,5-6 0 15,7-10-72-15,-1 1-152 0,-4-7-40 16,4 0-232-16,-8-7-57 16,0-8 65-16,-1-11 208 0,-11-3 56 15,1-3 152-15,-6-9 72 32,-11 0 48-32,-4-3-40 0,0-4 48 15,-4-3-48-15,0 3-8 16,0 4 16-16,0 13-8 0,-8 2 128 15,0 19 216-15,-4 7 48 16,1 3-160-16,2 22-184 16,-3 13 112-16,9 16 49 0,3 4 111 15,0 0-32-15,0 6-152 16,19-1-64-16,9-9-64 16,4-10 40-16,4-5-56 0,8-11-8 15,-9-8-56-15,5-5-144 0,-3-9-248 16,-2-3-441-16,-3-6-1415 0,-12-10-3465 15</inkml:trace>
  <inkml:trace contextRef="#ctx0" brushRef="#br0" timeOffset="8170.95">14868 5450 8265 0,'0'0'2385'16,"0"0"-417"-16,0 0 193 16,0 0-873-16,5 131-448 0,15-102-240 15,8-4-64-15,8-2-72 31,3-7-215-31,6-7-113 0,-7-2 72 16,8-7-104-16,-11 0-32 16,1-4-64-16,-8-12 80 15,-4-5-88-15,-4-8 0 0,-12-3 16 16,0-6-8-16,-8-3 40 16,0-1-48-1,-28-2-8-15,0 2-64 16,-15 5 56-16,-6 8 16 0,-3 10 40 15,-3 15 136-15,3 4-8 16,3 25-72-16,10 21-24 0,8 7 112 16,10 5-160-16,14 5-24 15,7-6-296-15,28 3-464 0,3-15-1081 16,8-13-4976-16</inkml:trace>
  <inkml:trace contextRef="#ctx0" brushRef="#br0" timeOffset="8608.42">15488 5464 5881 0,'0'0'8186'16,"0"0"-6978"-16,0 0-184 0,0 0 224 15,0 0-384-15,0 0-199 16,0 0-49-16,0 38-136 0,0-22-40 16,3-1 8-16,9 9-88 0,1-7 32 15,2 7-160 16,5-2-152-15,4-3-32-16,0 0 0 0,4-7-24 16,-4-2-16-16,7-10-8 15,-6 0-200-15,3 0-256 0,-4 0-208 16,-5-3-232-16,-6-13-585 16,-2 0-1575 15,-11-3-6330-31</inkml:trace>
  <inkml:trace contextRef="#ctx0" brushRef="#br0" timeOffset="8810.49">15735 5420 12202 0,'0'0'2697'0,"0"0"-553"0,0 0-279 15,0 0-553-15,-25 137-424 16,25-91-240-16,0 5-240 16,0-3-232-16,0-4-176 0,0-3-128 15,0-5-536-15,0 2-512 16,0-10-1041-16,0-9-6857 0</inkml:trace>
  <inkml:trace contextRef="#ctx0" brushRef="#br0" timeOffset="9421.94">16495 5438 7209 0,'0'0'4737'16,"0"0"-2400"-16,0 0-137 0,0 0-480 0,0 0-631 15,120 0-385-15,-76 0-96 16,0 0-168-16,4 0-176 0,0-5-112 31,-1-2-88-15,-2 1-64-16,-6 2-200 0,-7 4-480 0,-12 0-360 15,-12 0-1609-15,-8 0-6161 0</inkml:trace>
  <inkml:trace contextRef="#ctx0" brushRef="#br0" timeOffset="9711.51">16743 5245 10642 0,'0'0'5017'0,"0"0"-3849"0,0 0 192 16,0 0-447 15,0 0-529-31,0 0-272 0,0 0 96 16,28 114-104-16,-17-64-16 15,2 5-88-15,-2-1 0 0,2-1-96 0,-6-4-272 0,2-6-473 16,-2 3-695 0,2-12-1560-1,-5-9-4746 1</inkml:trace>
  <inkml:trace contextRef="#ctx0" brushRef="#br0" timeOffset="10154.08">17716 5283 10658 0,'0'0'1832'16,"0"0"-1024"0,0 0 393-16,0 0 15 15,0 0-336-15,0 0-304 16,0 0-160-16,0 22 8 0,0 13 297 0,0 10-41 16,0 3-256-16,0 5-160 0,3-6-144 31,5-2-40-16,5-1-72-15,-2-12-8 16,-2-6-48-16,1-4-320 0,7-9-464 0,-8-4-1001 16,-6-9-3480-16</inkml:trace>
  <inkml:trace contextRef="#ctx0" brushRef="#br0" timeOffset="10401.06">17616 5484 9097 0,'0'0'5362'0,"0"0"-4250"16,0 0 176-16,0 0-88 15,0 0-271-15,0 0-441 0,131 2-256 16,-82-2-120-16,7 0-72 15,-9 0-40 1,1-7-360-16,-8 2-481 0,-1-2-711 16,-11 1-968-1,-15-5-2762-15</inkml:trace>
  <inkml:trace contextRef="#ctx0" brushRef="#br0" timeOffset="10674.05">17947 5207 9978 0,'0'0'2376'0,"0"0"-1152"16,0 0 721-1,0 0-241-15,-4 142-608 0,4-94-375 0,0 5-233 16,0 2-216-16,4-7-160 0,0-1-104 15,4-8-8-15,-4-8-120 32,-4-6-344-32,3-5-473 15,1-4-1215-15,1-6-2761 0,-1-8-5737 0</inkml:trace>
  <inkml:trace contextRef="#ctx0" brushRef="#br0" timeOffset="11139.1">18346 5530 13298 0,'0'0'2505'0,"0"0"-873"0,0 0-352 16,0 0-359-16,0 0-465 15,0 0-304-15,0 0-32 32,66 16 0-17,-37-9-64-15,3-1-16 0,-12 4-40 0,-1-8-8 16,-6 8-136-16,-9-3 0 0,-4 5 0 15,0 5-80-15,-4-2-96 16,-16 4 168-16,-8 0 152 16,0 3 88-1,4-5 40-15,4-5 72 0,7-2-32 0,10 0-48 16,3-5-120-16,0 2 0 0,0-1 40 16,13-2 48-16,10 1-88 15,4-5 0 1,2 0-160-16,2 0-136 15,1 0-264-15,13-9-633 0,-11-7-1199 16,3 4-3409-16</inkml:trace>
  <inkml:trace contextRef="#ctx0" brushRef="#br0" timeOffset="11576.58">18952 5375 8649 0,'0'0'2585'0,"0"0"47"0,0 0-351 16,0 0-1097-16,-25 130-368 0,25-102-183 31,4-4-177-31,17-3-192 15,7-5-40-15,7-7-88 16,5-9 24-16,4 0-64 0,2 0-24 16,4-9-72-16,-3-14 0 15,-6 2 0-15,-6-1-48 0,-7-7 48 16,-12 0 0-16,-4-3 8 16,-8 1-8-1,-4-4 8-15,0-3 0 16,-24-4 0-16,-8 4 112 15,-4 4-48-15,-8 5 32 0,-7 6-88 16,-1 14-8-16,-4 5 8 0,0 4-8 16,-4 20-8-16,-11 37-200 15,15-3-928 17,12-6-3137-32</inkml:trace>
  <inkml:trace contextRef="#ctx0" brushRef="#br0" timeOffset="14473.09">5641 6766 1176 0,'0'0'4721'0,"0"0"-2881"0,0 0 169 16,0 0-265-16,0 0-488 15,0 0-184-15,0 0-279 0,36-42-81 31,-28 27-48-31,4-5-224 16,-4 1-168-16,4 1 32 16,0-5-64-16,-5 1-128 0,2 0-40 15,-5 0-24-15,0 8-40 47,0 2 48-47,-4 9-40 0,0 0-16 16,0 3-8-16,0 3-160 15,0 16 32-15,4 9 136 16,-4 8 56-16,7-1 32 0,-2-1-40 0,-1-2 64 16,0-7 0-1,-4-6-104 1,4-3 0-16,3-3-8 0,-7-4-168 16,9-6-808-16,-1-3-1224 15,-4 0-2794-15</inkml:trace>
  <inkml:trace contextRef="#ctx0" brushRef="#br0" timeOffset="14963.34">6064 6515 5129 0,'0'0'6969'0,"0"0"-5961"0,0 0 25 0,0 16 279 16,0-3-344-16,0 2-344 15,-4-2-200-15,4 0-48 0,0 2 8 16,0-2-152-16,0-4-104 15,0 2-40-15,0-6-80 16,16 5 89-16,2 0-89 0,4-1 0 16,6 1 56-16,0 2-56 0,0-2 0 15,0 6 16-15,-5-3-16 16,1 2-8 0,-4 1-72-16,-8 0 72 15,-8-3-48-15,-1-3 0 16,-3-1-17-16,0-3 65 0,-15 1 0 15,-17-1 89-15,4-3-17 16,-11-3 16-16,7 0-72 0,-1 0 40 16,10-6-8-16,3 0-48 15,-1-1-272-15,10 0-393 0,-1-2-543 32,0 3-1921-32,4-4-4176 0</inkml:trace>
  <inkml:trace contextRef="#ctx0" brushRef="#br0" timeOffset="15206.04">6036 6569 7465 0,'0'0'2721'16,"0"0"-1225"-16,0 0 280 15,0 0-423-15,0 0-577 0,0 0-368 16,118-48-176 15,-89 42-176-31,-12 6-56 16,2 0-80-16,-3 0-552 16,0 6-704-16,-4 1-1489 0,0 2-1696 15</inkml:trace>
  <inkml:trace contextRef="#ctx0" brushRef="#br0" timeOffset="15971.68">6602 6699 6969 0,'0'0'1816'0,"0"0"1089"0,0 0-504 31,0 0-713-31,0 0-648 16,0 0-376-16,0 0-136 0,0 0-208 0,0 0-152 15,0 0-48-15,0 0-72 16,60 92 0-1,-60-92 49 1,0 0 55-16,0 0 48 0,0-16-104 16,0-2-88 15,0-5-8-31,0 0-48 16,0 1-104-16,4 0-88 15,-1 3 63-15,4 4-15 0,3 2 192 16,-2 6 0-1,-1 1 0 1,1 6-48-16,0 0-16 0,0 0 16 31,3 10 40-31,3 9 8 0,-3 3 0 16,2-1 16-16,-2-1 32 16,-7-1 0-16,0-3 24 0,0-7 40 0,-4-2 25 0,0-4-41 15,0-3 32-15,0 0 88 16,0 0 16-16,0 0-32 0,0-7-64 31,0-5-128-31,0-7-8 16,0-3-48-16,0-4-24 15,0 0-56-15,0 2-8 0,12 2 56 16,0 5-64-16,-4 2 144 16,4 8-48-16,-4 4-8 0,0 3-8 15,4 0 8-15,-4 10 0 16,2 8 56-1,0 5 0-15,-2-5 16 16,0 5 72-16,-1-7-16 0,-2 0-8 16,-2-7-16-16,-3-2-40 15,5-1 8-15,-1-3-8 0,-4 0 40 16,0 3-48-16,0-2-112 16,0 2-208-16,0 1-321 15,0-1-359-15,0 3-656 0,0-2-2521 0,0 0-1368 16</inkml:trace>
  <inkml:trace contextRef="#ctx0" brushRef="#br0" timeOffset="16605.08">7040 6382 9618 0,'0'0'2632'0,"0"0"-511"0,0 0-721 15,0 0-704-15,0 0 144 16,0 57-72-16,13-20-119 15,-6 4-57-15,1 1-112 0,1 3-160 16,-2-11-104-16,1 5 16 16,0-7-48-1,0-7-104-15,-4-6-32 0,0-6-40 16,4-8-8-16,-4 2 0 16,5-3-8-16,2-4 0 15,9 0 8-15,3 0-8 0,9 0 8 16,4 0 40-1,8-13-32-15,-4 3 0 16,4-3-8-16,-8 4 16 0,-8 2-8 16,-4 5 16-16,-12-2-24 15,-5 1-16-15,-3 3-40 16,-4 0-64-16,0 0-24 0,0 0-152 31,0 0-376-31,0 0-889 0,-4 7-1471 16,-3-1-3122-16</inkml:trace>
  <inkml:trace contextRef="#ctx0" brushRef="#br0" timeOffset="18339.5">5768 7153 6161 0,'0'0'1496'15,"0"0"937"-15,0 0 343 16,0 0-967-16,0 0-561 16,0 0-216-16,0 0-232 15,-55 44-184-15,47-24-199 16,0 1-185-16,4 6-72 0,0 4-8 16,4 1-8-16,0-3-72 15,4-1-8-15,4-6 0 0,8 0-16 31,-1-9-48-31,2-3 0 16,2-4 0-16,-2-6-40 0,7 0-32 16,-5 0 64-16,1-13-104 15,1-3 104-15,-7 0 8 0,0-2 0 16,-8-2 0-16,-1-2 0 31,-5 0 0-31,0-1 0 16,0-3 0-16,-5-2 8 0,-10 1 56 31,-8-5-56-31,-1 0 48 16,-4 6-48-16,-4 6 96 0,8 9 32 15,-4 8-88-15,4 3-48 0,4 18 0 16,0 17-256-16,5 13-360 16,6 2-553-16,9 14-1135 0,0-7-3497 15,4-19-2945-15</inkml:trace>
  <inkml:trace contextRef="#ctx0" brushRef="#br0" timeOffset="18605.12">6135 7360 12786 0,'0'0'1713'0,"0"0"-313"15,0 0-232-15,-19 118-360 0,19-77-352 16,-4-4-192-16,4 2-144 16,0-9-120-16,-4 2-24 15,4-3-560-15,0-3-664 0,0-10-1601 16,0-7-3896-16</inkml:trace>
  <inkml:trace contextRef="#ctx0" brushRef="#br0" timeOffset="18948.48">6355 7454 12458 0,'0'0'2417'15,"0"0"-793"-15,0 0-336 16,0 0-520-16,4-117-279 0,0 95-281 0,3 0-48 16,2 3-40-1,-5 6-40 1,-4 6-72-16,0 5 0 15,0 2-8-15,0 0-88 0,0 9-48 16,0 16 136-16,0 7 0 16,0 10 16-16,0 1 32 0,0-1-40 15,0-9-8 1,4 1-232-16,3-13-561 16,10-4-495-16,-3-4-856 15,0-11-3465-15</inkml:trace>
  <inkml:trace contextRef="#ctx0" brushRef="#br0" timeOffset="19370.32">6662 7299 11498 0,'0'0'1952'16,"0"0"-271"-16,0 0-273 16,0 0-416-16,0 0-320 15,0 0-7-15,52 108-177 0,-30-92-88 16,3 3-104-16,-1-3-176 16,0 0 24-16,-8-4-56 0,0-3-32 15,-8 2-48-15,-4-5-8 16,0-3 0-1,-4-3 0-15,0 4 0 16,0-2 8-16,-16 5 88 16,-4-7-24-16,-12 3 0 0,0-3-8 15,-3 0 8-15,3 0 8 16,8 0-16-16,3-7-64 0,6 2-88 16,11-2-288-16,0-3-408 31,4-9-1409-31,0 0-3264 15,0 0-2465-15</inkml:trace>
  <inkml:trace contextRef="#ctx0" brushRef="#br0" timeOffset="19464.08">6662 7299 11666 0</inkml:trace>
  <inkml:trace contextRef="#ctx0" brushRef="#br0" timeOffset="19526.57">6662 7299 11666 0,'-28'-47'1936'0,"28"47"-439"0,16 2 303 0,3-2-408 0,6 0-591 0,6 0-425 16,1 0-208-16,0 0-168 16,0 0-512-16,-4 0-1161 0,-12-2-3456 15</inkml:trace>
  <inkml:trace contextRef="#ctx0" brushRef="#br0" timeOffset="20182.79">7128 7321 8369 0,'0'0'2481'16,"0"0"231"-16,0 0-527 15,28 115-553-15,-16-84-576 0,0-3-367 31,-4-8-289-31,0 1-128 16,-5-7-136-16,2-1-88 0,-1-6 16 16,-4-5-16-16,0-2 16 15,0 0 16-15,0 0 32 0,0-9 0 16,0-11-96-16,0-4-16 16,-9-5 16-1,1-9-8 1,1-1-8-1,3 1 0-15,-4 0-8 0,8 7-80 16,0 2-8-16,0 13 8 16,0 7 80-16,0 9-48 15,0 0 40-15,0 0-96 0,0 18 112 16,12 5 8-16,0 2 0 0,0-3 40 16,-4 0-32-16,4-2-8 0,-1-11-8 15,-6-5 8-15,2-1 32 16,-3-3-40-16,5 0-104 15,-1 0 80 1,3-13 24-16,5-3 8 16,4-6-8-16,0 3-88 0,4-1-40 15,0 5 64-15,-1 1 64 16,2 5 0-16,3 9 0 16,-4 0 0-16,4 7 216 0,-4 15 56 31,-5 7 72-31,-2 3-64 15,-6-1-96-15,2-2-96 0,-9-4-16 16,3 4-64-16,-7-8-8 16,0 3-112-16,4-3-440 15,-4 11-776-15,0-9-2545 0,0-7-6241 0</inkml:trace>
  <inkml:trace contextRef="#ctx0" brushRef="#br0" timeOffset="21669.36">9698 6705 56 0,'0'0'6177'0,"0"0"-3065"16,0 0-1191-16,0 0 311 16,0 0-383-16,0 0-361 0,0 6-336 15,0-6-303-15,5 0-217 16,-1 0-208 0,-4-6-280-16,4-10-144 15,-4-3-80-15,8-6 80 16,-4-3 88-16,4-8 8 0,4 1-24 15,-4-3-64-15,0 6 24 16,0 4-24-16,4 3-8 0,-8 9 8 31,0 6 32-31,-4 7-40 16,4 3-80-16,-4 6-112 16,7 19 24-16,-3 11 168 0,1 6 152 15,3 1-32 1,0 1-32-1,-1-5-80-15,-3-7 40 0,5-11-40 16,-5-4-8-16,0-7-96 0,3-8-256 16,-3-2-504-16,13 0-825 15,-7-9-2880-15,4-7-512 0</inkml:trace>
  <inkml:trace contextRef="#ctx0" brushRef="#br0" timeOffset="22028.72">10090 6493 4296 0,'0'0'4761'15,"0"0"-2648"1,0 0 343-16,0 0-655 16,12 102-737-16,4-84-488 15,8-2-256-15,3-7-176 0,4-6-48 16,3-3 136-16,1 0-136 15,1-12 72-15,-4-4-24 0,0-9-16 32,-8 0-120-32,-9-4 88 15,-6 0 0-15,-9-6-48 16,0 4 8-16,-20-1 17 0,-4 4-57 16,-4 5 32-16,-4 3 32 15,-4 8 64-15,8 12 64 16,-4 0-88-1,4 10-48-15,4 15-72 16,5 10-80-16,10 6-512 16,9 17-689-16,0-10-1015 0,5-11-4162 0</inkml:trace>
  <inkml:trace contextRef="#ctx0" brushRef="#br0" timeOffset="22655.17">10715 6407 1712 0,'0'0'11890'0,"0"0"-10465"15,5 38-473-15,-1-19-176 16,8 6-48-16,-6-2-176 16,4-1-280-16,-2-3-160 0,-6-3-8 15,3 0-88-15,-1-11-8 16,0 0 48-16,-4-5-8 0,0 0-48 16,5 0-296-16,-2-10-248 15,2-12 136-15,2-4 8 16,-3-6-96-16,4-3 160 0,4 4 168 15,-8 5 120-15,4 10 48 0,-4 6 184 16,1 10 176-16,-5 0-360 0,3 7 120 16,5 15-120-16,-4 1 272 15,3 2 8 1,3 4-80 0,-7-10-112-16,1-3 16 0,4-7-56 15,-8-5-48-15,4-4 8 16,0 0-8-16,4 0 0 0,-4-20 0 15,4 2 0 1,4-9 0-16,0-1-168 16,0 5-64-16,0 2 88 15,0 4 16-15,-4 9 128 0,0 8 64 16,4 0 40-16,-4 15-8 16,4 14 408-16,0 2-64 0,-5 8-160 15,5-8-112-15,-3-6-96 31,1-5-72-31,-5-8 0 16,0-8-320-16,3-4-640 16,-1-10-2801-16,-3-6-1792 15</inkml:trace>
  <inkml:trace contextRef="#ctx0" brushRef="#br0" timeOffset="23015.66">11091 6137 10266 0,'0'0'2944'0,"0"0"-695"31,7 102-281-31,5-54-503 0,0 6-569 0,4-8-304 0,4-1-56 16,-4-1-128-16,4-8-56 15,0-4-88 1,4-7-72-16,-4-4-120 0,-4-1 24 0,4-8-88 31,-4 2 40-31,-1-5-48 0,1-2-56 16,-4-1 48-16,8-6-80 15,-3 0 40-15,-2 0 48 0,5 0 8 16,1-4 48-16,-10-2-8 16,1 3-48-16,-3-4-104 31,-6 7-112-31,-3 0-224 0,0 0-208 15,0 0-280-15,0 0-569 16,-8 7-1375-16,-4 0-4346 0</inkml:trace>
  <inkml:trace contextRef="#ctx0" brushRef="#br0" timeOffset="24677.74">9555 7224 440 0,'0'0'488'16,"0"0"168"-16,0 0-112 15,0 0 4217 1,0 0-2625-16,0 0-71 15,0 0-217-15,0 5-263 16,0 4-433-16,-3 7-792 16,-1 7 664-16,4 11-48 0,0 8-360 15,0 5-63-15,0-2-201 16,7-4-248-16,10-3 40 0,2-9-136 31,5-7-8-31,4-9-8 16,0-6 8-16,8-7 120 0,-5-4-32 15,2-15 0-15,-6-10-32 16,-6 5-48-16,-10-5 40 0,-11-3 16 16,0 3-8-16,-7-2-40 15,-14 2 40-15,-2 0-56 32,-9 7 8-17,-4 6 88-15,0 3-96 0,-1 6 16 16,7 7 104-16,-2 0 24 15,4 4-144 1,11 21 8-16,6 4-8 0,11 9-80 16,0 1-352-16,11 2-424 31,38-7-921-31,3-5-2672 0,-9-14-7937 16</inkml:trace>
  <inkml:trace contextRef="#ctx0" brushRef="#br0" timeOffset="24890.37">10086 7423 13658 0,'0'0'2649'0,"0"0"-1057"16,0 0-111-16,0 0-625 0,0 0-200 15,0 0-168-15,16 110-208 0,-8-83-184 16,-4-2-8-1,0 1-88-15,-4-1-112 16,0-4-368-16,0 8-280 0,0-9-704 16,0-8-3265-16</inkml:trace>
  <inkml:trace contextRef="#ctx0" brushRef="#br0" timeOffset="25202.85">10313 7439 10970 0,'0'0'2864'16,"0"0"-431"0,0 0-449-16,-8-102-631 15,8 71-473-15,0 2-312 0,0 6-64 16,4 5-96-16,0 6-168 15,-4 1-112-15,4 8-56 0,-4 3-72 16,0 3-272-16,0 20-8 16,3 8 272-16,2 10 8 15,-1 4 0 1,4-3-280-16,0 2-288 16,4-5-328-16,8-11-897 0,0-10-3000 15,0-9-7841-15</inkml:trace>
  <inkml:trace contextRef="#ctx0" brushRef="#br0" timeOffset="25890.32">10799 7175 13730 0,'0'0'2393'0,"0"0"-1313"0,0 0 112 16,0 0-271 0,0 124-393-16,8-86-136 15,4-6-144-15,4-3-72 16,-4-4-80-16,-4-6-88 0,-4-3 0 16,4-10 0-16,-3-3 0 15,-5-3 64-15,0 0-24 0,0 0-48 16,0-9-160-16,0-10 32 31,0-7 56-31,0-2-48 0,-10-4 40 16,10-3-40-16,0-4 8 15,0 5 40-15,0-1-56 0,0 13 128 16,0 6 0-16,0 7 8 31,0 5 0-31,0 4 8 16,0 0-16-16,10 19 0 0,-3 7 72 15,1 2 96-15,5-2 8 16,-2-5-80-16,1-1-16 0,-4-11-72 16,0 1-8-16,0-7 0 15,-4-3-48 1,3 0-24 0,-2 0 72-16,3-3 24 0,4-13-16 0,-4-4 0 15,4-1-8-15,3-4-8 16,2-1-64-16,-2 1 72 0,5 5-48 15,-3 8 40 1,-2 5 8 0,2 7 8-1,-2 7-8-15,1 25 128 16,0 7 304-16,0 7 64 0,0-1-64 16,0 0-144-16,-4-10-88 15,0-1-96-15,0-9-56 0,-4-1-48 16,-5-7-256-16,1 0-320 15,-4-8-280-15,0 6-608 16,0-4-1689-16,0-5-5801 0</inkml:trace>
  <inkml:trace contextRef="#ctx0" brushRef="#br0" timeOffset="26749.65">9591 7943 200 0,'0'0'2736'0,"0"0"89"15,0 0-1417-15,0 0 16 16,0 0-55-16,0 0 71 15,-79-6-488-15,63 6-80 0,7 0 73 32,2 0-113-32,3 0 48 15,4 0-144-15,0 0 40 0,0 0 56 16,0 0-263-16,8 0-297 16,16 3-72-16,8-3 264 0,15 0 0 15,17 0-120-15,16 0-144 16,28-3-40-1,35-16-48-15,29 0-40 16,7-3 0-16,-3-1 24 0,-17 8-8 16,-20 3-80-16,5 2 0 15,3 0 64-15,-3 4-56 16,-5-5 112-16,-7 3-72 16,-4-2-48-16,-29 4-16 15,-15-4 16-15,-21 3 24 16,-6 4-32-16,2-6 0 0,1 0 8 15,8 2-8-15,-21 1 8 16,-7-3 40-16,-11 6 48 16,-14-1-48-1,-10 1 8-15,-1 3 56 16,-4 0-104-16,0 0-8 0,0 0-8 16,0 0-184-16,0 0-136 31,0 0-168-31,-4 0-344 15,-9 0-528-15,-6 0-713 0,-1 0-1112 16,-1 0-3872-16</inkml:trace>
  <inkml:trace contextRef="#ctx0" brushRef="#br0" timeOffset="27915.05">5581 7886 5601 0,'0'0'3040'16,"0"0"-1567"-1,0 0 271-15,0 0-232 16,0 0-15-16,128 10-289 0,-80-7-368 16,8 0-224-16,7 1-112 15,4-2-40-15,6 1-71 0,10-3-49 16,25 4-24-1,27-4-32-15,29 0-104 16,6 0 0-16,-9 0 8 16,-18-4-104-1,-18 1 56-15,-18 1-72 16,-20 2 0-16,-19-4-64 16,-8 4 8-16,11 0 32 0,9 0-48 15,4 0 0-15,-8-3-8 0,-8 3 8 16,-8-6 0-16,-13 6 0 15,-11-7-8 1,-8 7 8-16,-8-7 8 0,-4 5-8 16,-4 2 8-1,-5-7 0-15,2 7 0 0,-6-2 0 0,-3 2 0 16,0 0-8 0,0 0-88-16,0 0-80 0,0 0 0 0,0 0 40 31,0 0 120-31,0 0-8 15,0 0 16 1,-3 0-8-16,-1 0-16 0,4 0-200 0,-8 2-264 16,-4 2-745-16,4-1-2687 0,-4-3-5202 0</inkml:trace>
  <inkml:trace contextRef="#ctx0" brushRef="#br0" timeOffset="34078.18">5757 8264 704 0,'0'0'680'15,"0"0"2000"1,0 0 2794-16,0 0-4282 0,0 0 152 15,0 0-64-15,0 0-247 16,4 0-249-16,-4 0-72 0,0 0 16 16,0 0-48-16,0 0-48 15,0 0-88 17,3 0-175-17,1 0-113-15,5 0 32 0,6 0-96 16,2 0-56-16,-3 0 0 0,11 0-64 15,-4 0-64-15,-2 0 64 0,1-3-72 16,-4-1 0-16,0 4 16 16,-3 0-16-16,-10 0 0 15,5 0 0-15,-4 0-16 0,-4 0-56 16,0 14 0-16,0 1 24 16,0 5-112-16,-8 6 88 0,-9-5 72 15,-2 8 64-15,-2-1 48 47,6-2-104-47,-4 3 40 0,6-8 24 31,2-1-24-31,7-1-40 16,0-10-8-16,4-3-48 0,0 1 48 16,0-4 0-16,0 0 0 15,11 1 48-15,6-4-40 16,1 0 72-1,2 0-72-15,-2 0 40 0,1 0-40 16,-3 0 0-16,0-7-8 16,0 4-80-16,-4-4 16 0,4 1-144 15,-8 0-120-15,4 3-352 16,4-4-537-16,-8 4-1615 16,-1-1-4522-16</inkml:trace>
  <inkml:trace contextRef="#ctx0" brushRef="#br0" timeOffset="34343.8">6231 8385 1040 0,'0'0'656'0,"0"0"6329"16,0 0-4560-16,0 0-825 0,0 0 409 15,4 73-801-15,-11-45-424 16,2 4-136-16,-4 0-128 0,6-3-248 16,-1 2-56-16,0-9-88 15,1-3-64-15,3-6-64 16,0-3 0 0,0-6-176-16,0-4-592 0,0 0-576 15,14-4-897-15,3-9-3112 16</inkml:trace>
  <inkml:trace contextRef="#ctx0" brushRef="#br0" timeOffset="34863.51">6415 8172 6409 0,'0'0'5553'16,"0"0"-4265"-16,0 0 177 47,0 0-305-47,0 0-72 0,0 0-224 15,0 0-472-15,0 0-120 16,43 54-15-16,-19-44-41 16,-7-3-88-16,-2-5-56 0,2 5-56 15,-6-2-8-15,-7 2 0 16,-4 3 0-16,0 6 64 0,0 2-24 16,-4 9-40-16,-13-2 64 15,2 3 24-15,-5 1 8 0,5-4-8 16,5-6 0-16,3 0-8 0,3-6-32 15,4-4 16 1,0 0-72 0,0-2 8-16,0-4-8 0,4 1-8 15,13-4-128-15,2 0-72 16,5 0-272-16,0 0-257 0,0-4-231 16,-4-6-408-16,4 1-873 0,-4 4-2231 31,-9-6-1938-31</inkml:trace>
  <inkml:trace contextRef="#ctx0" brushRef="#br0" timeOffset="35268.34">6722 8201 3576 0,'0'0'6610'0,"0"0"-4602"16,0 0 409-16,0 0-729 0,0 0-536 15,0 66-288-15,0-43-191 0,0 5-161 16,3-2-152-16,8 3-184 16,3-5-72-16,1 5-8 15,-3-6-48-15,4-2 72 16,0-1-64-16,0-4-48 15,-7-4-8-15,2-2-56 16,-7-4 8-16,0-2-48 0,-4-4 32 16,0 0 56-16,0 0 8 15,-8 0 0-15,-16 0 8 16,-8 0 0-16,-4 0 48 0,0 0 8 31,1 0-56-31,7 0 8 0,4 0 40 16,16 0-56-16,2 0-144 15,6-4-552-15,14-5-873 16,10-5-2295-16,-5 5-2426 0</inkml:trace>
  <inkml:trace contextRef="#ctx0" brushRef="#br0" timeOffset="35533.94">6722 8236 10898 0,'0'0'3257'15,"0"0"-1617"-15,0 0-16 0,0 0-480 16,0 0-511-16,0 0-225 0,0 0-248 15,127-66-88-15,-111 56-72 0,0 3-360 16,-4 4-409-16,0 3-863 16,-1 0-1569-16,-2 0-3152 15</inkml:trace>
  <inkml:trace contextRef="#ctx0" brushRef="#br0" timeOffset="36487.01">7100 8360 4152 0,'0'0'5386'16,"0"0"-2898"-16,0 0-183 0,0 0-961 15,0 0-512-15,0 0 280 16,0 0-440-16,0 69-135 0,0-47-129 15,0-3-192-15,0-3-48 16,0 0-48-16,0-7-72 31,0-2 0-31,-4-4-40 0,4 1 0 16,0-4 48-16,0 0-48 16,0 0 40-16,0 0-48 0,0-7 16 15,0-12-16-15,0-7 0 16,0 2-8-1,0-5 8-15,0-1-48 16,4 6 40-16,8 2 0 0,-4 6 8 16,0 6 0-16,-4 4-8 15,4 6-40-15,-4 0 40 0,0 0-112 16,0 13 112 0,-4 6 0-16,4 6 8 31,0-4 8-31,-1 3 56 15,-3-9-56 1,0-2-8-16,0-6 0 16,0-5 0-16,5-2 0 15,-5 0 8-15,4 0-8 0,4-2 0 16,-4-18-8-16,8 1 0 31,0-1-56-31,-2 3 56 0,4-3-80 16,-2 11 24-16,-5 5 16 15,1 1 32-15,-3 3-40 0,-1 0 16 16,-4 12 40-16,4 12 80 16,-4-2 16-16,0 0-40 15,0 0-40-15,0-3-8 0,0-4 0 32,0-2 0-32,0-6-8 15,0-3-184-15,7-4-480 0,2 0-937 16,2-4-1063-16,1-6-5650 0</inkml:trace>
  <inkml:trace contextRef="#ctx0" brushRef="#br0" timeOffset="37109.43">7475 8229 1856 0,'0'0'6473'0,"0"0"-4168"15,0 0 231-15,0 0-575 0,0 0-649 32,0 0-320-32,8 115-240 15,-4-93-280-15,0-6-127 16,3-1-73-16,-2-5-64 0,-1-3-96 16,-4-4-64-16,3-3-32 15,-3 0-8-15,0 0 48 0,5 0-48 31,-5-13 64-31,4-3-64 16,-1-6 0 0,1 0-8-16,0-1 8 0,1 1-8 0,3 0-8 15,-4 9 0-15,-1 1 8 0,1 5-8 16,0 7-48-16,-4 0-40 47,5 16 56-47,-5 9 40 15,4 4 0-15,-4 0 16 0,0 0 64 16,0-7-16-16,0-3-56 16,0-7-8-16,0-2 8 0,0-7 8 15,0 0 40-15,0-3-48 16,3 0 40-16,-3-6-40 16,8-10 0-1,0-7-8-15,1-1-72 0,-1 0 64 16,3 3-56-16,-2 1 56 15,-5 8 8-15,3 6-16 0,-3 2-40 16,0 4-32-16,0 4 88 16,0 12 8-16,1 6 72 15,-2-3 8-15,1 3-80 16,0-3 40-16,0-3-48 16,4-3 0-16,-3-6-152 15,6-5-496-15,9-2-753 0,0 0-1143 16,-4 0-3346-16</inkml:trace>
  <inkml:trace contextRef="#ctx0" brushRef="#br0" timeOffset="37421.92">7846 8299 6857 0,'0'0'2921'0,"0"0"175"15,0 0-807-15,0 0-929 0,0 0-512 16,-28 115-160-16,28-97-120 15,0-1-191-15,7-5-233 0,9-3-48 16,0-9-40-16,1 0-8 31,7 0-40-31,-5-2 40 16,1-15-32-16,1-2 40 0,-6-3-40 16,-2-3 40-16,-10 0 24 0,-3 0 16 15,0 2-8-15,-12 4 32 16,-7 3-64-1,-9 13-32-15,-4 0 88 16,0 3-112-16,0 6-48 16,4 13-136-16,3 3-256 0,10 4-361 15,3 8-1271-15,8-2-3145 16,4-13-5265-16</inkml:trace>
  <inkml:trace contextRef="#ctx0" brushRef="#br0" timeOffset="37750.03">8169 8061 3648 0,'0'0'9130'16,"0"0"-6537"-16,0 0-393 0,0 0-839 16,0 0-777-16,0 47 56 15,0-5 0 1,4 5-32-16,7 8-144 16,-7-1-80-16,9 0-96 0,-2-7-136 15,-7-3-104-15,4-5-48 16,-3-8-104-16,-1-5-304 0,-1-7-416 15,1 0-320-15,0-3-1249 16,4-10-5928-16</inkml:trace>
  <inkml:trace contextRef="#ctx0" brushRef="#br0" timeOffset="43116.39">9942 8366 800 0,'0'0'2336'16,"0"0"4802"0,0 0-5218-16,0 0-640 0,12-13 33 0,-7 4-145 15,5-3-264 1,3-2-112-16,-1-1-96 0,0 2-255 0,1-3-121 15,-6 3-72-15,5-3-120 16,-4 7-24-16,4-4-40 0,-4 4-56 16,0-4 40-16,0 7-48 15,-4 2 8-15,0-2-8 0,0 3 8 16,-4 3 0-16,0 0-8 31,4 0 8-31,0 0-8 16,-4 0-40-16,0 0-104 0,3 9 72 31,2 14 72-31,-1 6 224 0,0 5-104 16,-4 4-72-16,4-4-40 15,0-5 40-15,0-3-40 16,-1-4 40-16,1-6-48 0,1-2-72 16,-1-5-192-16,0-4-256 15,4-5-393-15,-1 0-687 0,6 0-2449 16,-5-2-2856-16</inkml:trace>
  <inkml:trace contextRef="#ctx0" brushRef="#br0" timeOffset="43376.59">10365 8414 8889 0,'0'0'2593'16,"0"0"-273"-16,0 0-439 0,0 0-609 0,0 0-440 15,0 0-368-15,0 0-224 32,0 0-184-32,0 0-40 15,0 0-16-15,0 111-240 0,0-105-416 16,0 3-352-16,0 1-808 15,0-3-2241-15,-4-4-1448 0</inkml:trace>
  <inkml:trace contextRef="#ctx0" brushRef="#br0" timeOffset="43803.99">10580 8229 8409 0,'0'0'2465'0,"0"0"-769"16,0 0-95-16,0 0-521 0,0 0-288 15,11 99 8 1,10-87-400-16,-1-3-80 16,8-9-88-1,0 0-40-15,-1 0-72 0,0-9-24 16,-2-10-48-16,-1 1 16 0,-8-2-48 16,-4 1 32-16,-8 0-40 15,-4-3 104-15,0 0 121 0,-21 3 135 16,-6 0-104-16,-6 3-8 15,2 9 72-15,0 7-192 0,-1 0 32 32,4 13-168-32,5 9-80 15,10 10-360-15,13 13-544 0,0-7-1089 16,0-10-5088-16</inkml:trace>
  <inkml:trace contextRef="#ctx0" brushRef="#br0" timeOffset="44585.2">11258 8226 11258 0,'0'0'2825'15,"0"0"-1737"-15,0 0 16 16,0 0-8-16,0 0-504 15,0 0-216 1,0 0-120-16,12 121 25 16,-8-102-153-16,-4-3-120 0,4-8 64 15,-4-3-64-15,4-5 144 16,-4 0 40-16,2-13 8 16,-2-6-112-16,5-4-88 0,0-5 0 31,-1-1 0-31,4 0-48 15,3 1 40-15,2 3-64 0,1 2-24 16,0 8 24-16,-7 5 64 16,1 10-48-16,0 0-64 0,-8 0-72 15,9 17 192-15,-5 8 16 16,-4-1 64 0,3 0 16-16,-3-3-40 15,0-2-40-15,0-3 32 0,0-3-40 16,0-7 0-16,0-3 48 15,0-3-8-15,0 0 16 16,0 0-56-16,4-6 120 16,0-13-120-16,9-3-8 31,2-7-72-31,5 3 16 16,0 2 0-16,0 4-8 0,-4 5 64 15,0 8-56-15,-6 7 48 16,4 0-136-16,-6 7 144 15,-1 18 64-15,-2 1 80 0,-1 2 8 16,-4 0-64-16,3-2-80 0,-3-4 0 47,5-2-8-47,-1-8-80 16,-1 1-288-16,1-4-721 15,-1-5-1831-15,-3-1-5594 0</inkml:trace>
  <inkml:trace contextRef="#ctx0" brushRef="#br0" timeOffset="45204.75">11760 8201 3896 0,'0'0'7018'0,"0"0"-5346"16,0 0-31 0,0 0-201-16,-4 82-568 0,4-66 0 0,4 0-368 15,0-3-160-15,0-6-152 16,0-2-96-16,0-1-16 0,-4-4-8 16,5 0 105-16,-5 0 39 15,3-9-88-15,1-8-72 16,4-8-40-16,0-4-8 0,0 1 0 0,0-1 0 15,4 4 0-15,-5 6 8 0,1 3-16 16,1 5 8-16,-5 8 0 0,-1 3-8 16,-3 0 0-16,0 20 32 15,3 2 136 1,-3 4-40-16,0-1-32 16,0-3-48-16,0-3-32 15,0-9-8-15,0-1 40 0,0-5-40 16,0-4 0-16,0 0 40 15,0 0-40-15,6-7-8 0,2-9 0 32,-1-6-128-32,5 0-40 15,1-4 0-15,2 4 40 16,-2 3 32-16,-2 6-48 0,2 3 88 16,-5 8-32-16,-1 2-8 15,-3 2 88-15,0 18 8 0,5 5 168 31,-2 1 32-31,-3-1-72 16,0 0 8 0,4-5-128-16,-3-4 0 15,-1-7-8-15,-1-2-64 0,1-7-240 16,8 0-329-16,-1-7-1271 16,6-9-3161-16,-1 0-1216 0</inkml:trace>
  <inkml:trace contextRef="#ctx0" brushRef="#br0" timeOffset="45532.86">12187 8108 8249 0,'0'0'3097'0,"0"0"-1049"16,0 0-327-16,0 0-545 15,-4 106-376-15,4-91-256 16,11 1-144-16,6-7-184 0,2-2-112 15,5-7-40-15,0 0-16 0,1 0-48 16,-6-9 0-16,1-4-8 16,-4-3 0-16,-5 0 8 15,-2-3 8-15,-9 1 40 0,0-2-40 16,0 1 176-16,-12 3 89 16,-8 0-9-16,-4 3-16 0,1 10 120 31,-9 3-192-31,8 0-160 15,-1 16-16-15,1 13-72 16,8-1-160-16,4 1-552 0,12 5-625 16,0-8-2648-16,0-7-2080 0</inkml:trace>
  <inkml:trace contextRef="#ctx0" brushRef="#br0" timeOffset="45829.73">12605 7778 11442 0,'0'0'2985'0,"0"0"-1105"0,0 0-120 15,0 0-815-15,0 0-457 16,0 0-48-16,-3 108-96 0,-6-51-48 31,5 3-112-31,0-2-56 16,4-4-32-16,0-6-24 0,0-10-64 15,0-3-8-15,0-10-136 16,0-6-184-16,4-3-432 0,4-4-649 31,-8-5-3600-31</inkml:trace>
  <inkml:trace contextRef="#ctx0" brushRef="#br0" timeOffset="65558.31">9552 9029 80 0,'0'0'432'0,"0"0"8057"0,12 0-6520 16,-8 0-737-1,-4 0-88-15,4 0-175 0,-4 0-289 0,0 0-272 32,0 0-32-17,0 0-24-15,4 0-16 0,-4 0 56 0,0 0-24 16,0 0 112-16,0 0-8 15,0 0-152-15,4 0-104 0,3 0-111 16,2 0 119-16,6 0-32 16,2 0-112-16,-2 0-32 0,2 0-40 15,-2 0 64-15,2 0-64 16,-2 0 40-16,1 0 24 16,-8 0-16-1,-1 0-56-15,2 0 8 16,-9 0 0-16,0 0-8 15,4 0-8-15,-4 0-168 0,0 0-104 16,0 0-64-16,0 0-273 16,0 0-367-16,0 0-1152 15,0 0-3337-15</inkml:trace>
  <inkml:trace contextRef="#ctx0" brushRef="#br0" timeOffset="66501.02">10349 9065 7113 0,'0'0'2160'0,"0"0"-623"16,0 0-169-16,0 0-64 15,0 0-535-15,0 0-185 0,0 0-208 32,0 0 40-32,0 0-80 15,-16-115-56-15,16 100-80 16,0-2 32-16,0 5-40 0,0-1 8 0,0 4-56 16,0-1-56-1,0 7 96 1,0 0 24-16,4 3-48 15,-4 0-160-15,0 3-224 0,0 16 224 16,0 9 320 0,4 7 56-16,0 4-104 0,-4-2-95 0,0 2-1 15,0-8-56-15,4-2-24 0,-4-4-88 32,4-6 0-32,0-5 0 15,-4-6-8 1,4-4-72-16,-4 1-296 0,0-5-321 0,4 0-463 15,0 0-736-15,4 0-1217 16,0 0-992-16</inkml:trace>
  <inkml:trace contextRef="#ctx0" brushRef="#br0" timeOffset="66804.23">10569 9121 9209 0,'0'0'1681'16,"0"0"527"0,0 0-247-16,0 0-769 0,0 0-544 15,0 0-184 1,0 114-168-16,0-98-96 0,0 4-40 15,0-5-48-15,0 2-80 16,0-8-32-16,-9 3-224 0,9-2-568 16,0-10-768-1,0 0-2233-15,0 0-2344 0</inkml:trace>
  <inkml:trace contextRef="#ctx0" brushRef="#br0" timeOffset="67266.97">10739 8994 6977 0,'0'0'2769'31,"0"0"-1921"-31,0 0 968 16,0 0-248-16,0 0-543 0,13 89-377 0,-5-66-144 15,-1-1-152 17,6-3-192-32,-2-6 8 0,0-1-72 15,3-9-40-15,5-3 16 16,-3 0 24-16,8 0-16 0,-4-15-56 15,8-5-24-15,-12-2 0 0,3-6-80 0,-2 3 80 16,-9-1 0-16,-5 1 48 47,-3-1-32-47,0 4 216 16,-3 0 184-16,-17 6-64 15,-4 0-64-15,0 7-39 0,-4 5-41 16,0 4-208-16,0 10 0 15,-4 16-120-15,8 5-321 0,-3 27-647 16,7-8-920-16,0-6-3585 16</inkml:trace>
  <inkml:trace contextRef="#ctx0" brushRef="#br0" timeOffset="68000.37">11437 8978 880 0,'0'0'11930'0,"0"0"-10433"0,0 0-529 16,0 0 200-16,0 0-296 15,0 0-376-15,0 119-208 0,0-95-56 16,0 2-112 0,0-7-24-1,0-3-80-15,0-4-16 16,0-8 72-1,0-1-24-15,0-3 1 0,0 0 31 0,0-3 112 16,0-13-192-16,0-6-72 0,0-4-96 16,9-2-81-16,2-4-79 31,-3 7 8-31,5 0 152 16,-2 8 96-16,-3 4 72 0,0 7 0 15,-8 3-8-15,4 3 8 16,-4 0-144-16,4 7 144 0,-4 11 8 15,4 1 48-15,0 3 48 16,-4-3-16-16,0 1-32 16,0-4 0-16,0-4-40 0,0-5 40 31,0-4-48-31,0 0 56 16,0-3 24-16,0 0 32 15,0-3-120-15,0-16-112 0,8-4-64 16,4 2 80-16,4-8-88 15,-4 7 120-15,4 5 64 0,-6 8 0 16,4 2 0-16,-7 7 0 16,1 0 104-16,-3 11-24 15,2 7 16-15,-2 1 72 0,-2 3 24 16,1 1-40-16,-4-7-80 16,4 0-72-16,5-4 0 0,-5-2-8 31,0-4-528-31,7-6-1248 15,2 0-3161-15,-2 0-3577 0</inkml:trace>
  <inkml:trace contextRef="#ctx0" brushRef="#br0" timeOffset="68620.75">11832 8976 9978 0,'0'0'1776'31,"0"0"-240"-31,0 0-175 32,0 0-441-32,0 0-344 15,-12 110-232-15,12-97-80 0,0-3-112 16,0-4-96-16,0-3-40 15,0-3-8-15,4 0 56 0,0 0 32 16,0-12 56-16,3-8-88 0,1-1-56 16,5-2-16 15,-1-5 8-31,3 6 0 16,2-1 0-16,-9 7 0 0,3 3 0 15,-7 10-16 1,1 3-120-16,-1 0 48 0,-4 13 88 15,0 6 168-15,0 0 32 16,0 3 0-16,0-6-48 16,0 0-16-16,0-7-48 0,0-2 24 0,0-4-16 15,0-3-16-15,0 0-32 16,0 0-48-16,4 0-40 16,0-16 32-1,3 0-88-15,6-3-8 16,2-3 56-16,-7 0-48 15,8 6-8-15,-8 6 88 0,5 7 16 16,-6 3-96-16,1 0 0 0,0 0 96 0,0 16 120 16,-5 4 24-16,2-1 32 15,-1-1 0-15,0-4-72 16,0-2-16-16,0-6-80 0,-1 1-8 16,2-5 0-16,3-2-248 15,0 0-608-15,4 0-656 16,8-15-937-1,-4-4-2048-15,-1 3-408 16</inkml:trace>
  <inkml:trace contextRef="#ctx0" brushRef="#br0" timeOffset="68950.06">12235 8937 56 0,'0'0'6801'16,"0"0"-4585"-1,0 0 225-15,0 0 96 16,0 0-1369-16,0 0-240 15,8 112-448-15,-1-100-136 0,5-5-208 16,-3-1 40-16,2-6-56 16,6 0 0-16,2 0-40 0,-3-4-8 15,4-10-72 1,-5-3 0 0,1-3-8-16,-3-2 0 15,-9 1 0 1,-4-2 0-16,0 2 8 0,0-2 40 0,-13 4 88 15,-7 6-8-15,5 7 224 0,-10 6-16 16,2 0-119 0,-5 22-105-1,0 6-104-15,4 4-80 16,5 0-489-16,14 7-607 0,5-12-1985 16,0-10-3200-16</inkml:trace>
  <inkml:trace contextRef="#ctx0" brushRef="#br0" timeOffset="69265.03">12581 8693 10730 0,'0'0'4169'16,"0"0"-3417"-16,0 6 64 15,0 19 448-15,0 7-296 0,0 13-239 16,0-1-257-16,8 4-152 16,0-1-176-1,-3-2-80 1,-2-6 0-16,5-5-64 0,0-6-240 15,-4-3-288-15,1-5-513 16,-2-7-895-16,1-7-3329 16</inkml:trace>
  <inkml:trace contextRef="#ctx0" brushRef="#br0" timeOffset="70159.19">9994 9642 104 0,'0'0'9113'0,"0"0"-7512"16,0 0-577-16,0 0 336 0,0 0 441 15,0 0-465-15,0 0-656 16,0 0-264-1,0 0-144-15,0 0-88 16,0 0 40-16,124-9-8 0,-68 5-48 16,19 1-16-16,29-1-55 15,39-4-41 1,41-8 48-16,15-1 8 16,0 2 8-16,-7 2-48 15,-16-3 40-15,-6 7-40 16,-5-4-56-16,-6 4-8 0,-12-4 104 15,-4 6-56-15,1-2-48 16,-4 3-8-16,-9-1 16 0,-19 4-8 16,-29-3 0-1,-23 3 0 1,-12-1 8-16,-5 4-8 0,-2 0 0 16,-5 0-8-16,-25-3 0 0,-2 3 0 15,-9 0-8-15,0-2 8 0,-5 2 144 16,-7-3-144-16,1-4-96 15,-5 3-152 1,4 1-368 0,-9 0-689-16,6 3-1407 15,-1-3-3626-15</inkml:trace>
  <inkml:trace contextRef="#ctx0" brushRef="#br0" timeOffset="70848.19">11313 9928 5361 0,'0'0'1904'16,"0"0"249"-16,0 0 343 15,0 0-408-15,0 0-783 0,0 0-353 16,-19 28-104-16,14-15-104 0,0 3-152 15,5 0-95 1,0-1-25 0,0 2-184-16,5-2-136 0,8 1-56 15,2-6-48-15,6 0 24 16,-6-8-72-16,5 1 0 0,1-3 0 16,-2 0 0-16,5-12 0 0,-4-10 0 15,1 0 48-15,-2 0-40 16,-7-4 48-16,-4 1-48 0,-4-4 0 31,-4 4 56-31,0-5 120 16,-8 3 56-16,-12 1-48 0,-4 10-24 15,-4 3-40-15,-8 13-8 16,0 0-120-16,-3 20-48 0,-13 34-424 16,12-3-792-16,8-5-3825 0</inkml:trace>
  <inkml:trace contextRef="#ctx0" brushRef="#br0" timeOffset="72145">5250 9217 7217 0,'0'0'2441'0,"0"0"-689"0,0 0 64 16,0 0-447-16,0 0-513 16,0 0-80-16,0 0-240 0,60 0-128 15,-44 0-168-15,-1 0-56 16,-2 0-16-16,-1 0-88 16,4-3-32-16,-4-1-32 0,4 4-8 15,0-3-8-15,0 3-152 16,0 0-200-1,-4 0-496-15,0 0-736 16,-1 0-1665-16,-6 0-3392 0</inkml:trace>
  <inkml:trace contextRef="#ctx0" brushRef="#br0" timeOffset="72626.08">5861 9315 7097 0,'0'0'4041'16,"0"0"-2169"-16,0 0-447 0,0 0-417 16,15-105-232-16,-8 84-232 31,3-2-304-31,-3 7-112 15,1 0-48 1,-4 7-24-16,0 2 56 0,-4 7 120 16,0 0-112-16,0 0-120 15,0 16 0-15,0 16 152 0,0 12 312 16,0 4-208-16,0 4-111 16,0-6-81-16,5-3-56 15,-2-9 0-15,1-6-8 0,4-8-8 16,-4-8-585-1,9-9-343-15,-2-3-984 16,-3 0-3545-16</inkml:trace>
  <inkml:trace contextRef="#ctx0" brushRef="#br0" timeOffset="72973.7">6191 9351 11378 0,'0'0'2456'0,"0"0"-455"0,0 0-265 15,0 0-632-15,0 0-479 16,0 48-265 0,0-36-184-16,0 0-104 15,-4 5-64-15,-4 0-8 0,1 3-304 16,-6-1-408-16,5 0-681 0,-3 1-1047 31,6-8-2865-31,1-6-2873 16</inkml:trace>
  <inkml:trace contextRef="#ctx0" brushRef="#br0" timeOffset="73411.2">6319 9203 6313 0,'0'0'5849'16,"0"0"-4313"-16,0 0 25 0,0 0-513 16,0 0-296-16,0 0-184 15,0 39-104-15,0-23-112 0,4 0-63 16,8-4-129-16,-5-5-72 16,10-1 8-16,-2-2-88 15,5-4-8-15,1 0-8 0,-2-4-56 0,5-9-88 16,0-2-153-16,-7-5-63 15,-2 4 96-15,2-2 24 0,-10-5 200 16,-3 4 48 0,-4-3 56-16,0 3 24 15,0 3 16 1,-4 4 216-16,-12 3 64 0,-3 9 49 16,-2 0-337-16,-7 2-80 0,4 20 0 15,5 4-8-15,-1 2-104 0,8 0-569 31,7-1-359-31,5-2-1312 32,0-6-2505-32,0-7-2417 0</inkml:trace>
  <inkml:trace contextRef="#ctx0" brushRef="#br0" timeOffset="73782.12">6610 9214 10058 0,'0'0'2192'0,"0"0"-327"15,0 0-561-15,0 0-256 0,0 0-384 31,0 0-312-15,0 0-128-16,0 0-24 16,84 60-24-16,-64-70-64 15,2-3-32-15,-5-6-8 0,-1 4-16 16,-4-8 32-16,-4 1 120 0,-8 0 113 16,0 0-9-16,0 0-120 0,-4-1 56 31,-12 8-128-31,-7 8-112 15,-6 7 224-15,-2 0-232 16,-1 16-40-16,0 16-288 0,-4 25-480 16,9-6-1417-16,10-10-6337 0</inkml:trace>
  <inkml:trace contextRef="#ctx0" brushRef="#br0" timeOffset="74586.31">7081 9061 7257 0,'0'0'4225'0,"0"0"-2729"32,0 0 449-32,0 0-681 15,0 0-400-15,0 0-200 16,0 111-272-16,3-89-136 0,1-6-112 16,-4-3-24-16,4-4-112 15,-4-2 56-15,0-4-64 0,4-3 8 16,-4 0 0-1,0 0 121 1,4-7 23-16,1-8-88 0,-2-4-56 16,1-3 40-16,0-4-40 0,4 1-8 15,0 6 0-15,0 0 0 16,-4 6-8-16,0 10 8 0,0 3-88 16,-4 0-40-16,0 9-73 15,0 10 201-15,0 7 145 16,4-1-17-16,-4-3 16 15,0-3-48-15,4-10-16 16,-4-2-32-16,3-3-40 16,-3-4 88-16,0 0 32 0,5 0 0 15,-5-4 16-15,8-8-96 16,0-4-40-16,-1 0-8 16,6-6 0-1,-5 6-112-15,8-3-56 16,-5 3 8-16,1 6 16 0,-4 4 16 15,1 6 112-15,-5 0-104 16,3 6 112-16,-3 17 8 31,1 2 248-31,-1 4 0 0,0-3-104 16,-4-2-88-16,3-7-56 16,1-2 0-16,4-8-176 0,0-5-240 15,12-2-529-15,0-2-2151 16,-4-12-4378-16</inkml:trace>
  <inkml:trace contextRef="#ctx0" brushRef="#br0" timeOffset="75171.95">7475 9121 7841 0,'0'0'1961'15,"0"0"103"-15,0 0-272 16,0 0-375-16,0 0-425 0,0 0-384 16,4 96-296-16,0-93-136 15,0 0-72-15,-4 1-96 16,0-4-8-16,0 0 64 16,4 0-8-16,-4-10-56 15,3-4 0-15,1-7 0 16,1 1 0-16,2 2 8 0,-2-5-8 15,6 8 8-15,-7 2-8 16,5 3 0-16,-5 10 0 16,0 0-80-16,-4 3 80 0,3 17 184 31,1 2 192-31,-4 0 8 16,0 0-152-16,0-5-80 0,0-3-39 15,0-3-105-15,0-8 40 16,0 0-40-16,0-3-8 0,4 0 128 31,5-3-16-31,2-13-112 16,-3-3-56-16,9-3-64 15,-6 2-8-15,2-2-137 0,2 6 73 16,-2 4 56-16,-2 5 16 16,-3 7 120-16,1 0-128 0,-2 7 128 15,-3 14 216 1,4 8 48-16,0-3-32 15,0 2-15-15,4-5-121 16,-2-5-88-16,4-4 48 0,-2-8-56 16,3-3-56-16,-6-3-393 15,7-7-335-15,-4-5-1792 0,-1-4-3266 16</inkml:trace>
  <inkml:trace contextRef="#ctx0" brushRef="#br0" timeOffset="75541.35">7878 9134 7193 0,'0'0'2777'0,"0"0"-273"0,0 0-647 16,0 0-465-1,7 55-536-15,9-46-304 16,-4-4-216-16,5-1-104 0,-2-1-40 16,5-3-8-16,1 0 0 15,-2-3-72-15,1-10-24 16,-1 1-40-16,-6-4-40 0,1-6 112 16,-4 3 57-16,-6-4 207 15,-4 1-8-15,0 3-16 0,0 0-16 0,-4 3 8 16,-12 7-40-16,0 6 72 15,-8 3-280-15,-4 0-96 16,0 22-8-16,0 7-232 0,8 3-336 16,0-1-448-16,8 7-761 15,4-10-3104-15,8-5-4633 0</inkml:trace>
  <inkml:trace contextRef="#ctx0" brushRef="#br0" timeOffset="75822.59">8347 8836 3576 0,'0'0'10491'15,"0"0"-9131"1,0 0 288-16,0 0 25 15,0 0-489 1,13 124-384 0,-5-80-168-16,-4 3-264 0,4-1-152 15,-5-5-136-15,2-7-80 16,-1-3-40-16,-4-4-256 0,0-2-376 16,0-2-440-16,0-5-1081 15,-17-4-3888-15</inkml:trace>
  <inkml:trace contextRef="#ctx0" brushRef="#br0" timeOffset="77127.68">5525 9883 3208 0,'0'0'4577'15,"0"0"-2336"-15,0 0-145 0,0 0-440 16,0 0-287-16,0 0-521 31,0-7-384-15,0 7-216-16,9 0-72 0,2 0-16 0,10-2 160 15,3 2-144-15,11 0-8 0,5 0 0 16,12-3-112 0,4 0 24-16,12 3-72 15,3-4-8 1,5-2 16-16,7 6 32 0,0-6-48 16,10 3 8-16,11-4 0 15,10 0-8-15,31 2 8 0,22-8 0 16,9 0 8-16,-5 0-16 15,-12 4 48-15,-7-4-48 16,-1 1 8-16,13-5 0 0,-1 2-8 16,9-4 0-16,-9 3 0 15,-4-6-8-15,-15 5 8 0,-28 2 0 16,-25 1-40-16,-27 9 40 16,-8-5 0-16,0 4 0 46,-5 3 0-46,-6-3 8 0,-14 6-8 16,-19 0 0-16,-7 0-144 16,-5 0 144-16,0 0 296 0,0 0 32 15,0 0-111-15,0 0-97 16,0 0-48-16,0 0-72 0,0 0 16 16,0 0-16-16,0 0-40 0,0 0-128 15,0 0-57-15,0 0-191 16,0 0 0-16,0-4-416 0,0 4-944 15,0-3-2153-15,0 3-1512 0</inkml:trace>
  <inkml:trace contextRef="#ctx0" brushRef="#br0" timeOffset="78127.63">5956 10382 4608 0,'0'0'5026'15,"0"0"-2706"-15,0 0-71 16,0 0-561-16,16-25-624 0,-12 11-240 15,4 2-216-15,0-4-135 0,0 0-129 16,-4-2-104-16,4-5-56 0,0-2-24 47,-4 2-32-47,0-6 0 16,0 5 8-16,0 2-8 15,-4 5-64-15,0 5-16 0,0 5-40 16,0 4-8-16,0 3 0 15,0 0-120-15,0 0-168 0,0 13 96 16,0 9 192-16,0 4 48 16,0 2 0-16,0 1 16 0,0-1 0 15,0 0-56-15,0-4-8 16,0-3-48-16,0 2-224 0,0-1-328 16,0-6-409-16,0 2-879 15,0 2-2553-15,0-11-1088 0</inkml:trace>
  <inkml:trace contextRef="#ctx0" brushRef="#br0" timeOffset="78377.62">6267 10261 5025 0,'0'0'6217'16,"0"0"-4249"-16,0 0 169 0,0 0-857 15,0 0-512-15,0 0-240 0,0 0-184 32,4 118-152-32,-4-106-136 15,0-2-56-15,0 3-72 0,0-7-400 16,0 4-376-16,0-5-856 15,0-1-1169-15,0-1-2488 0</inkml:trace>
  <inkml:trace contextRef="#ctx0" brushRef="#br0" timeOffset="78860.68">6486 10112 5281 0,'0'0'6641'0,"0"0"-4553"16,0 0 121-1,0 0-409-15,0 0-631 16,0 0-577-1,0 0-272-15,8-16-104 16,4 13-144-16,0 3-72 16,4 0 0-16,0 0 0 15,0 0-72-15,-4 10 16 0,0 9-16 16,-4-1 72-16,-4 8-96 16,-4-4 16-16,0 0 0 0,0-3 80 31,0-6 128-31,-12 3 40 15,4-4-32-15,0-5 0 0,0-1-40 16,8-2-24-16,0-1-72 16,0 1-8-16,0-4-96 0,0 3 32 15,0-1-24-15,4-2-8 16,8 7-40-16,0-7-24 16,-4 3-152-16,0-3-320 0,4 0-297 15,-4 2-655 1,0 2-1537-1,-5-1-2128-15</inkml:trace>
  <inkml:trace contextRef="#ctx0" brushRef="#br0" timeOffset="79313.78">6897 10147 12498 0,'0'0'2097'0,"0"0"-1137"16,0 0-152-16,0 0-32 16,0 0-128-16,0 0-184 15,0 0 81-15,0 0-249 16,40 114-104-16,-24-98-88 0,0 4-40 31,0-8-56-31,-1 1 8 0,-3-4 48 16,-3-2-64-16,-5-5-16 15,-1 5 8-15,-3-7-40 16,0 0 48-16,0 3-8 0,0-3-112 16,0 0 80-16,-7 0 40 31,-10 0 96-31,-2 0-80 15,-9 0-8-15,4 0 40 0,-4 0-32 16,8-3 40-16,4-4 0 16,9 5-56-16,2 2-352 0,5-7-433 15,0 1-783-15,0-1-1481 16,5 0-3528 0</inkml:trace>
  <inkml:trace contextRef="#ctx0" brushRef="#br0" timeOffset="79579.39">6893 10077 13298 0,'0'0'2433'0,"0"0"-1129"0,0 0-160 15,20-3-423-15,4-7-377 16,4-2-224-16,0 0-120 16,0-2-72-16,4 4-577 0,-8 5-727 47,-1-2-1704-47,-11 4-3242 0</inkml:trace>
  <inkml:trace contextRef="#ctx0" brushRef="#br0" timeOffset="81112.53">6546 10357 8753 0,'0'0'2145'15,"0"0"-17"1,0 0-327-1,0 0-361-15,0 0-416 0,0 0-336 0,0 0-192 0,0 0-151 16,92-17-89-16,-72 17-16 16,-5 0-48-16,2 0-32 15,-2 0 0 1,2 0-56-16,-3 0-56 16,0-2-32-16,-7 2 40 15,5 0-48-15,-7 0-8 0,-5 0 0 16,0 0-8-16,0 0-88 15,0 0-24-15,0 0-8 0,0 0 112 32,0 0-80-32,0 0 8 15,3 0 40-15,-3 0 32 0,0 0-64 16,0 0-32-16,4 0 0 31,0 0-120-31,-4 0-425 16,0 0-599-16,0 0-856 0,0 2-2361 15,0 5-936-15</inkml:trace>
  <inkml:trace contextRef="#ctx0" brushRef="#br0" timeOffset="82550.18">7296 10153 5393 0,'0'0'2240'0,"0"0"-55"0,0 0 103 16,0 0-600-16,0 0-479 15,0 0-321-15,0 0-240 16,0 4 48 0,3 15 32-16,1 6-64 15,4 3-215-15,-4-1-57 0,-4 0-72 16,0-4-80 0,0-11-48-16,0 1-48 0,0-4-56 0,0-9-16 15,0 0 24-15,0 0 16 0,0 0 32 31,0-2 8-31,0-18-96 16,0 1-8-16,0-6-48 16,0 0 0-16,4-2 0 0,5-1-8 15,2 7 0-15,2 1-88 0,-6 2 80 32,9 8-48-32,-4-3 16 15,-4 10 32-15,0 3 16 16,-1 0-8-16,2 0-80 0,-1 3 40 15,0 13 40-15,0 3 8 16,0 0 8-16,-4 3 0 0,0-3 0 31,-4 0-8-31,0-6-8 32,0-3-64-32,0-3 72 15,0-5 0-15,0-2 8 0,0 0 88 16,0 0-32-16,0 0 8 15,0 0-64-15,0 0 0 0,0-12 56 0,7-1-64 16,2-6-8 0,3-1 8-16,4-1-16 15,-4-2 0-15,3 4-32 0,2 3 40 16,-1 10-40-16,-1 6 48 16,-4 0-88-16,3 9 16 0,1 20 72 15,-6 2 72-15,2 8 0 16,-3 0-16-16,1-8 8 15,-6-3-48-15,1-5-16 0,0-8-24 32,0-5-296-32,-4-4-504 15,4-6-953-15,0 0-3064 0,1-6-5025 16</inkml:trace>
  <inkml:trace contextRef="#ctx0" brushRef="#br0" timeOffset="83220.17">7861 10178 5945 0,'0'0'4353'31,"0"0"-2297"-31,0 0 593 16,0 0-753-16,0 0-336 16,0 0-479-16,0 0-417 15,40 87-136-15,-35-58-312 0,-5-1-152 32,0-3-64-32,0-3 40 15,0-6-40 1,0-7-8-16,0-2-40 0,0-7 48 0,0 0 0 31,-5 0 56-31,2 0-56 0,-6-10-104 16,9-9 104-16,-4 0-8 31,4-6-40-31,0-1 40 0,0 1 0 16,4-1-40-16,8-3 0 15,0 12-24-15,1 0 56 16,-9 7 8-16,3 8-8 0,1 2-40 15,-4 0-56-15,0 12 0 16,1 14 112-16,-5 2 40 0,3 7-40 16,-3-6 56-1,0-4-56 1,0-3-40-16,0-6 40 0,0-9 8 16,0-1 48-16,0-6-56 0,0 0 0 15,0-3-8-15,8-13 8 16,0-7-104-16,4 1 24 0,0-2-8 15,4 0-16-15,-1 10-8 16,-3 0 96-16,-4 11-32 0,1 3 40 16,-1 0-72-16,4 0-24 0,-4 19 104 15,3 0 0-15,1 3 8 16,1-3 0-16,-1 1-8 0,0-1-232 16,-1-7-1017-16,-2 1-1679 15,2-10-3546-15</inkml:trace>
  <inkml:trace contextRef="#ctx0" brushRef="#br0" timeOffset="83563.9">8280 10251 3896 0,'0'0'7450'16,"0"0"-5282"-16,0 0-7 15,0 0-617-15,0 0-576 0,0 0-319 31,-19 89-137-31,21-76-48 16,11-6-256-16,3-4-88 16,-5-3 0-16,14 0-48 0,-6-3-8 15,2-14-56-15,-6-1 88 0,2-8-96 16,-5 1 8-16,-8 0 0 16,-4-5 0-1,0 5-8-15,-9 4 8 16,-10 1 64-16,-6 7 48 15,-2 13-112-15,-6 0 0 0,2 7-8 16,-5 22-8-16,8 5-216 16,4 7-288 15,13 7-648-31,7-7-1705 16,4-12-3929-16</inkml:trace>
  <inkml:trace contextRef="#ctx0" brushRef="#br0" timeOffset="83813.89">8547 9979 15147 0,'0'0'2328'0,"0"0"-1047"0,0 0-145 15,0 0-400-15,12 107-152 16,-7-56-152-16,2 4-216 0,-4-1-112 16,-3 2-104-16,0-5-160 15,0 16-408-15,0-13-696 16,-10-13-1625 0</inkml:trace>
  <inkml:trace contextRef="#ctx0" brushRef="#br0" timeOffset="87707.79">1898 12582 232 0,'0'0'8489'0,"0"0"-6520"0,0 7-641 16,0 0 168-16,0 2-431 0,0 9 167 16,17 5-176-16,-6 11-240 0,5 12-40 15,4 0-71-15,-9 9-177 31,2-2-208-31,-5 1-160 16,-5-5-64 0,1-6-48-16,1-7-40 15,-1-8-8-15,0-12-88 16,-4-6-432-16,4-10-689 0,3-3-1271 16,-4-20-1537-16,2-2-2264 0</inkml:trace>
  <inkml:trace contextRef="#ctx0" brushRef="#br0" timeOffset="88133.87">1973 12843 6529 0,'0'0'4129'16,"0"0"-2345"-16,0 0 97 0,0 0-121 16,0 0-200-16,0 0-544 0,0 0-383 15,125 28-193-15,-89-24-136 16,-1-1-160-16,1-3-48 15,0 0 0 1,-1 0-80-16,-7 0 40 16,0 0-56-16,-7-3 0 0,-1-1-152 15,-9-3-168-15,-3 2-40 0,0-4 40 16,-8-5-40-16,0-4-17 16,0-5 113-1,0-2 104-15,-4-4-88 16,-4 3 112-16,-3 4 72 0,7 7 64 15,-5 5 104-15,4 10 56 16,2 0 16-16,0 6-56 16,-1 20-8-16,4 12 208 0,0 3 73 31,0 3-49-31,0 1 16 16,0-4-144-16,7-6-80 0,1 1-48 15,1-8-80-15,-2-3-8 16,1-3-8-16,0-2-272 15,1-8-592-15,2-2-809 0,1-10-1487 16,0 0-4610 0</inkml:trace>
  <inkml:trace contextRef="#ctx0" brushRef="#br0" timeOffset="88682.73">2715 12760 5873 0,'0'0'2760'0,"0"0"-271"16,0 0 151-16,0 0-599 0,0 0-633 15,0 0-424-15,0 0-464 16,-45-6-143-1,31 31-9-15,2 7 40 16,-2 7-104-16,12 2-32 16,2-4 8-16,0 1-88 0,2-6-88 15,16-6-56-15,1-7-48 16,5-4-8-16,4-8-80 0,0-4 0 16,4-3 72-16,0 0-200 15,0-19-8-15,-4-1 8 16,-8-5-104-16,-5-3 72 0,1-4 120 15,-7 0 112 1,-9-5 8-16,0-2-32 16,0 1 40-16,0 0 8 0,0 4-8 15,-12 5 0-15,3 6 8 16,2 11-8 0,3 12 224-1,0 0-216-15,0 25 88 0,4 17 128 16,0 11 64-16,0 8 8 0,4-4-64 15,15 3-48-15,5-9-96 0,0-4-32 16,8-12 24-16,0-6-80 16,0-10-96-16,-4-6-416 15,8-13-568 1,-8 0-1041-16,-5-7-3512 0</inkml:trace>
  <inkml:trace contextRef="#ctx0" brushRef="#br0" timeOffset="89157.79">3329 12836 11042 0,'0'0'1920'0,"0"0"-135"15,0 0-353-15,0 0-424 16,-8 127-240-16,8-102-232 0,16-2-167 16,-4-8-97-16,8-5-104 31,-4-3-168-31,-1-7-160 0,6 0 160 15,-5 0 56-15,3-10 96 16,2-9-40-16,-1 0-64 16,-8-10-40-16,-1-3 80 0,-6-2-80 15,-5-2 0-15,0-5 0 16,0 4 72-16,-13-5-80 0,-2 7 128 0,-5 4 8 16,-1 8 72-16,2 10 248 15,-5 13-144-15,0 4-200 16,-4 21-48-16,4 16-56 0,4 7-8 15,4 0-64 1,4 8-352-16,9-8-672 16,3 6-761-16,0-9-983 0,0-20-3818 15</inkml:trace>
  <inkml:trace contextRef="#ctx0" brushRef="#br0" timeOffset="89517.15">3864 12862 9337 0,'0'0'4714'0,"0"0"-3730"31,0 0 328-31,0 0-104 0,0 0-248 16,0 0-119-16,0 0-233 15,-13 126-120-15,13-100-128 0,4 3-32 16,12-7-160-16,5-3-48 0,-2-6-120 16,5-4 0-16,4-6 0 15,0-3-8-15,4 0-224 16,-4 0-128-1,0-5-368-15,-4-6-528 16,-9-1-881-16,-2 3-2376 16,-5-5-1464-16</inkml:trace>
  <inkml:trace contextRef="#ctx0" brushRef="#br0" timeOffset="89767.14">4058 12905 13634 0,'0'0'2177'0,"0"0"-73"16,0 0-263-16,0 0-713 31,0 0-448-31,-7 131-176 31,7-95-152-31,0-2-240 0,-5 1-112 16,5 0 0-16,0-3-488 15,-3 2-288-15,3 2-536 0,0-8-2489 16,0-8-5081-16</inkml:trace>
  <inkml:trace contextRef="#ctx0" brushRef="#br0" timeOffset="90438.98">4779 12821 14018 0,'0'0'2001'0,"0"0"-641"0,0 0-152 15,0 0-807-15,0 0 87 16,97 0-128 0,-41 0-16-16,15 0-64 15,13 2 32-15,4 5-176 16,7-7-32-16,1 0-104 0,-4 3 0 16,-5-3-64-16,-7 0 8 31,-12 0-104-31,-20 0 56 0,-8 0-80 15,-16 0 48-15,-20 0-8 16,-4 0-56-16,0-3 40 16,-13-4 160-16,-6-2 48 0,-5-1 48 15,-4-2-24-15,0 2-72 0,0-2 0 16,4 2-88-16,4 1-72 16,0-1 16-1,9 3 56-15,2 4 40 16,1 3 48-16,8 0 8 15,0 0-8-15,0 0-8 0,0 0 0 16,0 0-72-16,0 0-80 16,13 0 160-16,6 0 16 15,4 7 88-15,2-1 16 16,3 4 0-16,-4 3-48 16,-1-5 80-16,-6 6 16 15,-5-5-48-15,0 1-24 0,-12 0 120 16,0-5-16-16,0 8 112 15,0-6 40 1,0 2-40-16,-16 1 0 16,0-1-136-16,0 4-168 15,-4-1-8-15,8 4-128 0,-4 0-480 16,11 7-656-16,2-8-945 16,3-1-4304-16</inkml:trace>
  <inkml:trace contextRef="#ctx0" brushRef="#br0" timeOffset="90861.77">6506 12582 12442 0,'0'0'1761'0,"0"0"-545"16,0 0 368-16,19 118-216 16,-10-71-487-16,-1 4-345 0,-4-6-192 15,0-8-152-15,0-5-112 32,-4-10-64-32,5-5-16 15,-2-8-208 1,1-9-504-16,0 0-921 0,4-13-2151 0,-4-6-4058 0</inkml:trace>
  <inkml:trace contextRef="#ctx0" brushRef="#br0" timeOffset="91080.51">6499 12754 7705 0,'0'0'5865'15,"0"0"-4696"-15,0 0 711 0,0 0-168 16,0 0-567-16,0 0-593 15,151 38-224 1,-105-38-56-16,0 0-152 16,-3 0-48-16,-3 0-72 0,-8-3-96 15,-4 3-208-15,-8-3-256 16,-9-1-344-16,1-3-505 0,-7 4-1055 16,-5-2-2625-16</inkml:trace>
  <inkml:trace contextRef="#ctx0" brushRef="#br0" timeOffset="91314.88">6925 12547 5433 0,'0'0'8361'0,"0"0"-6720"0,0 0 519 31,-12 127-487-31,12-79-721 15,0-3-384-15,0-1-280 0,3-3-120 16,6 0-88-16,3-6-64 16,-8-3-16-16,-1-4-152 0,-3-2-296 15,0-4-328-15,0 0-745 0,0-8-1447 16,-7-5-4314-16</inkml:trace>
  <inkml:trace contextRef="#ctx0" brushRef="#br0" timeOffset="91683.16">7180 12477 14323 0,'0'0'2424'0,"0"0"-1256"31,0 0-376-15,0 0-223-16,0 0 103 15,0 0-256-15,43 140-72 0,-30-95-88 16,-5 5-112-16,-1-8-80 0,1-7-56 0,-3-3-8 15,-1-10-48-15,0-6-232 47,-1-7-376-47,5-9-640 16,-3 0-1521-16,-1 0-4841 0</inkml:trace>
  <inkml:trace contextRef="#ctx0" brushRef="#br0" timeOffset="91886.27">7072 12608 11442 0,'0'0'5185'0,"0"0"-4193"16,0 0 505-16,0 0-393 15,0 0-536 1,108 15-304-16,-60-15-184 0,-4 0-80 15,-1 0-560-15,1 0-824 16,-8 0-2673-16,-16 0-3257 0</inkml:trace>
  <inkml:trace contextRef="#ctx0" brushRef="#br0" timeOffset="92339.37">8100 12712 11498 0,'0'0'4489'0,"0"0"-3601"0,0 0 848 16,0 0-535-1,0 0-393 1,25 118-304-16,-13-86-264 0,0-1-72 16,-5-2-80-16,1 0-8 15,-3-7-80-15,-5-7-256 16,0 1-320-16,0-9-504 16,0-1-1009-16,0-6-4096 15</inkml:trace>
  <inkml:trace contextRef="#ctx0" brushRef="#br0" timeOffset="92526.86">8025 12833 6553 0,'0'0'9698'15,"0"0"-7626"-15,0 0-487 16,0 0-329-16,0 0-432 0,124-25-408 15,-85 25-256-15,2 0-160 16,-2 0-24-16,-11 0-528 16,4 0-424-16,-8 6-1232 0,-13 1-6586 0</inkml:trace>
  <inkml:trace contextRef="#ctx0" brushRef="#br0" timeOffset="93111.12">9061 12557 7041 0,'0'0'1760'0,"0"0"257"0,0 0-9 16,0 0-335-16,0 0-393 16,0 0 88-16,0 0-160 15,-123 114-351-15,110-73-97 0,10 4-120 16,3-1-152-16,0 1-168 16,3-7-120-1,14-3 16-15,3-10-144 16,8-3-72-16,4-8 0 0,4-11 0 15,2-3 16-15,3 0-16 0,3-20 0 16,-4-4-88-16,-5-10-16 16,-3 4-16-16,-8-9 16 15,-7-5 104-15,-13-1 0 16,-4-2-64-16,0-4 56 31,0 3-72-31,-8 7-56 16,-1 6 136-16,1 14 0 0,1 14 8 15,-1 7 0-15,-1 3 40 16,-2 29 48-16,-1 15 120 0,3 11 48 16,9 2 8-16,0 3 120 15,0-2-128-15,0-11-96 0,17-5-88 16,2-10-80-16,5-13-48 31,0-3 0-31,4-13-264 0,-3 0-424 16,10-6-800-16,-11-6-945 15,-5-9-5568-15</inkml:trace>
  <inkml:trace contextRef="#ctx0" brushRef="#br0" timeOffset="93416.15">9568 12504 13826 0,'0'0'4225'16,"0"0"-3032"-16,0 0-25 0,0 0-144 15,0 0-400-15,139 0-304 16,-99-4-96-1,-4 1-216-15,-4-1-8 0,-8 4-80 16,-8 0-264-16,-9 0-496 16,-7 0-408-16,0 0-3745 15,-4 4-5097-15</inkml:trace>
  <inkml:trace contextRef="#ctx0" brushRef="#br0" timeOffset="94636.87">13103 12322 3992 0,'0'0'2353'0,"0"0"-337"32,0 0 273-32,0 0-209 15,0 0-327-15,0 0-369 0,-84-3-424 16,49-4-240-16,-5 0-56 15,-4 5-288-15,-5-4-87 0,6 2-41 16,7 2-120-16,1-2-120 16,11 4 48-16,8 0-48 0,4 0-8 31,7 0 0-31,5 0-104 16,0 0-48-16,0 0-136 0,0 0-57 15,0 0 153-15,13 0 192 16,-1 6 96-16,-1 11-40 15,6 8-8-15,-2 13 224 0,2 10 121 16,-2 15 143-16,9 7-48 16,-3 3 24-16,-6 0-184 15,1-1 0-15,1-8-32 0,-6-9-96 32,-3-12 56-32,5-4-152 15,-2-14 16-15,1-6-120 0,4-10-88 16,4-2 16-16,7-7 72 0,1 0 0 15,9 0 48-15,-5 0 56 0,0-7-96 16,-4 2 32-16,-14-2-32 16,-5 4-8-1,0 3 64-15,-9 0-56 16,0 0 48-16,0 0-56 0,0-3-88 16,2 3-176-16,-2 0-176 15,0 0-120-15,0 0-40 0,0-4-848 47,0 4-2673-47,0-6-3713 0</inkml:trace>
  <inkml:trace contextRef="#ctx0" brushRef="#br0" timeOffset="95047.89">13566 12426 5089 0,'0'0'8345'0,"0"0"-6448"16,0 0-505-16,0 0 136 16,0 0-391-16,12 143-497 0,-8-89-248 15,0 1-72-15,0-4-96 16,-1-8-40-16,1-4-88 15,1-7-40-15,3-11-56 0,-8-7-8 16,4-5-208-16,0-5-368 16,-1-4-480-16,5 0-641 15,-3-11-1215-15,-1-5-4018 0</inkml:trace>
  <inkml:trace contextRef="#ctx0" brushRef="#br0" timeOffset="95329.12">13442 12617 13538 0,'0'0'2073'0,"0"0"-897"0,0 0 168 47,0 0-39-47,136 0-689 15,-85 0-320-15,5 0-72 16,0 0-104-16,-11 0-104 0,-7 0-16 16,-9 0-80-16,-10 0-72 15,-6 0-256-15,-5 0-288 0,-8 0-489 32,0 0-271-32,0 0-1176 15,0-3-3530-15</inkml:trace>
  <inkml:trace contextRef="#ctx0" brushRef="#br0" timeOffset="95563.48">13829 12404 9570 0,'0'0'3048'0,"0"0"-703"16,0 0-569-16,0 0-384 0,0 0-127 15,-5 137-385-15,5-77-224 0,5 1-144 16,7-1-216-16,-4-7-136 15,4-5-80-15,-5-7-32 16,6-9-48-16,-9-9-56 16,4-8-64-16,-8-5-248 15,3-7-312-15,-3-3-880 16,0-3-2313-16,0-9-4985 0</inkml:trace>
  <inkml:trace contextRef="#ctx0" brushRef="#br0" timeOffset="96329.07">14231 12554 6145 0,'0'0'1080'16,"0"0"-664"-1,0 0 104-15,0 0 320 16,0 0-399-16,0 0-233 15,0 0 384-15,0 0 288 0,0 0 552 16,-15-38 57-16,15 38-25 16,0 0-192-16,0 0-168 0,0 0-223 15,-8 0-217 1,-1 0-240-16,-2 9-64 16,-6 13-64-16,2 4-8 15,-1 11-80-15,4 2 0 0,8 2-40 16,4 0-72-16,0-5 16 15,8-2-104-15,12-8-8 0,3-3-88 16,1-9 0-16,3-3 40 31,6-8-72-31,3-3 64 0,-5 0-112 16,3-7 64-16,-8-12-88 16,-1-3 176-16,-5-4 16 0,-5-6 0 15,-10-2 0-15,-5-4 8 16,0-4-8-16,0-2 0 15,0-1 0-15,0 1 0 0,-5 6 8 32,-2 3-8-32,3 9 8 15,0 11 80-15,0 5 16 0,0 10 0 16,4 0-104-16,0 7-48 16,-5 18 48-16,5 14 144 15,0 5 64-15,0 4-32 0,0-2 64 16,0 6-96-1,9-8 0-15,-1-3-48 16,3-2-48-16,6-11-48 0,-6 1 0 16,6-8-72-16,-6-7-288 15,6-1-288-15,-9-4-256 16,12-9-1025-16,-5 0-2952 16,-2-4-3296-16</inkml:trace>
  <inkml:trace contextRef="#ctx0" brushRef="#br0" timeOffset="96711.16">14657 12658 9249 0,'0'0'4041'47,"0"0"-2176"-47,0 0-265 16,0 0-376-16,0 0-439 0,0 0-209 15,-7 128-88-15,11-100-152 16,12-6-88-16,0-3-104 0,4-6-136 16,4-3-8-16,-1-10-8 15,5 0 8 1,-4-3 72-16,1-13 72 16,3-10 24-16,-8-6-16 0,-9 1-104 15,1-10 72-15,-12 2 0 16,0-5-16-16,0 3 16 0,-12 0 0 15,-4 9 56 1,-11 0-88-16,3 12 112 16,-8 8 40-16,0 12-160 0,0 0-80 15,0 25-120-15,4 14-168 16,4 11-352-16,12-2-320 0,8 15-592 16,4-9-2681-16,0-15-7058 0</inkml:trace>
  <inkml:trace contextRef="#ctx0" brushRef="#br0" timeOffset="97004.43">15112 12712 12882 0,'0'0'1953'0,"0"0"-673"0,0 0 176 15,0 0-544-15,0 0-239 16,0 0-209-16,-23 106 8 16,23-91-88-16,16-2-120 0,-1 0-8 15,4-4-240-15,10-2-8 16,-1-7 88-16,0 0 32 16,4 0-128-16,-4 0-192 15,-8 0-120-15,3 0-320 16,-10-7-304-16,-5-2-449 15,-4 0-1175-15,-4-2-3466 0</inkml:trace>
  <inkml:trace contextRef="#ctx0" brushRef="#br0" timeOffset="97207.56">15272 12722 7401 0,'0'0'6097'16,"0"0"-4072"-16,0 0 391 15,0 50-703-15,0-14-737 0,0 2-352 16,0 0-200-16,0 0-168 31,0 0-184-31,0-3-72 16,0-6-136-16,0-4-296 0,0-6-736 16,0-6-1713-16,4-10-6233 0</inkml:trace>
  <inkml:trace contextRef="#ctx0" brushRef="#br0" timeOffset="97738.78">15463 12325 12482 0,'0'0'5201'0,"0"0"-4433"15,0 0 49-15,0 0-33 16,0 0-296-16,0 0 48 0,0 0-112 31,132 0-104-31,-97 0-32 16,-7 0-136-16,4 0-56 0,-8-6-40 16,-3 2-48-16,-2 1 0 15,-7 3-8-15,4 0-72 0,-7 13-168 31,-2 9-56-31,1 16 280 16,-4 10 16-16,-4 9 16 16,0 7 64-16,0 3 40 0,0-4-8 15,4-3-32-15,1-6-8 16,-2-9-24-16,9-8-48 0,-4-5 0 31,4-5 16-31,-4-9-16 16,0-6-8-16,-4-1-48 0,0-8 0 15,-4 2-16-15,0-5-24 0,0 0-16 16,0 0 56-16,-4 0 40 16,-16 0 16-16,0 0 72 15,-8 0 48 1,4 0 0-16,1 0 16 16,2 0-64-16,10 0-32 15,-2 0-40-15,9 0-144 0,4 0-224 16,0-5-504-16,4 2-1016 0,9-4-4618 15</inkml:trace>
  <inkml:trace contextRef="#ctx0" brushRef="#br0" timeOffset="98051.27">16380 12639 14323 0,'0'0'2824'0,"0"0"-1272"0,0 0-271 16,0 0-409-16,103 0-448 15,-66-2-192-15,-5-2-144 0,-8 1-72 0,-1 0-16 16,-7-1-152-16,0 4-216 16,-7 0-320-16,-5 0-1017 15,-4 0-4248-15</inkml:trace>
  <inkml:trace contextRef="#ctx0" brushRef="#br0" timeOffset="98238.76">16392 12775 12994 0,'0'0'4201'15,"0"0"-2264"1,0 0-545-16,0 0-568 16,0 0-424-16,128 7-376 15,-100-7-24-15,-13 0-472 0,10 0-760 16,-14 0-3345-16,-2 0-9226 0</inkml:trace>
  <inkml:trace contextRef="#ctx0" brushRef="#br0" timeOffset="98892.71">17130 12703 4841 0,'0'0'6561'0,"0"0"-3616"16,0 0-473-16,0 0-624 0,0 0-527 31,0 0-433-31,0 0-160 16,56-107-104-16,-48 75-200 0,-1 0-48 15,1 0-168-15,-3 4-200 16,-5 5-8-16,0 4 0 15,0 6 0 1,0 7-96-16,0 6-48 0,0 0-128 16,-5 6 112-1,1 20 160 1,-4 11 8-16,5 8 0 0,-1 3 80 16,4 2-32-16,0-2-8 15,0-7-48 1,0-2-64-16,0-8-176 0,4-5-176 0,-4-4-232 15,0-2-296-15,0-8-929 16,3-6-2631-16,1-3-7275 0</inkml:trace>
  <inkml:trace contextRef="#ctx0" brushRef="#br0" timeOffset="99111.45">17429 12712 13258 0,'0'0'2673'0,"0"0"-1161"16,0 0 345-16,0 0-745 0,0 0-448 15,4 86-320-15,-4-57-144 16,0 3-136-16,0-7-64 0,-4 3-168 16,-5-1-216-16,5-9-432 15,4-6-801-15,0-1-2783 31,0-11-2738-31</inkml:trace>
  <inkml:trace contextRef="#ctx0" brushRef="#br0" timeOffset="99564.55">17579 12532 4584 0,'0'0'9210'15,"0"0"-6777"-15,0 0-225 16,0 0-815-16,0 0-873 0,0 0-232 16,0 0-144-16,0 0-64 15,116-57-72-15,-92 57 8 16,1 0 24-16,-5 0-40 0,-5 15-104 31,-2 13-56-31,-13 8 160 0,0 6 104 31,-5 1 120-31,-14-4-48 16,2-2-32-16,-2-5 48 16,3-7 24-16,8-5-96 0,4-8-40 15,4-2-80-15,0-3-8 16,0-5 0-16,8-2-80 0,12 0 80 15,3 0 0-15,1 0-136 32,7 0-72-32,-6 0 16 15,3 0-136-15,-4-9-136 0,-1 3-352 16,-3-4-1097-16,-3 4-4680 0</inkml:trace>
  <inkml:trace contextRef="#ctx0" brushRef="#br0" timeOffset="100033.28">18218 12487 13898 0,'0'0'2945'16,"0"0"-984"-16,0 0-561 0,0 0-744 15,0 0-360-15,-8 26-128 0,8-7 72 16,0 9-48-16,8-2 32 16,8 5 16-16,0 1-24 78,3 3-136-78,-2-4-32 0,-2 1-40 15,2-7-8-15,-6-2 8 16,-2-7-16-16,-5-6-64 0,-4-4-48 16,4-3-16-16,-4-3 32 15,0 0-40-15,0 0 64 0,0 0-128 16,-8 0 112-16,-9 0-112 0,-3 0 40 16,1-7 80-16,-9-5-112 15,4-1-192-15,0-3 8 0,-1 1-184 16,6-1-216-16,-5 3 15 15,7-3-271-15,10 0-1272 16,-1 0-1889-16,8 0-1232 0</inkml:trace>
  <inkml:trace contextRef="#ctx0" brushRef="#br0" timeOffset="100283.26">18181 12449 11018 0,'0'0'5409'0,"0"0"-3809"0,0 0-159 16,0 0-425-16,124-45-480 15,-87 36-296-15,-2 2-184 0,0 2-48 31,-10 2-16-31,-4 3-296 16,-10 0-640-16,-3 0-1753 16,-4 0-6809-16</inkml:trace>
  <inkml:trace contextRef="#ctx0" brushRef="#br0" timeOffset="100971.31">18716 12504 9217 0,'0'0'4433'0,"0"0"-2816"0,0 0-217 15,0 0 8-15,0 0-535 16,-12 113-233-16,9-84-104 0,-2-1-104 16,1-2-184-16,0-11-72 47,-1 1-56-47,5-9-32 0,0-1-80 15,0-6 56-15,0 0-16 16,0 0 0-16,0 0 24 15,0-10 32-15,0-9-40 0,13 1-64 16,-1-8-48 0,3 1-24-1,2 2 64 1,3 1-56-16,0 3-32 0,-4 6 0 16,-4 4 96-16,-1 9 0 15,-6 0-8-15,-1 0-80 16,-4 6-32-16,4 14 48 15,-4 2 72 1,0 3 56-16,0-3-8 16,0-3 8-16,0-3-40 15,0-6-8-15,0-4 40 0,0-6 24 0,0 0 0 16,0 0 48-16,0-3 8 16,0-10-120-16,0-6-8 0,0-3-56 31,11 0 8-31,6 0 0 0,2-1-24 0,-2 5-8 0,7 1 72 15,0 8-80-15,-9 3 80 16,6 6-8-16,-7 0-40 0,3 9 40 16,-5 14 16-16,0-1 0 15,4 2 64-15,-8 3-16 16,0-2-40-16,-4 0-8 0,-4 0-24 16,0-6-272-16,4 4-584 15,0-7-1001-15,-4-11-4624 0</inkml:trace>
  <inkml:trace contextRef="#ctx0" brushRef="#br0" timeOffset="121565.04">19159 12458 264 0,'0'0'520'0,"0"0"-336"0,0 0-64 15,0 0-40-15,0 0 4113 16,26 0-2729-16,-26 0-704 15,0 0 528-15,0 0 241 0,0 0-81 16,0 0-400-16,0 0-24 31,0 0-287-31,0 0-241 0,0 4-200 16,0 11 160-16,0 12 112 16,-3 4-128-16,-1 3-80 0,0 2-72 15,1-2-56-15,-1-2-120 31,4-3-40-31,0-7-8 16,0-6-56-16,0-3-8 16,0-7 0-16,0-3-136 0,0-3-88 15,0 0 88-15,4 0 136 0,7-13-8 16,2-3 8-16,-3-3-136 16,4-3-32-16,1 0 0 31,-4 0-8-31,2-3-8 0,-1 5 16 0,4 1 96 15,-4 1 72-15,4 1 0 16,-8 5 0-16,0 2 0 0,-1 6 8 16,-7 4 0-16,5 0 0 15,-1 0 112 17,0 4 56-32,0 9-96 15,4 3-32 1,0-1 40-16,-4 2 40 0,0 2-32 0,-4-1 40 0,0-2 16 15,0 3-16-15,0-6-48 16,0 3-40-16,0-6-32 16,0-4 32-16,0-3-48 0,0 0-8 15,0 0-8 1,0-3-88-16,0 0 48 16,0 0-88-16,0 0-8 0,0 0 80 15,0-6 64-15,4-10-56 16,4-3 48-16,-2-1 8 15,8-1-64-15,1-1-16 0,-2 3 80 16,5-1-72 0,2 8-16-16,-6 0 48 15,1 5 24-15,2 4-24 0,-9 3-8 16,3 0 56-16,-7 10 8 16,0 11 144-16,1 4-40 15,2 1-8-15,-3 3 0 0,0-7-8 16,-4 0-88-16,7-6 80 0,-1 0-32 15,-3-7-48-15,1-2-8 16,0-1 0-16,0-6-104 16,4 3 0-16,-4-3-96 0,8 0 72 31,-4 0-48-31,8-9 48 16,-4-3-64-16,4-2-184 0,-4-1 0 31,3-4-56-31,-2 3 0 15,-2 0 184-15,-2 0 168 16,-5 7-8-16,4 2 80 0,-4 7 8 16,-4 0 0-16,0 0 88 15,0 13 296-15,0 6-120 0,3 0-8 16,1 0-56-16,5 0-72 16,-6-7 72-1,6-1-72-15,-2-3-56 16,6-4-24-16,-2-4 48 0,6 0-8 15,2 0-88-15,1-7 8 16,1-9 0-16,-2 1 0 0,1-7 0 0,-4 2-8 16,0-5 0-16,-8 2 0 31,-1-1 8-31,-2 2 0 16,-5-1 0-16,0 3 104 0,0 5-104 15,-8 2 64-15,-8 4 88 16,0 2-56-16,0 7-88 0,-8 0-8 15,-4 0 0-15,4 10 40 16,0 7-48-16,-4 4-8 0,13 1 8 31,-2 0-264-31,9-2-384 16,5-1-384-16,3 3-1001 0,0-3-1944 16,0-6-1888-16</inkml:trace>
  <inkml:trace contextRef="#ctx0" brushRef="#br0" timeOffset="121971.27">20227 12102 1272 0,'0'0'10690'0,"0"0"-8978"31,0 0-1087-31,0 0 687 0,0 0-96 16,-12 119-272-16,8-76-200 15,0 8-175-15,0 0-113 16,0 0-160-16,4-6-176 0,0-3-40 16,0-5-72-16,0-2-8 15,-4-6-112-15,4-4-320 32,0-4-336-32,-8 12-489 0,0-11-1255 15,0-6-3930-15</inkml:trace>
  <inkml:trace contextRef="#ctx0" brushRef="#br0" timeOffset="123191.28">17233 13036 520 0,'0'0'760'15,"0"0"-448"-15,0 0-112 0,0 0 4665 16,0 0-2257-16,0 0-1239 31,0 0-241-31,0 0 224 0,0 0-231 16,0 0-417-16,0 0-216 16,0 0-144-16,0 0-80 0,0 0-32 15,0 0-56-15,0 0 120 16,15 0 48-16,2 0-88 15,3 0-56-15,3 7-80 0,10-4 96 16,7 0-32-16,-1-3-64 16,6 0-56-1,2 0 24-15,0 0-16 16,10 0-72-16,-6 0 8 16,9 0 0-1,0 0 8-15,0 0-8 0,8 0 48 0,0 0-48 0,7 0 8 16,5 0-16-16,4 0 0 15,12 0-8-15,-2 0 8 16,27 0 0-16,19 0 8 16,19-9-8-16,3 2 8 15,-11-2-8-15,-6 2-16 16,-10 1-64-16,1-1 64 0,3-2-32 31,5 2 0-31,-9 2 40 0,1-5-64 16,-5 6 72-16,-23 1 8 15,-20-3 8-15,-24 6-16 16,-4 0 0-16,7 0 24 0,-3 0-24 16,5 0 0-16,-18 0 0 47,-11 0 8-47,-21 0-8 0,-6 3-8 15,-5 0-72-15,-8-3 72 16,0 0 8-16,0 3 16 15,0-3-8-15,0 0 64 0,0 0-24 16,0 0-8-16,0 0-40 0,0 0-56 16,0 0-216-16,0 0-200 15,0 0-448 1,0 0-1048-16,0 0-2505 16,0 0-2729-16</inkml:trace>
  <inkml:trace contextRef="#ctx0" brushRef="#br0" timeOffset="127034.85">18130 13484 1008 0,'0'0'312'16,"0"0"-248"-1,0 0-64-15,0 4 6761 16,0-4-4288-16,0 0-649 15,0 0 289-15,0 0-369 47,-3 0-424-47,-3 0-336 16,6 0-239 0,0 0-193-16,0 0-208 0,0 0-96 0,0 0-80 15,0 0-40-15,0 0-56 16,9-4-8-16,11-9-8 15,-4 4-56 1,4 2 48-16,0 4-48 16,-4 3 0-16,-4 0-48 0,0 0-24 15,0 16 64-15,-1 7 16 16,-2 5-8-16,-5 4 0 16,-4-3 16-16,0 3-8 0,0-4-8 31,-20-3 56-31,-4 0-48 0,4-6-8 0,-4-3 8 0,4 0 0 15,8-10 0-15,0 4-8 16,8-10 0-16,-1 2-40 16,5-2-56-16,0 0 40 0,5 0-56 0,11 0 112 15,3 0 0-15,10-2 48 16,-1-8 0-16,3 4-48 0,1-3 16 16,-4 2-8-16,0-2 0 15,-4 2-8-15,-3 4 8 16,-2 1-8-16,1-5-96 0,-9 7-144 15,2-3-72-15,-5-1-328 16,0 4-593-16,-4 0-1015 0,0 0-2257 0,-4 0-1504 16</inkml:trace>
  <inkml:trace contextRef="#ctx0" brushRef="#br0" timeOffset="127487.95">18621 13418 656 0,'0'0'752'0,"0"0"8450"16,0 0-7098-16,0 0-599 15,0 0-81-15,0 0-368 16,0 0-288-16,0 0-216 0,-40 57-40 15,40-36-119-15,12-1-97 16,8-2-24-16,-1 2-8 0,-2-3-64 16,2-3-48-1,-4 2-16-15,6 4-40 16,-5-1 8-16,-3-1-96 16,-2-1 8-16,-3-2-16 0,-4-1 8 15,-4-5 0-15,0-4-8 16,0 6 16-16,0-5-16 15,-16 0 16-15,-8 0 32 16,-9-3-40-16,2 4 0 16,-4-7 56-16,3 0-56 15,4 0 40-15,8 0 16 0,8 0-64 16,8-7-56-16,4 2-208 16,0-5-336-1,0-3-721-15,12-5-839 16,4 1-2121-16,0 5-1576 0</inkml:trace>
  <inkml:trace contextRef="#ctx0" brushRef="#br0" timeOffset="127706.69">18596 13436 832 0,'0'0'1048'16,"0"0"10074"-16,0 0-8889 15,0 0-937-15,0 0 224 0,0 0-423 16,0 0-433 0,144-50-320-16,-108 36-176 15,0 2-112-15,-8-4-56 16,0 6-96-16,-8 2-320 0,-1 8-384 16,-6 0-1089-16,-6 0-4144 15</inkml:trace>
  <inkml:trace contextRef="#ctx0" brushRef="#br0" timeOffset="128456.65">19115 13484 2384 0,'0'0'1224'0,"0"0"8018"0,0 0-7409 16,0 0-529-16,0 0 160 16,0 0-424-16,0 0-351 0,16 117-177 15,-16-101-136-15,0-4-216 16,0 2-80-1,0-8-16 1,0-2-56-16,0-2 64 0,0-2-24 16,0 0-48-16,0 0 8 0,0 0-8 15,4-6 0-15,4-10-64 0,-1-9 48 16,6 0-32-16,2-7-32 16,2-3 32-16,-2 7 40 15,2 2-40-15,-2 11 48 16,-6 4-48-16,-2 11 0 15,-3 0 40-15,-1 14 8 16,-3 11 96-16,5 3-24 0,-5 1-72 16,0-1 16-16,0-3 64 31,0-9-72-31,0-5 40 16,0-9-32-16,0 1 0 0,0-3 32 15,4 0-48-15,1-3 96 16,-1-13-80-16,-1-6-16 0,5 0-8 15,-4-3 0-15,3-1-48 32,6 0 40-32,3 1-88 0,0 3 56 15,4 6-32-15,-8 3-32 16,2 7 104-16,0 6-48 0,-3 0 56 16,-2 19 40-16,-5 10 136 15,0 5 24-15,-4 5 8 16,4-4-8-16,-4-10-24 0,0-3-40 31,0-6 16-31,0-6-72 0,0-8-80 16,7 1-48-16,-3-3-248 0,5 0-208 15,-1 0-232-15,3 0-1081 16,-2 0-2944 0,-2 0-5889-1</inkml:trace>
  <inkml:trace contextRef="#ctx0" brushRef="#br0" timeOffset="128927.81">19825 13326 1616 0,'0'0'0'0,"0"0"10098"16,0 0-6121-16,0 0-2721 0,0 0 56 16,0 0-311-16,19 21-81 15,-15 11-240-15,0 3-120 0,1 3-88 16,-5 1-16-16,3-5-208 31,-3-2-32-31,0-4-96 16,0-5-104-1,0-2-8-15,0-4 40 16,0-5-40-16,0 2-8 0,4-5-8 16,0-3-48-16,4 1-64 0,4-4-48 15,4 4 48-15,4-7 112 16,8 0 8-16,8 0 8 16,7-4 0-16,13-6-8 0,4-3 8 15,16 1-8 1,0 2 16-16,0 1-8 15,-5-1 0-15,-11 3 40 0,-12 2-48 16,-25 2-208-16,-6 3-232 31,-17 0-168-31,-4 0-328 0,-20 5-1129 16,0 2-4272-16</inkml:trace>
  <inkml:trace contextRef="#ctx0" brushRef="#br0" timeOffset="129552.79">19438 13097 120 0,'0'0'608'31,"0"0"-368"-31,0 0 2592 0,0 0 3138 16,0 0-4458-16,0 0 128 16,0 0 201-16,0 0-369 15,43 69-464-15,-43-34-160 0,0 3-103 16,0 3-129-16,-15-2-248 16,-2 2-56-16,-2 0-120 0,-1 5-88 15,0-9-104 1,0 4 80-16,4-2-80 15,-1-5-40-15,6-3-64 16,7 2-120-16,0-5-112 16,0-5-160-1,4-4-217-15,0-4-343 16,0-5-528-16,4-1-609 0,4-2-2087 16,0-1-754-16</inkml:trace>
  <inkml:trace contextRef="#ctx0" brushRef="#br0" timeOffset="130287.12">19111 12100 1272 0,'0'0'7409'15,"0"0"-5696"-15,0 0 319 16,-12 146 161-16,3-92-433 0,-6 2-488 16,-1 9-384-16,-4-2-311 15,0-2-265-15,0 4-152 0,-4-1-40 16,4 3-120-16,-1-7 0 15,7 3-256 1,-3-11-208-16,6-8-401 16,7-6-223-16,0-3-568 0,4-10-817 15,0-8-2416-15</inkml:trace>
  <inkml:trace contextRef="#ctx0" brushRef="#br0" timeOffset="131128.23">21370 12662 1480 0,'0'0'8'16,"0"0"10794"-16,0 0-8321 15,0 0-1073-15,0 0-440 0,0 0-272 16,0 0-328-16,24 0-248 0,-7 0 32 16,7 0 97-16,3 0-161 0,1 0-80 15,0 0 120 1,0 0-128 0,-4 0 24-16,-7 0-24 15,-6 0-168-15,1 0-233 0,-7 0-391 16,-5 0-656-16,0 0-1137 15,0 6-3744-15</inkml:trace>
  <inkml:trace contextRef="#ctx0" brushRef="#br0" timeOffset="131378.21">21387 12852 2056 0,'0'0'1448'15,"0"0"6690"-15,0 0-6226 16,0 0-15-16,0 0-673 0,123 3-256 16,-91-3-376-16,0-3-344 15,4-3-152-15,-8 3-96 31,-8 3-216-31,-5 0-848 0,-3 0-1512 16,-12 7-4066-16</inkml:trace>
  <inkml:trace contextRef="#ctx0" brushRef="#br0" timeOffset="138327.4">22440 12433 496 0,'0'0'128'0,"0"0"-112"0,0 0 7585 0,3 29-6128 0,-3-26-361 15,0 4 536-15,0-2-408 16,0 8-87-16,0 1-129 0,0 3-184 31,0 3-24-31,0-1-216 16,0 3-208 0,0-3-175-16,0 3-41 0,0 1-72 15,0-1-40-15,0 0-64 16,0 0 8-16,12-5-8 0,-4-2 0 0,7-5-8 15,3-7 8-15,-3 0-128 16,5-3 128-16,3 0 0 0,1-13 56 16,1-8 8-16,-1-5-16 15,-4-3-40-15,-1-3 40 0,-2 1-40 32,-11-8 120-32,-1 2 96 31,-5-2-80-31,0 1-24 15,0 0 24-15,-7 4 16 16,-14 2 24-16,2 6 64 0,-9 6 40 16,-4 8-128-1,-1 10-64-15,-3 2-88 0,1 6-8 0,3 22-8 0,4 3-192 16,4 8-168-16,13 5-440 16,11 14-905-16,0-10-3072 0,0-11-7185 15</inkml:trace>
  <inkml:trace contextRef="#ctx0" brushRef="#br0" timeOffset="138705.37">23040 12637 11762 0,'0'0'2585'16,"0"0"-1361"-16,0 0-208 0,0 0-264 15,0 0-288-15,-35 94-232 16,27-71-48-16,4-2-184 0,1-1 16 31,-1-1-16-31,0-6-64 16,-1-1-280-16,5-1-424 0,0-6-760 0,0-5-889 16,13 0-1848-16,2 0-1768 0</inkml:trace>
  <inkml:trace contextRef="#ctx0" brushRef="#br0" timeOffset="139141.12">23276 12395 8489 0,'0'0'2297'15,"0"0"-617"-15,0 0-136 0,0 0-391 16,0 0-409-16,0 0-384 16,-25 114-40-16,42-102-8 0,0-1 56 15,6-5 24-15,-3-3-88 32,8-3-128-32,-4 0-104 15,4 0 32-15,-1-9-64 16,-3-5-40-16,-3 0 0 0,-1-6 48 0,-5-2-40 15,-8-7 80-15,-1 4-80 0,-6-3 144 16,0-5 209-16,-20 5-81 16,-4 0 104 15,-4 8-16-31,-8 8-104 16,0 8-80-1,1 4-136-15,-6 16-40 16,9 10-8-16,4 12-176 15,9 0-496-15,15 13-569 16,4-10-1327-16,0-13-3873 0</inkml:trace>
  <inkml:trace contextRef="#ctx0" brushRef="#br0" timeOffset="139531.72">23711 12297 9514 0,'0'0'4512'16,"0"0"-3727"-16,0 0-353 16,0 0 472-16,0 0-144 0,0 0-344 15,68 107-24-15,-44-75-8 0,-5 4-72 16,2-4-184-16,-6-1-32 15,-2-2-48-15,-6-7-40 0,1 0 8 16,-4-7 33-16,0-1-41 16,-4-12 0-16,0 5 0 0,0-7 0 15,0 0 56-15,0 0 48 16,-4 0 80 15,-19 0-96-31,-10-7-48 16,-3-2 48-16,-3-4 112 0,3 1-88 15,8 3-64-15,4-1-56 16,12 3-272-16,8-6-673 0,4 4-2095 16,0-1-6866-16</inkml:trace>
  <inkml:trace contextRef="#ctx0" brushRef="#br0" timeOffset="139812.94">23738 12255 13218 0,'0'0'3065'0,"0"0"-1001"16,0 0-783-16,0 0-593 31,0 0-328-15,0 0-96-16,125-37-200 15,-89 27 32-15,-5 10-96 32,1-4-136-17,-8 4-280-15,-4 0-120 16,0 0-568-16,-9 0-1689 0,-7 0-4001 16</inkml:trace>
  <inkml:trace contextRef="#ctx0" brushRef="#br0" timeOffset="140516.06">24337 12325 12170 0,'0'0'2385'0,"0"0"-505"15,0 0-544-15,-25 140-576 32,22-92-375-32,3-7-217 0,0-4-80 15,0-7-40-15,0-5 8 16,0-13-56-16,0-2 8 0,0-7 0 16,0-3 64-16,0 0 72 15,0-9 8 1,0-11-104-16,0-8-48 15,0-4-8-15,0-5-64 16,0-4 72 0,0-1 8-1,0 1 40-15,0-7-48 16,6 3 8-16,0 8 48 16,-2-2 160-16,0 8-40 0,0 5-16 15,0 7-40-15,-4 10 56 16,0 5-176-16,0 4-16 0,0 7 16 15,3 14 48-15,-3 9 40 16,4 1-80-16,1-3 48 0,-1 2-48 16,-1-12 0-16,6 1 0 15,-6-10-8-15,4-5 0 0,3-4 8 16,1 0 0-16,6-4 88 16,2-11-88-16,5-7 8 0,0-4-8 15,0 0 16-15,0-2-16 16,0 3-8-16,-4 0 0 31,0 3-8-31,3 5 8 0,-11 10 0 16,1 5-8-16,-10 2 8 15,6 6 64-15,-1 19 136 0,-4 11 64 16,-1 6 8-16,5-1 88 16,-4 0-96-16,4 0-16 15,1-3-112-15,-6-3-64 0,5-4-64 16,5 1 0-16,-9-9-8 0,3 2-280 15,-3-6-448-15,0 1-272 16,4 5-416-16,-8-9-2625 0,4-4-5833 16</inkml:trace>
  <inkml:trace contextRef="#ctx0" brushRef="#br0" timeOffset="142103.15">407 13827 1120 0,'0'0'1616'0,"0"0"7290"0,0 0-5969 16,0 0-881-16,0 0-896 15,0 0-296-15,0 0-239 0,116-54-89 16,-84 38-128-16,0 0-88 16,0 7-144-16,-4 2-16 0,-4 0-112 15,-5 7-48-15,1 0-8 32,-8 0-208-32,0 0-136 15,-4 7-280-15,0 3-272 0,-8 5-833 0,0 1-2528 16,0-3-3216-16</inkml:trace>
  <inkml:trace contextRef="#ctx0" brushRef="#br0" timeOffset="142583.17">611 13811 8889 0,'0'0'2249'0,"0"0"-737"0,0 0 433 0,0 0-417 16,40 143-568-1,-33-102-280-15,6 4-120 0,-2-8-184 0,-7-5-87 32,3-4-145-32,3-1-88 15,-7-11 16-15,1-8-64 16,-1-4 0-16,-3-1-8 0,0 0-64 15,0-3-56-15,0 0 112 16,0 0-56-16,0 0 64 0,-3 0-8 16,-17-3-112-16,-4-4 40 31,-8 2 32-31,-4 5 48 16,1 0 40-16,3 0 160 0,3 0 72 15,9 0 64-15,9 0-24 16,7 0-88-16,4 0-216 0,0 0 8 15,8 0 56 1,16 0 8 0,8 0 136-1,7 0-112-15,2-7-104 16,1 1 0-16,-5 0-128 16,-1 2-336-16,4 4-520 0,-17 0-1257 15,-2 0-3920-15</inkml:trace>
  <inkml:trace contextRef="#ctx0" brushRef="#br0" timeOffset="143142.29">1631 13805 9177 0,'0'0'3857'0,"0"0"-2608"32,0 0 559-32,0 0-472 0,0 0-368 0,0 0-399 15,20 117-57 1,-5-98-152-16,6-2-88 0,-5-5-8 0,7-3-152 16,1-9 48-1,3 0 8-15,2 0-40 16,3-7-48-16,-8-7-80 0,1-9 0 31,-6 0 0-31,-3-2 0 16,-8-4 0-16,-8-2 40 15,0 2-40-15,0-3 0 0,-15 7 0 16,-13 0 32 0,3 3-16-16,-6 5 88 0,-5 8 8 0,-2 9-64 15,7 0 8-15,0 9-56 0,11 18-8 16,8 4-184-16,8 7-320 0,4 0-352 15,16 0-1009 1,7-7-2248 0,5-8-3888-16</inkml:trace>
  <inkml:trace contextRef="#ctx0" brushRef="#br0" timeOffset="143517.29">2177 13855 10242 0,'0'0'5281'0,"0"0"-4241"16,0 0 696 0,0 0-551-16,0 0-617 0,0 105-328 15,0-79-104-15,0-4-96 16,0 3-40-16,0-6-64 15,0 0-264-15,0-2-240 0,0-5-537 16,0-7-863-16,0-1-2601 16,4-4-2849-16</inkml:trace>
  <inkml:trace contextRef="#ctx0" brushRef="#br0" timeOffset="143923.51">2345 13779 8361 0,'0'0'2745'16,"0"0"-993"-16,0 0-55 0,0 0-329 15,0 0-568-15,28 108-280 16,-13-92 56-16,6-7-136 31,3-5-32-31,-1-4 97 0,-3 0-161 16,4-4-112-16,-5-8-88 15,2-8-136-15,-5-2 88 0,-4 1-80 16,-5-8 56-16,-3 0-64 0,-4 0 64 16,0-3-64-16,-7 4 40 15,-18 3-40-15,6 6 208 16,-9 2-160-1,-4 14 64-15,-3 3-112 16,2 7-8-16,1 22-128 0,4 9-296 16,13 3-488-16,11 16-569 15,4-13-1423-15,0-6-4258 16</inkml:trace>
  <inkml:trace contextRef="#ctx0" brushRef="#br0" timeOffset="144329.74">2843 13675 9009 0,'0'0'6594'31,"0"0"-5666"-31,0 0-128 0,0 0 288 16,0 0-319-16,0 0-233 16,0 0-112-16,0 0-184 0,127 107-40 15,-103-84-152-15,-4-5 48 32,-4-2-88-17,0-3-8 1,-12-7 8-16,4 1-16 0,-8-1 8 0,0-2-64 15,0-1 24-15,-8-1 40 16,-8 5 16-16,-4-4 80 0,0-3-48 16,0 0-48-16,5 0 0 15,3 0 0-15,-1 0-120 16,1-10-200-16,4 1-488 0,-3-13-713 0,-1 3-2696 16,-1 0-6001-16</inkml:trace>
  <inkml:trace contextRef="#ctx0" brushRef="#br0" timeOffset="144470.35">2843 13675 8705 0</inkml:trace>
  <inkml:trace contextRef="#ctx0" brushRef="#br0" timeOffset="144617.77">2843 13675 8705 0,'-84'19'5602'0,"96"-19"-3538"0,8-7-48 0,8-5-727 0,0 2-657 15,6-2-296-15,7 2-168 16,-4-4-120-16,-6 11-48 0,-3 3-312 16,-4 0-616-16,-8 0-1801 15,-8 10-5529-15</inkml:trace>
  <inkml:trace contextRef="#ctx0" brushRef="#br0" timeOffset="145174.07">3441 13729 11082 0,'0'0'1872'0,"0"0"-1088"16,0 0 817-16,0 105-345 0,0-74-400 16,0-6-384-16,8-3-128 15,-1-3-152-15,-3-6-136 0,-4-3 40 16,0-10-40-16,0 0 65 0,0 0 119 16,0-7-96-1,0-11-56-15,-4-8-24 0,-8 1-64 16,5-4 8-16,-2-6 0 31,2 3 48-31,3-3 8 16,4 1 64-16,0-2-8 0,0 8-40 15,0 3-32-15,0 6-48 16,4 12 8-16,0 4-8 0,-1 3-48 16,2 3 48-16,3 13 56 0,0 10-8 15,-1-1 24-15,1-3 32 16,5-3-16-16,-6-3-80 0,2-6 40 15,-1-4-40 17,0-6 56-32,8 0 40 15,-1 0 96-15,6-9-80 0,-2-11-72 16,9 1-40-16,-4-3 40 16,4 3-40-16,-8-1-8 15,0 8 0-15,-5 9 0 0,-6 3 0 16,-2 3 96-16,2 23 112 15,-5 6 8-15,4 2 168 0,-1 4-136 16,-3-3-128-16,5-3-104 16,-1 0-16-16,-5-3-280 15,10-1-544-15,-9-5-720 0,4-8-5154 16</inkml:trace>
  <inkml:trace contextRef="#ctx0" brushRef="#br0" timeOffset="145924.04">6877 13571 9762 0,'0'0'4152'0,"0"0"-1895"16,0 0 47-16,0 0-959 47,0 0-561-47,0 0-248 16,0 0-24-16,111 0-128 15,-59-5-152-15,4-1-136 0,0 3-32 16,-9 0-56-16,-7 0-8 15,-11 3-56-15,-5 0-168 0,-13 0-336 16,-11 0-312-16,0 0-720 16,-7 9-1105-16,-10 2-5569 15</inkml:trace>
  <inkml:trace contextRef="#ctx0" brushRef="#br0" timeOffset="146662.28">9293 13516 7041 0,'0'0'6497'15,"-5"-4"-4096"-15,1-3 95 0,4 2-823 16,0 1-721-16,0-1-400 0,4-2-168 16,20 0-216-16,12-2-40 15,8 0-120-15,4 2 32 16,4-2-40-1,-4 2-8-15,-8 4 0 16,-9 0-8-16,-4 3-184 0,-9 0-72 16,-3 0-112-16,-11 0-256 15,-4 0-336-15,0 13-1729 16,0-4-4136-16</inkml:trace>
  <inkml:trace contextRef="#ctx0" brushRef="#br0" timeOffset="147910.18">587 14719 9658 0,'0'0'3192'0,"0"0"-703"0,0 0-417 31,0 0-824-31,0 0-663 0,0 0-113 15,0 0-104-15,0 0-128 32,126-47-72-32,-101 40-40 15,-1 1-56-15,0 2-24 0,-8 4-48 16,4 0-8-16,-4 0-112 16,0 0-152-16,-4 0-168 0,4 0-168 46,-4 0-105-46,3 0-143 16,2 0-560-16,-2 0-1313 16,-3-3-1952-16,-4 1-3360 0</inkml:trace>
  <inkml:trace contextRef="#ctx0" brushRef="#br0" timeOffset="148300.79">658 14741 9682 0,'0'0'2504'0,"0"0"-207"0,0 0-457 15,0 0-904-15,0 0-440 16,0 38 280-16,0-16-31 0,0 7-233 15,0-1-64-15,4 1-104 16,-4 0-80-16,4-4-40 0,1 0-64 16,2-3-104-16,-3-2 16 31,7-1-64-31,6-3 48 0,-1-4-40 16,4-1-8-16,7-8 40 15,2-1-40-15,3-2-8 16,0 0 0-16,0 0-144 0,-4 0 24 15,-1-5-104-15,-2-6-64 16,-2 2-160 0,-7 6-264-16,-12-3-785 0,-4-1-1327 15,0 4-3114-15</inkml:trace>
  <inkml:trace contextRef="#ctx0" brushRef="#br0" timeOffset="148550.78">542 14947 13018 0,'0'0'2865'16,"0"0"-889"-16,0 0-623 0,0 0-761 15,0 0-280-15,0 0 0 0,0 0-112 16,148-79-104-16,-112 73-96 15,-4-1-96-15,-1 5-272 0,-7 2-384 16,5 0-721-16,-9 0-1431 31,-5 0-3650-31</inkml:trace>
  <inkml:trace contextRef="#ctx0" brushRef="#br0" timeOffset="149004.21">2504 14665 12226 0,'0'0'3065'0,"0"0"-1001"0,0 0-607 0,0 0-617 0,0 0-568 31,0 0 40-31,124-29-136 16,-76 20-32-16,3-4-96 0,5 7-40 15,-8-1 0-15,-4 7 56 16,-5 0-64-16,-6 0-392 16,-18 0 80-16,-3 0-320 0,-7 0-577 15,-5 7-287 1,0 3-2465-1,-5-1-2472-15</inkml:trace>
  <inkml:trace contextRef="#ctx0" brushRef="#br0" timeOffset="150051.01">6032 14449 1136 0,'0'0'5689'0,"0"0"-4137"16,0 0 1297-16,0 0-697 0,0 0-503 16,0 0-569-16,0 0-200 15,52 29-264 1,-32-27-112-16,-1 1-136 16,5 4-176-16,-3-7-39 0,2 0-1 15,-3 0-136-15,4 0 128 16,-4 0-88-16,4-10 24 0,-8 1-64 15,0-7 32 1,0-2-40-16,-4 1 48 16,0-5-40-16,-4 0-8 15,-8 0 40-15,0 0 24 0,0-1 80 16,-17 1 112-16,-11 3-128 16,-7-3 72-1,-5 9-128-15,-8 1 160 16,-3 8 0-16,3 4-32 15,4 4-112-15,8 15-96 0,16 9-8 16,8 4-160-16,12 0-272 16,0 0-256-16,36-1-849 0,0-6-1551 31,0-8-4530-31</inkml:trace>
  <inkml:trace contextRef="#ctx0" brushRef="#br0" timeOffset="150426">6645 14459 14363 0,'0'0'2216'0,"0"0"-784"0,0 0-255 15,0 0-569-15,-7 70-304 16,7-45 8-16,-4 0-112 15,4 0-112-15,-4-2-8 0,4 0-80 16,0-1-48-16,-4-7-216 16,4 1-152-16,0-6-528 0,-4 2-1025 31,4-5-3856-31</inkml:trace>
  <inkml:trace contextRef="#ctx0" brushRef="#br0" timeOffset="150816.61">6829 14350 11402 0,'0'0'2080'16,"0"0"-799"-1,0 0 7-15,0 0-472 16,0 0-392-16,16 121-56 15,-4-102-48-15,4-6-104 0,4-4-112 16,-4-2 64 0,3-7 8-16,6 0 17 15,-2 0-89-15,1-10-56 16,-3-9-40-16,3 0 0 16,-5-10-8-16,-11 1 8 0,1 0 40 15,-9-4-40-15,0 0 48 16,-9 0 184-1,-18 4 88-15,-1 6-144 16,-13 8-80-16,2 12 16 16,-1 2-120-16,0 16-48 0,8 14-368 15,9 7-553-15,10 15-855 16,13-6-2657-16,0-12-4753 0</inkml:trace>
  <inkml:trace contextRef="#ctx0" brushRef="#br0" timeOffset="151222.5">7303 14246 13218 0,'0'0'1913'0,"0"0"-1089"0,0 0 512 16,0 0-360-16,49 63-495 15,-26-34-169-15,1 6-16 16,4-3-192-16,0-3 120 0,-4 3-216 16,0-8 0-16,-8-2 56 15,0-2-64-15,-8-8 8 0,-1-2 48 16,-7-3-56-16,0-5-48 15,0 2 48-15,-7-1 96 0,-21-3 64 32,0 0 104-32,-12 0-88 15,3-3-64-15,2-6 8 0,3-5-48 16,13 2-72-16,2-1-8 16,9 1-288-16,8-8-336 15,0 4-1145-15,0 0-4192 0</inkml:trace>
  <inkml:trace contextRef="#ctx0" brushRef="#br0" timeOffset="151441.24">7339 14208 13898 0,'0'0'2873'0,"0"0"-840"15,0 0-737-15,0 0-512 0,0 0-272 32,0 0-272-32,144-23-144 15,-105 14-96-15,-3 6-344 0,-5 0-424 16,-2-3-800-16,-9 2-3097 16,-12 4-7250-16</inkml:trace>
  <inkml:trace contextRef="#ctx0" brushRef="#br0" timeOffset="155925.9">7898 14255 1176 0,'0'0'2056'16,"0"0"-335"-16,0 0-81 15,0 0-240-15,0 0-520 16,0 0 81-16,0 0-25 0,0 0-136 16,11-15 136-16,-11 15 136 15,0-4 25-15,0 4-145 0,0 0-64 16,0 0-256-16,0 4-392 15,4 9-40-15,0 4 128 0,0 7 144 32,1 0 9-32,-5 3-137 15,0 1-48-15,0 4-112 0,0-3-16 16,0-1-32-16,0-7-32 16,0 3-56-16,0-6-40 15,0-8 40-15,0-4-48 0,0 1 8 16,0-7-8-16,0 0 0 15,0 0 72 1,0 0-72-16,0 0 0 0,0 0 0 16,0 0 0-16,0 0 40 15,0 0 8-15,0-7-48 16,0-5 0-16,0-5 80 0,0-5-72 16,0 0 0-1,0-4 0-15,0-5 0 16,0 3 8-16,0-8-16 15,0 5 8-15,0-1-8 16,0 3 8 15,0 3-8-31,0 11 0 16,0-1-8-16,0 10 8 0,0-1 0 16,0 5 0-16,0 2 0 15,0 0-96-15,0 0-8 0,4 9 88 16,-1 11 8-16,1-3 8 47,0 7 0-47,4-9 0 0,1 1 72 15,-6-6-64-15,5-4 8 16,-4-6-8-16,0 0 0 0,5 0 56 16,2 0-16-16,5-6-32 15,0-11-8-15,4-5 48 16,-8 3-56-16,8-3-8 0,-1 0 0 15,-7 0-40-15,4 6 40 16,-3 3-64-16,-9 4 56 0,0 9-32 16,3 0-48-16,-3 5 8 0,0 18 80 15,5 9 8-15,-2 5 0 16,1 4 56-16,0-2 40 0,-3-3 32 16,2-8-80-16,-3-3 32 15,0-5 40-15,0-4-120 0,-4-8 0 16,0 2 0-16,4-3 0 15,-4-4-112-15,5 1-168 0,-1 1-80 16,-1-1-648-16,5-1-849 0,0-1-2328 31,-4 1-2888-31</inkml:trace>
  <inkml:trace contextRef="#ctx0" brushRef="#br0" timeOffset="156738.35">9432 14093 6393 0,'0'0'2056'0,"0"-9"737"16,0 6-129-16,0-1-895 16,0 4-641-16,0 0-208 15,-5 0-176-15,-2 0-375 0,-6 4-265 32,2 8 32-32,0 11 160 15,-2-5-72-15,8 5-128 0,2 0 48 16,3-5-72-16,0 1-24 15,0-7-40-15,8 2 64 16,5-4-72-16,-2-8 0 0,0-2 0 16,6 0 0-16,4 0 0 0,-6 0-104 15,5-9 104-15,-1-8 0 0,-2 2 0 16,-2-4-8 0,-2 0 8-16,-5-3-8 15,-1 0 8 1,-7-5 8-16,0 3-8 0,0-2 0 15,0 1 8-15,-11 6 40 0,-1 0-32 16,-4 6 72-16,-5 6 8 0,-2 7-88 31,-5 0 0-31,0 7 0 16,0 15 0-16,3 0 40 16,2 10-48-16,8-3 0 0,-2 3-224 15,13-1-216-15,4 2-921 16,0-12-1487-16,0-1-3538 0</inkml:trace>
  <inkml:trace contextRef="#ctx0" brushRef="#br0" timeOffset="157050.88">9843 14185 12050 0,'0'0'2433'0,"0"0"-1745"16,0 0 456-16,0 0-120 0,0 0-360 15,0 102-288-15,0-82-152 0,0-2-112 16,0 2-112-16,-4-6 0 16,-1 3-440-16,1-2-432 0,4-1-800 15,0-11-1273-15,0 3-2152 16</inkml:trace>
  <inkml:trace contextRef="#ctx0" brushRef="#br0" timeOffset="157472.74">10002 14132 8121 0,'0'0'4257'15,"0"0"-3089"-15,0 0 257 16,0 0-273-16,0 0-488 0,0 0-272 15,-24 104-184 1,28-94-16 0,8-3 64-1,3-2-8-15,2-5 0 16,3 0 64-16,3 0-39 0,-2-5-33 16,3-12-232-16,-5-2 64 15,-2-3-64-15,-7-3 40 0,-1-4 0 16,-4 4-40-1,-5-3 104-15,0 2 88 16,-14-3-96-16,-4 7 40 16,-10 6 72-16,-4 10-16 0,0 6-56 15,1 0-144-15,2 12 0 16,6 14-80-16,5 2-256 0,11 10-184 16,7 6-585-16,0-8-1543 15,12-8-3713-15</inkml:trace>
  <inkml:trace contextRef="#ctx0" brushRef="#br0" timeOffset="157910.22">10305 13970 12106 0,'0'0'2545'15,"0"0"-1793"1,0 0-64-16,0 0-152 16,0 0 48-16,0 0-208 0,0 0 192 15,0 0-64 32,0 0-63-31,107 107-145-16,-90-79-96 15,-1-1-88-15,0-5-56 0,0 0-8 16,-4 0-40-16,-5-8-8 16,-3-5 0-16,-4-4-8 0,0-2 0 0,0-3-40 15,0 0 48-15,-4 0 120 16,-15 0-8-16,-9 0 88 16,-4 0-24-16,-5-5 16 0,2-5-136 15,7-3 16-15,5 7-72 16,2-4 0-16,8 5-160 0,6-2-240 31,7-2-360-31,0 2-1217 16,0-3-5008-16</inkml:trace>
  <inkml:trace contextRef="#ctx0" brushRef="#br0" timeOffset="158113.34">10377 13935 14323 0,'0'0'3096'0,"0"0"-1151"15,0 0-785-15,8-6-576 16,8 3-328-16,0 3-152 16,7-7-104-16,8 7-24 0,3-3-392 15,5 3-392 1,-7 0-1273-16,-11 0-5200 15</inkml:trace>
  <inkml:trace contextRef="#ctx0" brushRef="#br0" timeOffset="158738.31">10867 14040 7401 0,'0'0'7234'0,"0"0"-6386"0,0 0 288 16,0 0 296-16,0 126-423 15,0-94-345-15,0-6-360 16,0-4-144-16,5-6-64 0,-5-3-40 15,0-11-8-15,0-2-32 16,0 0 64-16,0 0 40 0,0-9-112 0,-5-13-8 16,-3 0-8-16,0-4 0 15,4-6-56-15,-3 0 64 16,7-2 0-16,0-2-8 0,0 5 0 16,0-1 8-16,0 3 0 15,0 11 0-15,7 5 0 0,-3 7 8 16,-4 6-8-1,4 0-8-15,-4 6 8 16,4 13 96-16,-1 7 24 16,7-4-64-16,-3-3-40 0,1-3-8 15,0-4 8-15,0-5 64 16,0-5-80-16,4-2 8 0,-4 0 0 16,8 0 40-16,0-9-48 31,4-6-80-31,0-4 24 0,0-1 40 31,-1 5-40-31,2 5 40 16,-11 6 16-16,0 4 0 0,1 7 72 15,-7 25 216-15,0 12 160 16,0 6 32-16,0 5-16 16,5-1-224-16,-6-6-144 0,5-1-96 15,-4-6-384-15,-4 0-576 16,0-7-416-16,0-13-4633 0</inkml:trace>
  <inkml:trace contextRef="#ctx0" brushRef="#br0" timeOffset="159684">3939 16104 10906 0,'0'0'2768'0,"0"0"-455"0,0 0-313 15,0 0-807-15,0 0-753 16,0 0-296-16,0 0 344 16,64 167-144-16,-44-51-48 0,-4-9-56 15,0-8-96-15,-9-20-72 16,-3-22-64-1,5-4-8 1,-1 2-144-16,-5-21-160 31,1-14-8-31,0-11-240 16,0-9-168-16,1-13-505 0,-1-8-263 16,0-8-3617-16</inkml:trace>
  <inkml:trace contextRef="#ctx0" brushRef="#br0" timeOffset="160355.84">3851 16440 12858 0,'0'0'2689'0,"0"0"-425"16,0 0-647-16,0 0-737 15,0 0-416-15,0 0-184 0,69-105-112 16,-26 73-104-16,5 3-56 16,3 1 8-16,1 7-16 0,1 7-8 15,-6 11-40-15,-4 3-128 16,-6 19-72-16,-9 16 112 0,-13 13 64 16,-6 3 64-16,-9-4 8 15,-9-3 16-15,-19-2 184 0,-11-11 64 16,-8-4-16-16,-6-9 72 15,5-5-56-15,5-10-24 16,7-3-88-16,12 0-64 0,8 0-88 16,16-10-24-16,0 0-288 15,8-4-224 1,24 0 32-16,8 4 128 16,-1 2 32-16,13 1 8 0,-3 0-136 15,-2-2-288-15,1-4-129 16,-5-2 41-16,-3-9 80 0,-3 3 336 15,-9-8 200-15,-5-3 152 16,-14 1 80-16,-2-7 120 16,-7 6 360-1,0-3 232-15,0-1 16 16,-4 8 112-16,-4 3-55 16,4 9-121-16,0 7-184 0,0 9-200 0,4 0-216 31,0 28-56-31,0 10 64 15,0 13 48-15,12 6 0 0,3 4 0 32,-2-1-112-32,3-6 80 15,0-10-88-15,-1-5 0 0,-6-11-48 16,3-6-184-16,-8-9-168 16,0-6-480-16,-4-7-481 0,0 0 65 31,-13-22-1272-31,-3-5-2073 15,-7-1 584-15</inkml:trace>
  <inkml:trace contextRef="#ctx0" brushRef="#br0" timeOffset="160746.44">4448 16373 2784 0,'0'0'5257'15,"0"0"-1136"-15,0 0-1496 0,0 0-889 16,0 0-768-16,0 0 128 16,0 0-511-1,0 0-289-15,149 35-160 16,-102-28-24-16,-2-7-64 0,-2 0 32 15,1 0-80-15,-8-11-32 16,-4-1-128-16,-8-4-64 16,-5 1-32-16,-10-5-40 0,-5-2 160 15,-4 1 55-15,0-6-47 16,0 6 40-16,-13-2 80 16,2 4 16-16,3 6 48 15,0 7 169-15,0 3-25 16,4 3-184-16,4 0-16 15,-4 22 0-15,-1 7 8 0,5 5 224 16,0 11 48-16,0 0 56 16,5-2-104-16,3 2-24 0,0-3-32 31,0-1-56-31,0-7-120 16,-1-2-16-16,2-6-360 0,3-4-456 31,-5-6-961-31,2-9-2984 15,-5-1-3953-15</inkml:trace>
  <inkml:trace contextRef="#ctx0" brushRef="#br0" timeOffset="161004.19">5274 16339 10802 0,'0'0'2536'0,"0"0"-351"15,0 0-57-15,0 0-943 0,120-13-625 16,-84 13-88-16,0-4-352 31,-4 4-120-31,-9 0-144 0,-6 0-1089 16,-6 0-455-16,-8 0-1265 15,-3 0-2680-15</inkml:trace>
  <inkml:trace contextRef="#ctx0" brushRef="#br0" timeOffset="161207.31">5259 16443 1096 0,'0'0'10002'15,"0"0"-7546"-15,0 0-679 0,0 0-433 16,0 0-128-16,47 2-528 16,-19-2-359-16,-1 4-121 15,6-4-80-15,-9 0-128 0,0 3-272 16,-5-3-657-16,-2 0-767 0,-2 4-2753 16,-10-4-1488-16</inkml:trace>
  <inkml:trace contextRef="#ctx0" brushRef="#br0" timeOffset="161535.41">6200 16303 14843 0,'0'0'1912'0,"0"0"-864"16,0 0 81-16,0 0-489 15,0 0-416-15,0 0-136 16,0 0-80-1,0 0-8-15,111-9-88 0,-95 9-352 16,-1 0-809-16,-2 0-1479 0,-5 0-4898 16</inkml:trace>
  <inkml:trace contextRef="#ctx0" brushRef="#br0" timeOffset="162332.25">6901 16266 11570 0,'0'0'2777'0,"0"0"-801"15,0 0-760-15,0 0-440 16,68-118-335 0,-57 89-169-16,2-3 64 0,-6 3-144 15,-3-2 64-15,-4-1 56 16,0 0-72-16,0 1-40 0,0-1 16 16,0 11-208-1,0-2 48-15,0 12 32 16,-4 6 0-1,4 5-88-15,-3 0-160 0,-6 5-80 0,1 25 240 16,0 11 112-16,1 9-32 16,3 14 72-16,4 3 16 0,0-1-8 31,0 1-16-31,4-10-72 16,7-5-72-16,6-11 0 15,2-10 0-15,-3-11 0 0,4-15-120 16,4-5-16-16,0 0-80 15,4-21 56-15,-4-7-120 0,-4-8 48 16,-4 1 112-16,-9 0 48 31,-2 4 56-31,-5 1 8 0,0 15 8 16,0 5 8-16,0 6 72 31,0 4 24-31,0 7-96 16,3 15 0-16,10 8 240 0,3 4-80 15,3-2 56-15,6-3-128 16,-1-7 32-16,4-2-56 0,0-15-8 16,0-2-56-16,-1-3 56 0,1-3-56 15,0-16 40-15,-4-6-48 16,-4-4 0-16,-12-6 0 0,-4-3 48 16,-4-3-32-1,-16-3 48-15,-12-1 64 16,-8 10 32-16,-4 7 88 15,-3 8 96-15,-2 14-208 16,2 6-136-16,-2 0-40 0,10 29 32 16,7 6-224-16,8 10-240 0,12 8-128 31,8-2-136-31,16 9-800 16,16-12-2481-16,0-16-4225 0</inkml:trace>
  <inkml:trace contextRef="#ctx0" brushRef="#br0" timeOffset="162863.41">7945 16170 10386 0,'0'0'3104'16,"0"0"-551"-16,0 0-705 15,0 0-639 1,-24-57-497-16,4 48-224 16,-3 2-144-16,-5 7-208 0,-4 0-136 15,0 7 8-15,4 18 56 16,4 0-8-16,8 7-48 0,8-3 48 16,8-1-56-16,0-5-8 15,0-5-8-15,16-4-96 16,4-9 16-1,-4-1-80-15,3-4-72 0,6 0 32 16,-6-13-48-16,-3-3 168 16,4 4 24-16,-7-2 72 0,-2 5-8 15,2 9-8-15,-2 0-96 16,1 26 112 0,0 15 88-16,0 10 192 15,4 9-32-15,-4 6-24 16,-4 1-120-16,-8 0-8 15,0-3-88-15,-8-4 40 0,-24-10-40 16,-8-5 88-16,-11-10 88 0,-2-10 160 16,-6-13 120-16,7-12-120 31,4 0-56-31,5-2-136 16,2-17-56-16,13-3-96 0,9-1-240 31,10 1-424-31,5-7-408 0,4 11-1601 0,0-1-10417 0</inkml:trace>
  <inkml:trace contextRef="#ctx0" brushRef="#br0" timeOffset="163475.32">8702 15804 13178 0,'0'0'2865'0,"0"0"-601"0,0 0-623 31,0 0-513-31,0 0-440 0,0 0-256 16,0 0-192-16,0 0-112 16,0 0-112-16,-128-66-8 15,101 57-8-15,-1 2 0 0,0 4-8 32,4 0-40-32,12 3-72 31,1 0-32-31,2 0-184 0,5 0-56 15,4 0-40-15,0 0 152 16,0 6 72-16,0 10 112 16,0 4 8-16,0 8 88 0,0 10 0 0,0 13 80 15,8 6 56-15,-8 6 104 16,5 7 8-16,-5 1-8 16,4-5 40-1,7-6-112 1,-3-6 40-16,8-7-64 15,0-6-88-15,4-9 96 16,0-9-32-16,0-8-104 0,0-5 152 16,4-10 8-16,-4 0-56 15,-4 0-48-15,4 0-24 0,-1 0-48 16,-3-3-120-16,5 1-72 16,-2-3-136-16,-2 3-136 0,-2 2-216 31,4 0-176-31,-6 0-1065 15,-4 0-4024-15</inkml:trace>
  <inkml:trace contextRef="#ctx0" brushRef="#br0" timeOffset="163756.56">9065 15881 11946 0,'0'0'4849'15,"0"0"-4433"-15,0 0 216 16,0 0 481-16,4 149-473 16,5-101-280-16,-1 3-120 0,-1-6-72 31,-4-1-40-31,2 0-128 15,-1-3-296-15,-4-5-448 0,0-2-1145 16,0-12-3384-16,0-6-5873 16</inkml:trace>
  <inkml:trace contextRef="#ctx0" brushRef="#br0" timeOffset="164022.18">9041 16148 5089 0,'0'0'10138'16,"0"0"-8226"-16,0 0-424 16,0 0-383-16,0 0-353 0,0 0-360 47,92 0-120-47,-52 2-56 15,-4-2-128-15,0 4-16 0,-4-4-72 16,-4 0 0-16,-4 0-56 0,-9 0-288 15,2 0-192-15,-11 0-296 16,-1 0-817-16,3 0-1119 0,-3-6-1881 16,-1-6-352-16</inkml:trace>
  <inkml:trace contextRef="#ctx0" brushRef="#br0" timeOffset="164272.16">9392 15973 3872 0,'0'0'2689'0,"0"0"456"15,0 0-265 1,0 0-439-16,0 0-729 15,0 0-344-15,0 0-431 16,0 0-353-16,0 0-336 16,-16-45-232-16,16 78 232 0,0 11 144 15,0 9 16-15,0 5-104 0,0 0-72 32,0-2-104-32,0-2 24 15,4-12-104-15,5-5-48 16,-6-8-104-16,5-6-312 0,-4-10-240 31,9-10-624-31,-3-3-1313 16,-1 0-3960-16</inkml:trace>
  <inkml:trace contextRef="#ctx0" brushRef="#br0" timeOffset="164506.51">9504 15925 12226 0,'0'0'4105'0,"0"0"-3057"15,0 0 601-15,0 0-593 0,72 26-400 16,-40-20-160 0,7-2-264-16,-3-4-120 15,4 2-112-15,-4 1-248 0,-8-3-256 31,0 0-472-31,-13 4-1321 16,-2-4-4792-16</inkml:trace>
  <inkml:trace contextRef="#ctx0" brushRef="#br0" timeOffset="164753.43">9671 15729 12682 0,'0'0'2769'0,"0"0"-1009"16,0 0-376-16,0 0-351 16,0 0-369-16,21 121-208 0,-6-77-104 15,1 0-192-15,-4-6-160 0,0 1 0 16,-4-10-432-16,0-1-272 15,-8-13-608-15,0-5-1729 0,0-3-5825 16</inkml:trace>
  <inkml:trace contextRef="#ctx0" brushRef="#br0" timeOffset="165341.72">9889 15650 10138 0,'0'0'5777'15,"0"0"-4849"-15,0 0 408 16,0 0-191-16,0 0-489 16,50 6-168-16,-22-6-152 0,11 0-104 15,1 0-120-15,0 0-64 16,7 0-40 0,-6 0-8-16,-5 0 0 0,-1 0-56 15,-7 0-80-15,-7 0 24 16,-6 10 40-16,-4 2-16 15,-6 10 32-15,-5 4 56 0,0 9 0 16,0 12 72-16,-8 4 24 16,0 10 0-16,4-1 40 0,0 4 8 15,4-8-40-15,0-2-96 16,0-6 32-16,12-7-40 0,4-3 8 0,0-12 8 16,0-4-16-16,0-10-136 15,0-2 56-15,-4-7-112 0,0 1 64 16,-8-4-56-16,-4 0 176 15,0 0 8-15,0-4 0 16,-4-2 0-16,-12-3 0 0,-5-1 64 16,-2 0 16-1,-1 7 40-15,0-3 0 16,0 6-120-16,8 0-176 0,0 0-392 16,5 0-696-16,3 6-1345 15,-1 4-4809-15</inkml:trace>
  <inkml:trace contextRef="#ctx0" brushRef="#br0" timeOffset="165638.57">11023 16081 7705 0,'0'0'10138'31,"0"0"-8929"-31,0 0-553 31,0 0 56-31,0 0-352 0,0 0-256 16,0 0-8-16,0 0-88 15,135-6-8-15,-103 6-120 16,-4 0-128-16,-8 0-392 0,-4 0-1105 16,-12 0-4528-16</inkml:trace>
  <inkml:trace contextRef="#ctx0" brushRef="#br0" timeOffset="165857.31">10971 16186 12858 0,'0'0'5545'31,"0"0"-4000"-31,0 0-369 16,0 0-480-16,131 0-352 16,-95 0-208-16,-4 0-136 15,-8 0-560-15,-8 0-512 0,-8 3-1681 16,-8-3-8849-16</inkml:trace>
  <inkml:trace contextRef="#ctx0" brushRef="#br0" timeOffset="166689.93">11756 16122 6281 0,'0'0'6889'0,"0"0"-4600"0,0 0-305 16,0 0-559-16,0 0-537 15,0 0-152-15,110 0-304 0,-69 0-248 16,3-3-64-16,1 3-104 0,-13 0-16 31,-2 0-56-31,-6 0-120 16,-7 0-144-16,-6 0-136 15,-11 3-448-15,0 11-1249 0,-15-5-2408 16,-5 3-5729-16</inkml:trace>
  <inkml:trace contextRef="#ctx0" brushRef="#br0" timeOffset="167443.18">12374 16191 10306 0,'0'0'2392'0,"0"0"-567"0,0 0 23 31,0 0-536-31,67-119-544 16,-46 80-175-16,-5 4-25 16,-5-2-128-16,-3 1-96 0,-4 2-8 15,-4-1-32-15,0 6-16 16,0 4-104-16,0 2-80 0,0 7-48 15,0 7-48 1,-4 3 0-16,1 6-8 16,-2 0-112-16,2 13-96 15,-1 18 160-15,0 10 48 0,-1 13 48 16,5 3-48 0,0 4 0-16,0-8 72 15,13-2-72-15,6-6 0 16,1-13 0-16,1-7 72 0,3-6-72 15,3-16 0-15,1-3-56 16,0 0-64-16,-4-8-48 0,-4-15 24 16,-1-2 16-16,-2-4 64 15,-13-6 16 1,-1 3 40-16,-3 4-40 16,0 5 48-16,0 8 0 15,0 5 96-15,-3 10-24 0,-1 0-64 16,4 25-8-16,0 10 128 31,0 6-8-31,7 1 32 0,18-4-56 16,-1-13-24-16,8-3 8 15,-2-9 40-15,7-9-48 32,-1-4-56-32,-4-7-16 0,-4-9-104 15,-4-9 96-15,-13 0 8 16,-7-4 0-16,-4 0 8 0,0-3 0 15,-15 3 64-15,-13 4 24 0,-1 4 32 16,-2 4 128-16,-1 11-48 16,0 6-160-16,4 0-48 15,4 6-96 1,5 20-200-16,6 6-176 16,6 2-120-16,7 17-352 0,0-10-1233 15,7-9-4376-15</inkml:trace>
  <inkml:trace contextRef="#ctx0" brushRef="#br0" timeOffset="168005.65">13410 16044 14667 0,'0'0'3032'0,"0"0"-1167"16,0 0-737-16,0 0-272 16,-99-46-496-16,75 46-240 15,3 14-40-15,2 11-16 0,7 6 16 16,-1 1-32-16,13 1-40 16,0-12 0-16,0-1 48 15,13-12-48 1,3-4-8-16,4-4 0 0,3 0-16 15,-2-4-56-15,3-11-104 16,0-4 72-16,-5-3 56 0,-2 2-24 16,-6 1-40-1,2 7-8 1,-9 9-8-16,2 3 80 16,-1 3-128-16,8 26-16 0,2 17 176 15,5 12 16-15,-4 12 48 16,0 6 16-16,-4 1-8 0,-4-4-8 0,-4-11-40 15,-4-7-8-15,0-18 72 32,-16-10 160-32,-8-8 128 15,-8-13-24-15,-8-3 24 0,-8-3 32 16,1 0 25-16,-9-14-81 16,4-4-8-16,7-1-232 0,11 3-56 15,6 0-40-15,11 3-360 31,10 4-513-31,7-1-335 0,0 5-48 16,3 1-1545-16,9 4-5673 0</inkml:trace>
  <inkml:trace contextRef="#ctx0" brushRef="#br0" timeOffset="168832.02">14175 15884 4889 0,'0'0'5345'15,"0"0"-2569"-15,0 0 97 0,0 0-633 16,0 0-1095-16,0 0-513 0,-4 48-16 15,4-19-184-15,0-1-208 16,9 0-136-16,7-1 56 0,4-9-96 16,4-5 112-16,-1-7-64 15,9-6 16-15,-4 0-8 0,0-6-32 16,0-13-56-16,-8-4 32 31,-4-2-40-31,-4-3 0 0,-8-4 40 16,-4 0 16-16,0 0-56 15,-16-2 0-15,-4 2 96 0,-4 4-32 16,-4-1 120-16,0 6-56 16,-1 11-128-16,2 12-8 31,-1 0-8-31,5 18-80 0,-1 17-128 16,8 13-416-16,0 4-144 15,12 13-472-15,4-11-2633 0,0-15-5553 0</inkml:trace>
  <inkml:trace contextRef="#ctx0" brushRef="#br0" timeOffset="169082">14579 16097 17099 0,'0'0'2377'0,"0"0"-1521"0,0 0 88 16,0 0-304-16,0 0-352 0,4 105-168 16,-4-74-120-16,0-2 0 31,0-4-312-31,0-2-376 16,0 6-304-16,-4-10-1145 0,0-7-5064 15</inkml:trace>
  <inkml:trace contextRef="#ctx0" brushRef="#br0" timeOffset="169519.48">14897 15970 12874 0,'0'0'2601'0,"0"0"-1377"16,0 0 40-16,0 0-239 16,0 0-417-16,0 0-168 0,-36 121-56 15,36-93-128-15,4-2-64 16,13-8-88 0,2-4-32-16,1-5-24 15,0-9 24-15,8 0-64 0,-4 0-8 16,0-12-72-16,0-8 64 15,-4-1 8-15,-4-12 0 0,-4-2 0 16,0 0 8 0,-12-6 0-16,0 0 0 15,0-1 88-15,-8 4-32 16,-16 3 32-16,-4 10 24 0,-4 9 160 16,-8 14-72-16,-4 2-152 15,1 25-56-15,7 19-120 16,3 6-400-16,14 4-248 0,15 10-208 31,4-16-1201-31,0-10-3832 0</inkml:trace>
  <inkml:trace contextRef="#ctx0" brushRef="#br0" timeOffset="169972.58">15484 15792 14931 0,'0'0'2616'16,"0"0"-879"-16,0 0-593 0,0 0-512 15,0 0-480-15,0 0-64 16,0 0 160-16,0 0-24 15,35 89 40-15,-15-54-96 16,4 0-96-16,0 0-64 16,0 0 64-16,0 0-64 15,-1-4-8-15,-2-5 0 0,-6-3-168 16,-2-5-8-16,-10-9-16 16,-3-5 8-16,0-1 48 15,0-3 80 16,-3 0 56-31,-22 0 112 16,-6-7 128-16,-5-8 40 0,-4-4 88 16,4 3 96-16,0 0 0 15,12 0-207-15,5 7-153 16,2 2-104-16,13 0-240 0,0 5-553 16,4-10-343-16,0 1-504 31,0-1-6770-31</inkml:trace>
  <inkml:trace contextRef="#ctx0" brushRef="#br0" timeOffset="170175.7">15475 15700 14227 0,'0'0'5089'15,"0"0"-4065"-15,0 0 32 16,0 0-64-16,120-6-408 15,-80 6-272-15,7 0-175 16,-8-3-137-16,-1 3-625 16,-3 0-543-16,-7 0-536 15,-12 0-5386-15</inkml:trace>
  <inkml:trace contextRef="#ctx0" brushRef="#br0" timeOffset="170632.53">16511 15923 4544 0,'0'0'11195'16,"0"0"-8707"-16,0 0-1071 0,0 0-617 16,0 0-368-16,0 0-128 0,88 0-72 15,-43-3-160-15,-2 3-40 16,1 0-24 0,-4 0-16-16,-12 0-120 15,-1 0-96-15,-7 0-160 31,-7 0-184-31,-9 8-824 0,-1-2-1649 16,-3 1-4993-16</inkml:trace>
  <inkml:trace contextRef="#ctx0" brushRef="#br0" timeOffset="170893.64">16567 16075 12562 0,'0'0'4097'15,"0"0"-2577"-15,0 0-367 0,0 0-273 16,0 0-384-16,0 0-208 16,152 0-184-1,-100 0-96-15,0-3 0 0,3 3-8 16,1 0 0-16,-8 0-232 15,-8 0-224 1,-5 0-408-16,-15 3-1849 16,-8-3-3440-16</inkml:trace>
  <inkml:trace contextRef="#ctx0" brushRef="#br0" timeOffset="171268.63">17002 15783 8449 0,'0'0'8986'0,"0"0"-7561"16,0 0-729-16,0 0 64 31,0 0 64-31,0 0-288 0,0 0-176 15,119 62-112-15,-78-45-128 16,2-4-112-16,0-1 32 16,-3 1-40-16,-3 0-184 0,-14-1 0 15,-7 4-96-15,-11 4 88 0,-5 8 32 16,-12-2 160-16,-17 5 64 16,-11-2 64-1,0 2 40-15,1-1-64 16,-4-3-40-16,11-4-64 15,0 2-192-15,7-3-416 0,2 1-432 16,6-1-1577-16,2-9-6569 16</inkml:trace>
  <inkml:trace contextRef="#ctx0" brushRef="#br0" timeOffset="172354.7">18529 15735 9137 0,'0'0'3121'0,"0"0"-696"0,0 0-777 0,0 0-920 16,0 0 376-16,11 165-135 15,2-82-265-15,-5 2-208 0,3 4-128 16,-2-6-224-16,-1-4-128 16,-4-11 64-16,3-15-72 15,-7-9-8 1,3-15-176-16,2-10-264 16,-5-10-280-16,0-9-665 0,0 0-639 31,0-9-3193-31</inkml:trace>
  <inkml:trace contextRef="#ctx0" brushRef="#br0" timeOffset="173393.73">18465 15966 9113 0,'0'0'4913'16,"0"0"-3064"-1,0 0-321-15,0 0-376 16,72-107-455-16,-24 85-297 0,3 0-120 16,-4 11-32-16,3 11-96 15,-11 0-80-15,-7 16 72 16,-8 16-64-16,-12 3-72 16,-9 3 0-16,-3-2 0 15,-3-2 80 1,-22-8 40-16,-10-7 72 0,-1-3-32 0,-4-10-56 31,9-3-40-31,-1-3 8 16,12 0-24-16,7 0-56 15,8-9-48-15,5-1-176 0,0 1-232 16,14 5-32-16,10 1-192 0,3 3-465 16,9 0-103-16,4 0-224 15,-4 0 48-15,3 0-577 31,-7-9 513-31,-4-7 944 0,-4-6 400 16,-7-10 144-16,-10 1 0 16,0-8 224-16,-7 1 528 0,0-3 120 15,0 0 96-15,0-4 48 16,-10 3 49-16,6 5 63 16,-5-2-192-16,5 11-88 15,0 6 121-15,0 10-241 0,4 12-232 16,0 0-496-16,0 14-80 15,12 24 80-15,11 17 104 0,6 9-8 16,-1 5-48-16,0-2-32 31,4-4 32-31,-8-8-32 0,0-8 32 16,-8-11-48-16,-4-15 8 16,-8-5-8-16,0-10 0 0,-4-6-112 15,0 0 0-15,0 0-8 16,-8-19-344-16,-12-3-232 15,-4-7 79-15,0 1 33 0,0-7 224 32,0 4 200-32,4-1 96 15,4 6 64-15,8 6 136 0,4 8 232 16,4 6 232 0,0 3-208-16,12 3-271 15,12 0 79-15,12 7 24 16,4 5-64-16,0-3-56 0,8 1 16 15,-1-7-40-15,-6-3-32 16,2 0 48-16,-11 0-48 16,0-9-40-16,-8-4-8 15,0-6-88-15,-12 3 16 16,-5-2-136-16,-2-5 40 16,-5 0 24-16,0 1 0 0,0-2-8 15,-12 0 24-15,0 2 80 16,-1 3 48-16,2 4 160 0,7 8 160 15,0 4 24-15,0 3-8 16,4 3-216-16,0 26-48 0,0 9 152 31,0 10 192-31,0 2-104 16,4 5-72-16,8-2-48 0,-2-9-40 16,4-6-72-16,-3-6-40 15,2-9-40-15,-5-7-16 31,-1-7-240-31,-3-2-248 0,5-7-344 16,-1 0-993-16,-8 0-2832 0</inkml:trace>
  <inkml:trace contextRef="#ctx0" brushRef="#br0" timeOffset="173612.47">19868 15790 13554 0,'0'0'2649'16,"0"0"-905"-16,0 0-527 0,148-29-553 16,-96 19-328-16,-5 3-264 15,-7 1-72-15,-12 6-336 16,-16 0-664-16,-8 0-1505 0,-4 0-4288 15</inkml:trace>
  <inkml:trace contextRef="#ctx0" brushRef="#br0" timeOffset="173815.58">19928 15920 11866 0,'0'0'3081'15,"0"0"-153"-15,0 0-1055 16,0 0-793-16,163 0-448 16,-107-11-336-16,-4 2-208 0,-8 3-88 15,-4-1-384-15,-13 7-512 0,-7 0-920 16,-12 0-3178-16</inkml:trace>
  <inkml:trace contextRef="#ctx0" brushRef="#br0" timeOffset="179843.87">20821 15992 1136 0,'0'0'744'0,"0"0"7922"0,0 0-6882 0,0 0-800 31,0 0 9-31,0 0-121 0,16-44-248 16,-8 30-120-16,4-4 32 16,-4-1 48-16,3 1-128 15,2-5-16-15,-1-2-96 0,-5-7-39 16,2 3-41-16,-1-6-120 16,-1 0-48-16,1 4 0 0,1 2-96 31,-1 7 16-31,-5 6 48 15,1 5-64-15,0 6 0 0,-4 5-8 0,0 0 8 16,0 0 120-16,0 16-72 0,4 9 40 16,0 7 24-16,1 3 56 31,2 3-56-31,-3-7 48 0,0-2-64 16,0-1-48-16,0-8-40 15,1-1 40-15,-1-3-48 16,-4 0-56-16,0-7-120 0,0 7-176 31,0-4-320-31,0 4-353 47,0 3-591-47,3 1-1064 0,1-8-2674 16</inkml:trace>
  <inkml:trace contextRef="#ctx0" brushRef="#br0" timeOffset="180078.23">21275 15831 2392 0,'0'0'392'0,"0"0"8842"16,0 0-7033-16,0 0-1025 0,0 0-40 15,0 97-264-15,0-64-376 16,0-5-288 0,0-2-72-16,0-1-128 15,0-7-8-15,0-1 0 16,0-5-352-16,0-2-464 16,0-3-912-16,0-5-2361 0,0-2-2144 0</inkml:trace>
  <inkml:trace contextRef="#ctx0" brushRef="#br0" timeOffset="180703.2">21462 15586 1384 0,'0'0'10394'0,"0"0"-7497"0,0 0-1441 15,0 0-184 1,0 0-296 0,0 0-391-16,0 0-337 15,17 5-144-15,3-5 40 0,3 0-32 0,10 0-56 16,-6 4-8-16,1-1-48 15,-4 4 0-15,-8 3 0 0,-1-5 0 16,-7 5 0-16,-8 0 0 31,0 0-64-31,0 6 64 16,-8 2 8-16,-19-2 48 0,4 3-40 16,-10 0 32-16,10-6-40 0,2-1 40 15,5-5 0-15,16-1-48 16,0-6-96-16,0 0-96 15,20 0 0-15,16 0 88 0,1 0 8 47,2 0 88-47,1 0 8 16,-1 0 0-16,-2 0 0 0,-5 0 0 16,-9 14-16-16,-7-2-40 15,-12 1 56-15,-4 3 0 16,0 3 80-16,-15-1 88 0,-13 1-64 15,-9 0 8 1,1 3-24-16,1-6 0 16,-1 1-16-16,3-5 0 0,10-2-72 15,3-4 8-15,12-3-8 16,4-3-88-16,4 0-480 16,4 0-593-16,32-16-207 0,-2 1-1256 15,0-2-3674-15</inkml:trace>
  <inkml:trace contextRef="#ctx0" brushRef="#br0" timeOffset="181050.3">21969 15735 864 0,'0'0'9530'16,"0"0"-7426"-1,0 0-704-15,0 0-103 0,0 0-441 16,0 0-312-16,35 115-16 0,-10-103-120 15,6-6 8-15,5-6-144 16,1 0-96-16,2-3-80 0,-4-17-24 16,-2-5 32-16,-6-3-88 15,-10-3 65 1,-9-1 87-16,-8-3 296 16,-4 0 160-16,-28 3-64 0,-4 0-32 15,-8 11-8-15,-4 4-40 16,5 14-120-16,-6 3-216 0,6 16-144 15,3 22-304 1,12 10-488-16,-1 28-352 31,9-9-913-31,13-14-5416 16</inkml:trace>
  <inkml:trace contextRef="#ctx0" brushRef="#br0" timeOffset="184177.15">17732 15195 1776 0,'0'0'1400'0,"0"0"-776"16,0 0-96-16,0 0 4946 0,0 0-3690 15,0 0-552-15,0 0-24 16,0 0-159 0,0 0-89-16,4 13 8 15,0 9-144-15,3 3-256 16,-3 7-63-16,0 6-25 0,1 7-80 16,-1 5-152-16,-4 14-8 15,0 13-48-15,4 2-40 16,-4 7-32-16,0 3-48 0,0-4-8 31,0-2-64-31,0-10 8 0,2-3 0 16,3-10 40-16,-1-6-48 15,4-3 0-15,-3-7 0 16,-1-6 8-16,-1 0 16 0,1-6-16 31,0-3 40-31,-1-7-48 16,2 0 0-16,-5-10 0 0,4 1 0 15,-4-6 8-15,5-1-8 16,-5 1 0-16,0-4 8 0,0-1-8 16,0 2-8-16,3-1 8 15,-3 0-16 1,3 1 16-16,-3-1-8 16,5 0 0-16,-1 0 0 15,0 1 8-15,5 1-8 0,-2 2 8 16,1-4-8-16,0 4 8 15,0-5 0-15,4 2 0 0,3-4 0 16,10 0 48 0,3 0-48-16,7 0 16 15,6 0 56-15,10 0-72 16,5 0 48-16,4-4-40 0,3-1 112 16,10-2-112-16,6-3 64 15,5 4-72 1,4-7 8-16,11 3 40 15,1-2 0-15,0 3-40 32,23-4 8-32,16-3 48 0,21 6-56 15,7-5 0-15,-8-2 64 16,-7 5-72-16,-1-5 0 0,1 5 8 16,12-3 0-16,-9-1 0 15,1 1 40 1,-1 1-48-16,-8 2 0 0,9-1 0 0,-5-3 0 31,5 3 8-31,4 4 48 16,-11-3-56-16,5 1-16 15,-7 8-24-15,-11-3 32 0,-21 6-32 16,-27 0-8-16,-16 0 48 16,-13 0 0-16,13 0-8 0,8 0 8 31,12 6 0-31,-8-3-16 15,-5 4 16-15,-3-3-8 0,-9-2-8 16,-3-2 8-16,-12 3 8 16,-4-3 0-16,-4 0-48 15,-8 0 48-15,-5 0 0 0,-3 0-8 16,-7 0 8-16,-6-5 0 31,-2 1 8-31,-6-3-8 0,-3 4 0 16,-1-7 8-16,2 2 16 15,3 1-16-15,-8-2-8 0,5 2 8 16,2 4-8-16,-7 0 0 0,4-1-56 16,-4 1 48-16,0 0 0 15,0 1 8-15,0-3 8 0,0 3-8 16,0-5 8-16,0 1-8 16,0-4 8-16,0-3-8 15,0-2 8-15,0-4 8 0,0-10-16 16,0 1 8-16,0-10 0 0,-4-7-8 15,-8-6 0 1,4-6 16-16,-4-3-16 16,-1-10 0-16,2 0 8 15,0-5-8-15,-7-2 0 16,8 1-8-16,-7 2-8 0,2 5 16 16,2 5-16-16,-2 10-40 0,2 4 56 31,2 11 0-31,-1 1 0 31,4 9 0-31,4 11 0 31,-4 6 8-31,8 1 8 0,0 8-16 16,-4 0-8-16,4 3-64 16,0 0 16-16,-4 0-8 0,4 0-32 15,0 0 24-15,-4 0 0 16,0 0 72-16,-8 6-8 15,0 5-24-15,-4-6 32 0,-8 5 48 16,-8-4-40-16,-1 3-8 16,-13 2 8-16,-10-8 0 0,-4 3-8 0,-8-3-8 15,-13-1 0-15,-1 2 8 16,-7-4 0-16,-6 6 0 16,-24-2-8-16,-29 2 0 0,-23 1-80 15,-16 2 24-15,8-3 48 16,7 4-40-16,16-4 48 15,-3 4 8-15,3-4 0 16,1 1 0-16,3 2 8 16,1-3-8-16,8-3 8 15,7 4-8-15,4-1 0 0,23-3 0 16,27 1 0-16,14 1 0 16,4-5 0-16,-12 7 0 0,-3 0 8 31,-13-1-8-31,8 0 8 15,9 4 40-15,-1 0-48 0,8-8 0 16,5 8 8-16,-1-4-8 16,0 1 8-16,4 0 16 0,1-5-24 31,-5 1 8-31,0 1 0 16,1-1 0-16,-7-3-8 15,10 2 8-15,6-2 0 0,2 0 0 16,4 0 0-16,8 0 0 15,5 0 8-15,-1 0-16 0,-1 0 16 16,5 0 32 0,-3 0 8-16,-1 7-48 15,-4-1 0-15,0 1 0 16,0 0 40-16,1-1-48 0,-2-1 8 16,-2 2 0-16,3 0 40 15,0-4 0 1,0 3 16-16,4-6-16 15,1 6-40 1,3-6 48-16,0 3-48 16,8-3 16-16,4 0-16 15,4 0 8-15,4 0 32 0,3 0 8 16,6 0-40-16,3 0 32 16,-4 0-40-16,4 0 40 0,-4 0-40 31,4 0-8-31,0 0 0 15,0 0-8-15,0 0-8 0,0 0-80 16,0 0-80-16,0 4-216 16,0-1-208-16,24 3-488 15,0-6-2833-15,-4 0-10226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948322B-1499-4CC9-84B0-71A35E6216CC}" type="datetimeFigureOut">
              <a:rPr lang="es-CL" smtClean="0"/>
              <a:t>17-05-2022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B2DD8D3-9020-411B-B895-4EC33D145CB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5027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4463" y="1162050"/>
            <a:ext cx="4181475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L" altLang="es-CL" baseline="0" dirty="0"/>
          </a:p>
        </p:txBody>
      </p:sp>
      <p:sp>
        <p:nvSpPr>
          <p:cNvPr id="83972" name="3 Marcador de número de diapositiva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177" tIns="46589" rIns="93177" bIns="46589" anchor="b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929E19F4-F0B9-4688-9AE0-ECC5B00E888F}" type="slidenum">
              <a:rPr lang="es-ES" altLang="es-CL" sz="1200"/>
              <a:pPr algn="r" eaLnBrk="1" hangingPunct="1"/>
              <a:t>1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2909809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4463" y="1162050"/>
            <a:ext cx="4181475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L" altLang="es-CL" baseline="0" dirty="0"/>
          </a:p>
        </p:txBody>
      </p:sp>
      <p:sp>
        <p:nvSpPr>
          <p:cNvPr id="83972" name="3 Marcador de número de diapositiva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177" tIns="46589" rIns="93177" bIns="46589" anchor="b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929E19F4-F0B9-4688-9AE0-ECC5B00E888F}" type="slidenum">
              <a:rPr lang="es-ES" altLang="es-CL" sz="1200"/>
              <a:pPr algn="r" eaLnBrk="1" hangingPunct="1"/>
              <a:t>2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125144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4463" y="1162050"/>
            <a:ext cx="4181475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L" altLang="es-CL" baseline="0" dirty="0"/>
          </a:p>
        </p:txBody>
      </p:sp>
      <p:sp>
        <p:nvSpPr>
          <p:cNvPr id="83972" name="3 Marcador de número de diapositiva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177" tIns="46589" rIns="93177" bIns="46589" anchor="b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929E19F4-F0B9-4688-9AE0-ECC5B00E888F}" type="slidenum">
              <a:rPr lang="es-ES" altLang="es-CL" sz="1200"/>
              <a:pPr algn="r" eaLnBrk="1" hangingPunct="1"/>
              <a:t>3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398107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4463" y="1162050"/>
            <a:ext cx="4181475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L" altLang="es-CL" baseline="0" dirty="0"/>
          </a:p>
        </p:txBody>
      </p:sp>
      <p:sp>
        <p:nvSpPr>
          <p:cNvPr id="83972" name="3 Marcador de número de diapositiva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177" tIns="46589" rIns="93177" bIns="46589" anchor="b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929E19F4-F0B9-4688-9AE0-ECC5B00E888F}" type="slidenum">
              <a:rPr lang="es-ES" altLang="es-CL" sz="1200"/>
              <a:pPr algn="r" eaLnBrk="1" hangingPunct="1"/>
              <a:t>4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673571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4463" y="1162050"/>
            <a:ext cx="4181475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L" altLang="es-CL" baseline="0" dirty="0"/>
          </a:p>
        </p:txBody>
      </p:sp>
      <p:sp>
        <p:nvSpPr>
          <p:cNvPr id="83972" name="3 Marcador de número de diapositiva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177" tIns="46589" rIns="93177" bIns="46589" anchor="b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929E19F4-F0B9-4688-9AE0-ECC5B00E888F}" type="slidenum">
              <a:rPr lang="es-ES" altLang="es-CL" sz="1200"/>
              <a:pPr algn="r" eaLnBrk="1" hangingPunct="1"/>
              <a:t>5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1864441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4463" y="1162050"/>
            <a:ext cx="4181475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L" altLang="es-CL" baseline="0" dirty="0"/>
          </a:p>
        </p:txBody>
      </p:sp>
      <p:sp>
        <p:nvSpPr>
          <p:cNvPr id="83972" name="3 Marcador de número de diapositiva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177" tIns="46589" rIns="93177" bIns="46589" anchor="b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929E19F4-F0B9-4688-9AE0-ECC5B00E888F}" type="slidenum">
              <a:rPr lang="es-ES" altLang="es-CL" sz="1200"/>
              <a:pPr algn="r" eaLnBrk="1" hangingPunct="1"/>
              <a:t>6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3964393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4463" y="1162050"/>
            <a:ext cx="4181475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L" altLang="es-CL" baseline="0" dirty="0"/>
          </a:p>
        </p:txBody>
      </p:sp>
      <p:sp>
        <p:nvSpPr>
          <p:cNvPr id="83972" name="3 Marcador de número de diapositiva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177" tIns="46589" rIns="93177" bIns="46589" anchor="b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929E19F4-F0B9-4688-9AE0-ECC5B00E888F}" type="slidenum">
              <a:rPr lang="es-ES" altLang="es-CL" sz="1200"/>
              <a:pPr algn="r" eaLnBrk="1" hangingPunct="1"/>
              <a:t>7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138273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4463" y="1162050"/>
            <a:ext cx="4181475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L" altLang="es-CL" baseline="0" dirty="0"/>
          </a:p>
        </p:txBody>
      </p:sp>
      <p:sp>
        <p:nvSpPr>
          <p:cNvPr id="83972" name="3 Marcador de número de diapositiva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177" tIns="46589" rIns="93177" bIns="46589" anchor="b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929E19F4-F0B9-4688-9AE0-ECC5B00E888F}" type="slidenum">
              <a:rPr lang="es-ES" altLang="es-CL" sz="1200"/>
              <a:pPr algn="r" eaLnBrk="1" hangingPunct="1"/>
              <a:t>8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2214466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4463" y="1162050"/>
            <a:ext cx="4181475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L" altLang="es-CL" baseline="0" dirty="0"/>
          </a:p>
        </p:txBody>
      </p:sp>
      <p:sp>
        <p:nvSpPr>
          <p:cNvPr id="83972" name="3 Marcador de número de diapositiva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177" tIns="46589" rIns="93177" bIns="46589" anchor="b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929E19F4-F0B9-4688-9AE0-ECC5B00E888F}" type="slidenum">
              <a:rPr lang="es-ES" altLang="es-CL" sz="1200"/>
              <a:pPr algn="r" eaLnBrk="1" hangingPunct="1"/>
              <a:t>9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2906011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4463" y="1162050"/>
            <a:ext cx="4181475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L" altLang="es-CL" baseline="0" dirty="0"/>
          </a:p>
        </p:txBody>
      </p:sp>
      <p:sp>
        <p:nvSpPr>
          <p:cNvPr id="83972" name="3 Marcador de número de diapositiva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177" tIns="46589" rIns="93177" bIns="46589" anchor="b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929E19F4-F0B9-4688-9AE0-ECC5B00E888F}" type="slidenum">
              <a:rPr lang="es-ES" altLang="es-CL" sz="1200"/>
              <a:pPr algn="r" eaLnBrk="1" hangingPunct="1"/>
              <a:t>10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1172023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4463" y="1162050"/>
            <a:ext cx="4181475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L" altLang="es-CL" baseline="0" dirty="0"/>
          </a:p>
        </p:txBody>
      </p:sp>
      <p:sp>
        <p:nvSpPr>
          <p:cNvPr id="83972" name="3 Marcador de número de diapositiva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177" tIns="46589" rIns="93177" bIns="46589" anchor="b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929E19F4-F0B9-4688-9AE0-ECC5B00E888F}" type="slidenum">
              <a:rPr lang="es-ES" altLang="es-CL" sz="1200"/>
              <a:pPr algn="r" eaLnBrk="1" hangingPunct="1"/>
              <a:t>11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2768839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414463" y="1162050"/>
            <a:ext cx="4181475" cy="3136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L" altLang="es-CL" baseline="0" dirty="0"/>
          </a:p>
        </p:txBody>
      </p:sp>
      <p:sp>
        <p:nvSpPr>
          <p:cNvPr id="83972" name="3 Marcador de número de diapositiva"/>
          <p:cNvSpPr txBox="1">
            <a:spLocks noGrp="1"/>
          </p:cNvSpPr>
          <p:nvPr/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3177" tIns="46589" rIns="93177" bIns="46589" anchor="b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/>
            <a:fld id="{929E19F4-F0B9-4688-9AE0-ECC5B00E888F}" type="slidenum">
              <a:rPr lang="es-ES" altLang="es-CL" sz="1200"/>
              <a:pPr algn="r" eaLnBrk="1" hangingPunct="1"/>
              <a:t>12</a:t>
            </a:fld>
            <a:endParaRPr lang="es-ES" altLang="es-CL" sz="1200"/>
          </a:p>
        </p:txBody>
      </p:sp>
    </p:spTree>
    <p:extLst>
      <p:ext uri="{BB962C8B-B14F-4D97-AF65-F5344CB8AC3E}">
        <p14:creationId xmlns:p14="http://schemas.microsoft.com/office/powerpoint/2010/main" val="91879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navarrete\AppData\Local\Microsoft\Windows\Temporary Internet Files\Content.Outlook\R0FY0JRL\FAC_INGYCIEN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1862325"/>
            <a:ext cx="8641098" cy="3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47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 userDrawn="1"/>
        </p:nvSpPr>
        <p:spPr>
          <a:xfrm>
            <a:off x="-13251" y="0"/>
            <a:ext cx="1577009" cy="10999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sp>
        <p:nvSpPr>
          <p:cNvPr id="3" name="2 Rectángulo"/>
          <p:cNvSpPr/>
          <p:nvPr userDrawn="1"/>
        </p:nvSpPr>
        <p:spPr>
          <a:xfrm>
            <a:off x="1696278" y="0"/>
            <a:ext cx="1577008" cy="109993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sp>
        <p:nvSpPr>
          <p:cNvPr id="4" name="3 Rectángulo"/>
          <p:cNvSpPr/>
          <p:nvPr userDrawn="1"/>
        </p:nvSpPr>
        <p:spPr>
          <a:xfrm>
            <a:off x="3405810" y="0"/>
            <a:ext cx="1563758" cy="109993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sp>
        <p:nvSpPr>
          <p:cNvPr id="5" name="4 Rectángulo"/>
          <p:cNvSpPr/>
          <p:nvPr userDrawn="1"/>
        </p:nvSpPr>
        <p:spPr>
          <a:xfrm>
            <a:off x="5088836" y="0"/>
            <a:ext cx="4041911" cy="109993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sp>
        <p:nvSpPr>
          <p:cNvPr id="11" name="Título 1"/>
          <p:cNvSpPr>
            <a:spLocks noGrp="1"/>
          </p:cNvSpPr>
          <p:nvPr>
            <p:ph type="title" hasCustomPrompt="1"/>
          </p:nvPr>
        </p:nvSpPr>
        <p:spPr>
          <a:xfrm>
            <a:off x="444960" y="1253183"/>
            <a:ext cx="8229600" cy="1143000"/>
          </a:xfrm>
        </p:spPr>
        <p:txBody>
          <a:bodyPr/>
          <a:lstStyle>
            <a:lvl1pPr algn="l">
              <a:defRPr>
                <a:solidFill>
                  <a:srgbClr val="595959"/>
                </a:solidFill>
              </a:defRPr>
            </a:lvl1pPr>
          </a:lstStyle>
          <a:p>
            <a:r>
              <a:rPr lang="es-ES_tradnl" dirty="0"/>
              <a:t>&gt; Clic para editar título</a:t>
            </a:r>
            <a:endParaRPr lang="es-ES" dirty="0"/>
          </a:p>
        </p:txBody>
      </p:sp>
      <p:sp>
        <p:nvSpPr>
          <p:cNvPr id="12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44960" y="2634724"/>
            <a:ext cx="4038600" cy="4017869"/>
          </a:xfrm>
        </p:spPr>
        <p:txBody>
          <a:bodyPr/>
          <a:lstStyle>
            <a:lvl1pPr marL="0" indent="0">
              <a:buNone/>
              <a:defRPr sz="2100">
                <a:solidFill>
                  <a:srgbClr val="595959"/>
                </a:solidFill>
              </a:defRPr>
            </a:lvl1pPr>
            <a:lvl2pPr>
              <a:defRPr sz="1800">
                <a:solidFill>
                  <a:srgbClr val="595959"/>
                </a:solidFill>
              </a:defRPr>
            </a:lvl2pPr>
            <a:lvl3pPr marL="685800" indent="0">
              <a:buNone/>
              <a:defRPr sz="1500">
                <a:solidFill>
                  <a:srgbClr val="595959"/>
                </a:solidFill>
              </a:defRPr>
            </a:lvl3pPr>
            <a:lvl4pPr marL="1028700" indent="0">
              <a:buNone/>
              <a:defRPr sz="1350">
                <a:solidFill>
                  <a:srgbClr val="595959"/>
                </a:solidFill>
              </a:defRPr>
            </a:lvl4pPr>
            <a:lvl5pPr marL="1371600" indent="0">
              <a:buNone/>
              <a:defRPr sz="1350">
                <a:solidFill>
                  <a:srgbClr val="595959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_tradnl" dirty="0"/>
              <a:t>&gt; 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&gt;Tercer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3"/>
            <a:r>
              <a:rPr lang="es-ES_tradnl" dirty="0"/>
              <a:t>&gt;&gt;Quinto nivel</a:t>
            </a:r>
            <a:endParaRPr lang="es-ES" dirty="0"/>
          </a:p>
        </p:txBody>
      </p:sp>
      <p:sp>
        <p:nvSpPr>
          <p:cNvPr id="13" name="Marcador de contenido 2"/>
          <p:cNvSpPr>
            <a:spLocks noGrp="1"/>
          </p:cNvSpPr>
          <p:nvPr>
            <p:ph sz="half" idx="10" hasCustomPrompt="1"/>
          </p:nvPr>
        </p:nvSpPr>
        <p:spPr>
          <a:xfrm>
            <a:off x="4719798" y="2634724"/>
            <a:ext cx="4038600" cy="4017869"/>
          </a:xfrm>
        </p:spPr>
        <p:txBody>
          <a:bodyPr/>
          <a:lstStyle>
            <a:lvl1pPr marL="0" indent="0">
              <a:buNone/>
              <a:defRPr sz="2100">
                <a:solidFill>
                  <a:srgbClr val="595959"/>
                </a:solidFill>
              </a:defRPr>
            </a:lvl1pPr>
            <a:lvl2pPr>
              <a:defRPr sz="1800">
                <a:solidFill>
                  <a:srgbClr val="595959"/>
                </a:solidFill>
              </a:defRPr>
            </a:lvl2pPr>
            <a:lvl3pPr marL="685800" indent="0">
              <a:buNone/>
              <a:defRPr sz="1500">
                <a:solidFill>
                  <a:srgbClr val="595959"/>
                </a:solidFill>
              </a:defRPr>
            </a:lvl3pPr>
            <a:lvl4pPr marL="1028700" indent="0">
              <a:buNone/>
              <a:defRPr sz="1350">
                <a:solidFill>
                  <a:srgbClr val="595959"/>
                </a:solidFill>
              </a:defRPr>
            </a:lvl4pPr>
            <a:lvl5pPr marL="1371600" indent="0">
              <a:buNone/>
              <a:defRPr sz="1350">
                <a:solidFill>
                  <a:srgbClr val="595959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_tradnl" dirty="0"/>
              <a:t>&gt; 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&gt;Tercer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3"/>
            <a:r>
              <a:rPr lang="es-ES_tradnl" dirty="0"/>
              <a:t>&gt;&gt;Quinto nivel</a:t>
            </a:r>
            <a:endParaRPr lang="es-ES" dirty="0"/>
          </a:p>
        </p:txBody>
      </p:sp>
      <p:pic>
        <p:nvPicPr>
          <p:cNvPr id="2050" name="Picture 2" descr="C:\Users\mnavarrete\AppData\Local\Microsoft\Windows\Temporary Internet Files\Content.Outlook\R0FY0JRL\FAC_INGYCIEN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736" y="-217338"/>
            <a:ext cx="4232109" cy="153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823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/>
          <p:cNvSpPr>
            <a:spLocks noGrp="1"/>
          </p:cNvSpPr>
          <p:nvPr>
            <p:ph type="title" hasCustomPrompt="1"/>
          </p:nvPr>
        </p:nvSpPr>
        <p:spPr>
          <a:xfrm>
            <a:off x="444960" y="681683"/>
            <a:ext cx="8229600" cy="1143000"/>
          </a:xfrm>
        </p:spPr>
        <p:txBody>
          <a:bodyPr/>
          <a:lstStyle>
            <a:lvl1pPr algn="l">
              <a:defRPr>
                <a:solidFill>
                  <a:srgbClr val="595959"/>
                </a:solidFill>
              </a:defRPr>
            </a:lvl1pPr>
          </a:lstStyle>
          <a:p>
            <a:r>
              <a:rPr lang="es-ES_tradnl" dirty="0"/>
              <a:t>&gt; Clic para editar título</a:t>
            </a:r>
            <a:endParaRPr lang="es-ES" dirty="0"/>
          </a:p>
        </p:txBody>
      </p:sp>
      <p:sp>
        <p:nvSpPr>
          <p:cNvPr id="15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44960" y="2007247"/>
            <a:ext cx="4038600" cy="4525963"/>
          </a:xfrm>
        </p:spPr>
        <p:txBody>
          <a:bodyPr/>
          <a:lstStyle>
            <a:lvl1pPr marL="0" indent="0">
              <a:buNone/>
              <a:defRPr sz="2100">
                <a:solidFill>
                  <a:srgbClr val="595959"/>
                </a:solidFill>
              </a:defRPr>
            </a:lvl1pPr>
            <a:lvl2pPr>
              <a:defRPr sz="1800">
                <a:solidFill>
                  <a:srgbClr val="595959"/>
                </a:solidFill>
              </a:defRPr>
            </a:lvl2pPr>
            <a:lvl3pPr marL="685800" indent="0">
              <a:buNone/>
              <a:defRPr sz="1500">
                <a:solidFill>
                  <a:srgbClr val="595959"/>
                </a:solidFill>
              </a:defRPr>
            </a:lvl3pPr>
            <a:lvl4pPr marL="1028700" indent="0">
              <a:buNone/>
              <a:defRPr sz="1350">
                <a:solidFill>
                  <a:srgbClr val="595959"/>
                </a:solidFill>
              </a:defRPr>
            </a:lvl4pPr>
            <a:lvl5pPr marL="1371600" indent="0">
              <a:buNone/>
              <a:defRPr sz="1350">
                <a:solidFill>
                  <a:srgbClr val="595959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_tradnl" dirty="0"/>
              <a:t>&gt; 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&gt;Tercer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3"/>
            <a:r>
              <a:rPr lang="es-ES_tradnl" dirty="0"/>
              <a:t>&gt;&gt;Quinto nivel</a:t>
            </a:r>
            <a:endParaRPr lang="es-ES" dirty="0"/>
          </a:p>
        </p:txBody>
      </p:sp>
      <p:sp>
        <p:nvSpPr>
          <p:cNvPr id="5" name="4 Rectángulo"/>
          <p:cNvSpPr/>
          <p:nvPr userDrawn="1"/>
        </p:nvSpPr>
        <p:spPr>
          <a:xfrm>
            <a:off x="-13251" y="2"/>
            <a:ext cx="1577009" cy="357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sp>
        <p:nvSpPr>
          <p:cNvPr id="6" name="5 Rectángulo"/>
          <p:cNvSpPr/>
          <p:nvPr userDrawn="1"/>
        </p:nvSpPr>
        <p:spPr>
          <a:xfrm>
            <a:off x="1696278" y="2"/>
            <a:ext cx="1577008" cy="3578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sp>
        <p:nvSpPr>
          <p:cNvPr id="7" name="6 Rectángulo"/>
          <p:cNvSpPr/>
          <p:nvPr userDrawn="1"/>
        </p:nvSpPr>
        <p:spPr>
          <a:xfrm>
            <a:off x="3405810" y="2"/>
            <a:ext cx="1563758" cy="3578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sp>
        <p:nvSpPr>
          <p:cNvPr id="8" name="7 Rectángulo"/>
          <p:cNvSpPr/>
          <p:nvPr userDrawn="1"/>
        </p:nvSpPr>
        <p:spPr>
          <a:xfrm>
            <a:off x="5088836" y="2"/>
            <a:ext cx="4041911" cy="35780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</p:spTree>
    <p:extLst>
      <p:ext uri="{BB962C8B-B14F-4D97-AF65-F5344CB8AC3E}">
        <p14:creationId xmlns:p14="http://schemas.microsoft.com/office/powerpoint/2010/main" val="417753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 userDrawn="1"/>
        </p:nvSpPr>
        <p:spPr>
          <a:xfrm>
            <a:off x="1696278" y="2"/>
            <a:ext cx="1577008" cy="35780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sp>
        <p:nvSpPr>
          <p:cNvPr id="4" name="3 Rectángulo"/>
          <p:cNvSpPr/>
          <p:nvPr userDrawn="1"/>
        </p:nvSpPr>
        <p:spPr>
          <a:xfrm>
            <a:off x="3405810" y="2"/>
            <a:ext cx="1563758" cy="3578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sp>
        <p:nvSpPr>
          <p:cNvPr id="5" name="4 Rectángulo"/>
          <p:cNvSpPr/>
          <p:nvPr userDrawn="1"/>
        </p:nvSpPr>
        <p:spPr>
          <a:xfrm>
            <a:off x="5088836" y="2"/>
            <a:ext cx="4041911" cy="35780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sp>
        <p:nvSpPr>
          <p:cNvPr id="6" name="5 Rectángulo"/>
          <p:cNvSpPr/>
          <p:nvPr userDrawn="1"/>
        </p:nvSpPr>
        <p:spPr>
          <a:xfrm>
            <a:off x="-13251" y="2"/>
            <a:ext cx="1577009" cy="357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sp>
        <p:nvSpPr>
          <p:cNvPr id="7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149088" y="964948"/>
            <a:ext cx="4171121" cy="4852756"/>
          </a:xfrm>
        </p:spPr>
        <p:txBody>
          <a:bodyPr/>
          <a:lstStyle>
            <a:lvl1pPr marL="0" indent="0">
              <a:buNone/>
              <a:defRPr sz="2100">
                <a:solidFill>
                  <a:srgbClr val="595959"/>
                </a:solidFill>
              </a:defRPr>
            </a:lvl1pPr>
            <a:lvl2pPr>
              <a:defRPr sz="1800">
                <a:solidFill>
                  <a:srgbClr val="595959"/>
                </a:solidFill>
              </a:defRPr>
            </a:lvl2pPr>
            <a:lvl3pPr marL="685800" indent="0">
              <a:buNone/>
              <a:defRPr sz="1500">
                <a:solidFill>
                  <a:srgbClr val="595959"/>
                </a:solidFill>
              </a:defRPr>
            </a:lvl3pPr>
            <a:lvl4pPr marL="1028700" indent="0">
              <a:buNone/>
              <a:defRPr sz="1350">
                <a:solidFill>
                  <a:srgbClr val="595959"/>
                </a:solidFill>
              </a:defRPr>
            </a:lvl4pPr>
            <a:lvl5pPr marL="1371600" indent="0">
              <a:buNone/>
              <a:defRPr sz="1350">
                <a:solidFill>
                  <a:srgbClr val="595959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_tradnl" dirty="0"/>
              <a:t>&gt; 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&gt;Tercer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3"/>
            <a:r>
              <a:rPr lang="es-ES_tradnl" dirty="0"/>
              <a:t>&gt;&gt;Quinto nivel</a:t>
            </a:r>
            <a:endParaRPr lang="es-ES" dirty="0"/>
          </a:p>
        </p:txBody>
      </p:sp>
      <p:sp>
        <p:nvSpPr>
          <p:cNvPr id="8" name="Marcador de contenido 2"/>
          <p:cNvSpPr>
            <a:spLocks noGrp="1"/>
          </p:cNvSpPr>
          <p:nvPr>
            <p:ph sz="half" idx="10" hasCustomPrompt="1"/>
          </p:nvPr>
        </p:nvSpPr>
        <p:spPr>
          <a:xfrm>
            <a:off x="4483560" y="964948"/>
            <a:ext cx="4223118" cy="4852756"/>
          </a:xfrm>
        </p:spPr>
        <p:txBody>
          <a:bodyPr/>
          <a:lstStyle>
            <a:lvl1pPr marL="0" indent="0">
              <a:buNone/>
              <a:defRPr sz="2100">
                <a:solidFill>
                  <a:srgbClr val="595959"/>
                </a:solidFill>
              </a:defRPr>
            </a:lvl1pPr>
            <a:lvl2pPr>
              <a:defRPr sz="1800">
                <a:solidFill>
                  <a:srgbClr val="595959"/>
                </a:solidFill>
              </a:defRPr>
            </a:lvl2pPr>
            <a:lvl3pPr marL="685800" indent="0">
              <a:buNone/>
              <a:defRPr sz="1500">
                <a:solidFill>
                  <a:srgbClr val="595959"/>
                </a:solidFill>
              </a:defRPr>
            </a:lvl3pPr>
            <a:lvl4pPr marL="1028700" indent="0">
              <a:buNone/>
              <a:defRPr sz="1350">
                <a:solidFill>
                  <a:srgbClr val="595959"/>
                </a:solidFill>
              </a:defRPr>
            </a:lvl4pPr>
            <a:lvl5pPr marL="1371600" indent="0">
              <a:buNone/>
              <a:defRPr sz="1350">
                <a:solidFill>
                  <a:srgbClr val="595959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_tradnl" dirty="0"/>
              <a:t>&gt; 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&gt;Tercer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3"/>
            <a:r>
              <a:rPr lang="es-ES_tradnl" dirty="0"/>
              <a:t>&gt;&gt;Quinto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4615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navarrete\AppData\Local\Microsoft\Windows\Temporary Internet Files\Content.Outlook\R0FY0JRL\FAC_INGYCIEN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1862325"/>
            <a:ext cx="8641098" cy="3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88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1A14A-A470-4BEC-A961-AC6EE3B171CC}" type="datetime1">
              <a:rPr lang="es-ES"/>
              <a:pPr>
                <a:defRPr/>
              </a:pPr>
              <a:t>17/05/2022</a:t>
            </a:fld>
            <a:endParaRPr lang="es-ES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QUI 100 - Unidad 1: Materia, Átomos, Moléculas e Iones</a:t>
            </a:r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E0D14B-F59C-4CE2-A1B7-18AAF5BC580E}" type="slidenum">
              <a:rPr lang="es-ES" altLang="es-CL"/>
              <a:pPr/>
              <a:t>‹Nº›</a:t>
            </a:fld>
            <a:endParaRPr lang="es-ES" altLang="es-CL"/>
          </a:p>
        </p:txBody>
      </p:sp>
    </p:spTree>
    <p:extLst>
      <p:ext uri="{BB962C8B-B14F-4D97-AF65-F5344CB8AC3E}">
        <p14:creationId xmlns:p14="http://schemas.microsoft.com/office/powerpoint/2010/main" val="411662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2FD73-6E24-3742-9E52-D7581E7ED498}" type="datetimeFigureOut">
              <a:rPr lang="es-ES" smtClean="0"/>
              <a:t>17/05/2022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BC877-4190-3240-B9B8-4EEECF26F8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8916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6" r:id="rId6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emf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emf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emf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emf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emf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emf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emf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emf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emf"/><Relationship Id="rId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emf"/><Relationship Id="rId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emf"/><Relationship Id="rId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emf"/><Relationship Id="rId4" Type="http://schemas.openxmlformats.org/officeDocument/2006/relationships/customXml" Target="../ink/ink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13" y="612745"/>
            <a:ext cx="8533163" cy="3790546"/>
          </a:xfrm>
          <a:prstGeom prst="rect">
            <a:avLst/>
          </a:prstGeom>
        </p:spPr>
      </p:pic>
      <p:sp>
        <p:nvSpPr>
          <p:cNvPr id="13" name="Elipse 12"/>
          <p:cNvSpPr/>
          <p:nvPr/>
        </p:nvSpPr>
        <p:spPr>
          <a:xfrm>
            <a:off x="7117662" y="2794261"/>
            <a:ext cx="257578" cy="2962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Entrada de lápiz 2"/>
              <p14:cNvContentPartPr/>
              <p14:nvPr/>
            </p14:nvContentPartPr>
            <p14:xfrm>
              <a:off x="256680" y="3931920"/>
              <a:ext cx="8406720" cy="2058840"/>
            </p14:xfrm>
          </p:contentPart>
        </mc:Choice>
        <mc:Fallback xmlns="">
          <p:pic>
            <p:nvPicPr>
              <p:cNvPr id="3" name="Entrada de lápiz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5880" y="3920400"/>
                <a:ext cx="8422560" cy="208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825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86673"/>
            <a:ext cx="8821271" cy="2699870"/>
          </a:xfrm>
          <a:prstGeom prst="rect">
            <a:avLst/>
          </a:prstGeom>
        </p:spPr>
      </p:pic>
      <p:sp>
        <p:nvSpPr>
          <p:cNvPr id="10" name="Elipse 9"/>
          <p:cNvSpPr/>
          <p:nvPr/>
        </p:nvSpPr>
        <p:spPr>
          <a:xfrm>
            <a:off x="670458" y="2861875"/>
            <a:ext cx="257578" cy="2962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Entrada de lápiz 3"/>
              <p14:cNvContentPartPr/>
              <p14:nvPr/>
            </p14:nvContentPartPr>
            <p14:xfrm>
              <a:off x="851040" y="3765240"/>
              <a:ext cx="7795800" cy="2797200"/>
            </p14:xfrm>
          </p:contentPart>
        </mc:Choice>
        <mc:Fallback xmlns="">
          <p:pic>
            <p:nvPicPr>
              <p:cNvPr id="4" name="Entrada de lápiz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4560" y="3754800"/>
                <a:ext cx="7813800" cy="281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759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03" y="638488"/>
            <a:ext cx="8597025" cy="3204377"/>
          </a:xfrm>
          <a:prstGeom prst="rect">
            <a:avLst/>
          </a:prstGeom>
        </p:spPr>
      </p:pic>
      <p:sp>
        <p:nvSpPr>
          <p:cNvPr id="16" name="Elipse 15"/>
          <p:cNvSpPr/>
          <p:nvPr/>
        </p:nvSpPr>
        <p:spPr>
          <a:xfrm>
            <a:off x="747923" y="2681306"/>
            <a:ext cx="257578" cy="2962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Entrada de lápiz 3"/>
              <p14:cNvContentPartPr/>
              <p14:nvPr/>
            </p14:nvContentPartPr>
            <p14:xfrm>
              <a:off x="601200" y="4074480"/>
              <a:ext cx="8070120" cy="2175840"/>
            </p14:xfrm>
          </p:contentPart>
        </mc:Choice>
        <mc:Fallback xmlns="">
          <p:pic>
            <p:nvPicPr>
              <p:cNvPr id="4" name="Entrada de lápiz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760" y="4063680"/>
                <a:ext cx="8091720" cy="219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397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64" y="695777"/>
            <a:ext cx="8551059" cy="2663119"/>
          </a:xfrm>
          <a:prstGeom prst="rect">
            <a:avLst/>
          </a:prstGeom>
        </p:spPr>
      </p:pic>
      <p:sp>
        <p:nvSpPr>
          <p:cNvPr id="12" name="Elipse 11"/>
          <p:cNvSpPr/>
          <p:nvPr/>
        </p:nvSpPr>
        <p:spPr>
          <a:xfrm>
            <a:off x="6936979" y="2300620"/>
            <a:ext cx="257578" cy="2962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trada de lápiz 4"/>
              <p14:cNvContentPartPr/>
              <p14:nvPr/>
            </p14:nvContentPartPr>
            <p14:xfrm>
              <a:off x="971640" y="3706920"/>
              <a:ext cx="3265200" cy="1863360"/>
            </p14:xfrm>
          </p:contentPart>
        </mc:Choice>
        <mc:Fallback xmlns="">
          <p:pic>
            <p:nvPicPr>
              <p:cNvPr id="5" name="Entrada de lápiz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0840" y="3696840"/>
                <a:ext cx="3286080" cy="188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40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3" y="714992"/>
            <a:ext cx="8214832" cy="3035751"/>
          </a:xfrm>
          <a:prstGeom prst="rect">
            <a:avLst/>
          </a:prstGeom>
        </p:spPr>
      </p:pic>
      <p:sp>
        <p:nvSpPr>
          <p:cNvPr id="14" name="Elipse 13"/>
          <p:cNvSpPr/>
          <p:nvPr/>
        </p:nvSpPr>
        <p:spPr>
          <a:xfrm>
            <a:off x="6516901" y="3048353"/>
            <a:ext cx="257578" cy="2962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Entrada de lápiz 3"/>
              <p14:cNvContentPartPr/>
              <p14:nvPr/>
            </p14:nvContentPartPr>
            <p14:xfrm>
              <a:off x="268560" y="1801080"/>
              <a:ext cx="8405280" cy="4984200"/>
            </p14:xfrm>
          </p:contentPart>
        </mc:Choice>
        <mc:Fallback xmlns="">
          <p:pic>
            <p:nvPicPr>
              <p:cNvPr id="4" name="Entrada de lápiz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7760" y="1790640"/>
                <a:ext cx="8424000" cy="500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026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44" y="575368"/>
            <a:ext cx="8761662" cy="2879916"/>
          </a:xfrm>
          <a:prstGeom prst="rect">
            <a:avLst/>
          </a:prstGeom>
        </p:spPr>
      </p:pic>
      <p:sp>
        <p:nvSpPr>
          <p:cNvPr id="15" name="Elipse 14"/>
          <p:cNvSpPr/>
          <p:nvPr/>
        </p:nvSpPr>
        <p:spPr>
          <a:xfrm>
            <a:off x="746975" y="2815939"/>
            <a:ext cx="257578" cy="2962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Entrada de lápiz 3"/>
              <p14:cNvContentPartPr/>
              <p14:nvPr/>
            </p14:nvContentPartPr>
            <p14:xfrm>
              <a:off x="3240" y="3555360"/>
              <a:ext cx="8963640" cy="3126600"/>
            </p14:xfrm>
          </p:contentPart>
        </mc:Choice>
        <mc:Fallback xmlns="">
          <p:pic>
            <p:nvPicPr>
              <p:cNvPr id="4" name="Entrada de lápiz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240" y="3545640"/>
                <a:ext cx="8979840" cy="314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26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0" y="594583"/>
            <a:ext cx="8667506" cy="3384487"/>
          </a:xfrm>
          <a:prstGeom prst="rect">
            <a:avLst/>
          </a:prstGeom>
        </p:spPr>
      </p:pic>
      <p:sp>
        <p:nvSpPr>
          <p:cNvPr id="13" name="Elipse 12"/>
          <p:cNvSpPr/>
          <p:nvPr/>
        </p:nvSpPr>
        <p:spPr>
          <a:xfrm>
            <a:off x="6508756" y="3184812"/>
            <a:ext cx="257578" cy="2962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Entrada de lápiz 2"/>
              <p14:cNvContentPartPr/>
              <p14:nvPr/>
            </p14:nvContentPartPr>
            <p14:xfrm>
              <a:off x="149400" y="3981240"/>
              <a:ext cx="9115920" cy="2778840"/>
            </p14:xfrm>
          </p:contentPart>
        </mc:Choice>
        <mc:Fallback xmlns="">
          <p:pic>
            <p:nvPicPr>
              <p:cNvPr id="3" name="Entrada de lápiz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680" y="3970080"/>
                <a:ext cx="9137160" cy="279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761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95" y="636507"/>
            <a:ext cx="8772540" cy="4384223"/>
          </a:xfrm>
          <a:prstGeom prst="rect">
            <a:avLst/>
          </a:prstGeom>
        </p:spPr>
      </p:pic>
      <p:sp>
        <p:nvSpPr>
          <p:cNvPr id="13" name="Elipse 12"/>
          <p:cNvSpPr/>
          <p:nvPr/>
        </p:nvSpPr>
        <p:spPr>
          <a:xfrm>
            <a:off x="634285" y="4164184"/>
            <a:ext cx="257578" cy="2962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Entrada de lápiz 3"/>
              <p14:cNvContentPartPr/>
              <p14:nvPr/>
            </p14:nvContentPartPr>
            <p14:xfrm>
              <a:off x="160920" y="2891520"/>
              <a:ext cx="8304840" cy="3775680"/>
            </p14:xfrm>
          </p:contentPart>
        </mc:Choice>
        <mc:Fallback xmlns="">
          <p:pic>
            <p:nvPicPr>
              <p:cNvPr id="4" name="Entrada de lápiz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520" y="2882880"/>
                <a:ext cx="8320680" cy="379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456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35" y="575762"/>
            <a:ext cx="8622818" cy="2940617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7178269" y="2260006"/>
            <a:ext cx="257578" cy="2962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Entrada de lápiz 5"/>
              <p14:cNvContentPartPr/>
              <p14:nvPr/>
            </p14:nvContentPartPr>
            <p14:xfrm>
              <a:off x="861120" y="3798360"/>
              <a:ext cx="4777200" cy="2624400"/>
            </p14:xfrm>
          </p:contentPart>
        </mc:Choice>
        <mc:Fallback xmlns="">
          <p:pic>
            <p:nvPicPr>
              <p:cNvPr id="6" name="Entrada de lápiz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1400" y="3788640"/>
                <a:ext cx="4797720" cy="264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247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94" y="597983"/>
            <a:ext cx="8578030" cy="3265324"/>
          </a:xfrm>
          <a:prstGeom prst="rect">
            <a:avLst/>
          </a:prstGeom>
        </p:spPr>
      </p:pic>
      <p:sp>
        <p:nvSpPr>
          <p:cNvPr id="15" name="Elipse 14"/>
          <p:cNvSpPr/>
          <p:nvPr/>
        </p:nvSpPr>
        <p:spPr>
          <a:xfrm>
            <a:off x="7178269" y="3013042"/>
            <a:ext cx="257578" cy="2962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Entrada de lápiz 15"/>
              <p14:cNvContentPartPr/>
              <p14:nvPr/>
            </p14:nvContentPartPr>
            <p14:xfrm>
              <a:off x="610200" y="1449000"/>
              <a:ext cx="8186760" cy="4603320"/>
            </p14:xfrm>
          </p:contentPart>
        </mc:Choice>
        <mc:Fallback xmlns="">
          <p:pic>
            <p:nvPicPr>
              <p:cNvPr id="16" name="Entrada de lápiz 1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9760" y="1437120"/>
                <a:ext cx="8209080" cy="462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782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18" y="727866"/>
            <a:ext cx="8165517" cy="3424790"/>
          </a:xfrm>
          <a:prstGeom prst="rect">
            <a:avLst/>
          </a:prstGeom>
        </p:spPr>
      </p:pic>
      <p:sp>
        <p:nvSpPr>
          <p:cNvPr id="3" name="Elipse 2"/>
          <p:cNvSpPr/>
          <p:nvPr/>
        </p:nvSpPr>
        <p:spPr>
          <a:xfrm>
            <a:off x="6365384" y="3601137"/>
            <a:ext cx="257578" cy="2962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Entrada de lápiz 5"/>
              <p14:cNvContentPartPr/>
              <p14:nvPr/>
            </p14:nvContentPartPr>
            <p14:xfrm>
              <a:off x="323280" y="3974040"/>
              <a:ext cx="8708040" cy="2739240"/>
            </p14:xfrm>
          </p:contentPart>
        </mc:Choice>
        <mc:Fallback xmlns="">
          <p:pic>
            <p:nvPicPr>
              <p:cNvPr id="6" name="Entrada de lápiz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840" y="3963600"/>
                <a:ext cx="8730360" cy="276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987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97" y="681376"/>
            <a:ext cx="8452706" cy="3612671"/>
          </a:xfrm>
          <a:prstGeom prst="rect">
            <a:avLst/>
          </a:prstGeom>
        </p:spPr>
      </p:pic>
      <p:sp>
        <p:nvSpPr>
          <p:cNvPr id="3" name="Elipse 2"/>
          <p:cNvSpPr/>
          <p:nvPr/>
        </p:nvSpPr>
        <p:spPr>
          <a:xfrm>
            <a:off x="837127" y="3084467"/>
            <a:ext cx="257578" cy="2962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Entrada de lápiz 19"/>
              <p14:cNvContentPartPr/>
              <p14:nvPr/>
            </p14:nvContentPartPr>
            <p14:xfrm>
              <a:off x="146520" y="1855800"/>
              <a:ext cx="8764200" cy="4232880"/>
            </p14:xfrm>
          </p:contentPart>
        </mc:Choice>
        <mc:Fallback xmlns="">
          <p:pic>
            <p:nvPicPr>
              <p:cNvPr id="20" name="Entrada de lápiz 1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720" y="1844640"/>
                <a:ext cx="8784360" cy="425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181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Verde azulado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evolución">
      <a:maj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7412</TotalTime>
  <Words>12</Words>
  <Application>Microsoft Office PowerPoint</Application>
  <PresentationFormat>Presentación en pantalla (4:3)</PresentationFormat>
  <Paragraphs>12</Paragraphs>
  <Slides>12</Slides>
  <Notes>12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  <vt:variant>
        <vt:lpstr>Presentaciones personalizadas</vt:lpstr>
      </vt:variant>
      <vt:variant>
        <vt:i4>1</vt:i4>
      </vt:variant>
    </vt:vector>
  </HeadingPairs>
  <TitlesOfParts>
    <vt:vector size="17" baseType="lpstr">
      <vt:lpstr>Arial</vt:lpstr>
      <vt:lpstr>Calibri</vt:lpstr>
      <vt:lpstr>Trebuchet MS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Pres. personalizada1</vt:lpstr>
    </vt:vector>
  </TitlesOfParts>
  <Company>Uandes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Pantallas Uandes</dc:creator>
  <cp:lastModifiedBy>dayra.escudero@gmail.com</cp:lastModifiedBy>
  <cp:revision>234</cp:revision>
  <cp:lastPrinted>2017-03-08T12:36:52Z</cp:lastPrinted>
  <dcterms:created xsi:type="dcterms:W3CDTF">2014-01-08T13:40:12Z</dcterms:created>
  <dcterms:modified xsi:type="dcterms:W3CDTF">2022-05-18T00:46:57Z</dcterms:modified>
</cp:coreProperties>
</file>